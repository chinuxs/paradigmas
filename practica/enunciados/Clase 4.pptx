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Quantico"/>
      <p:regular r:id="rId32"/>
      <p:bold r:id="rId33"/>
      <p:italic r:id="rId34"/>
      <p:boldItalic r:id="rId35"/>
    </p:embeddedFont>
    <p:embeddedFont>
      <p:font typeface="Source Code Pro"/>
      <p:regular r:id="rId36"/>
      <p:bold r:id="rId37"/>
      <p:italic r:id="rId38"/>
      <p:boldItalic r:id="rId39"/>
    </p:embeddedFont>
    <p:embeddedFont>
      <p:font typeface="Denk One"/>
      <p:regular r:id="rId40"/>
    </p:embeddedFont>
    <p:embeddedFont>
      <p:font typeface="Fira Sans Extra Condense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enkOne-regular.fntdata"/><Relationship Id="rId20" Type="http://schemas.openxmlformats.org/officeDocument/2006/relationships/slide" Target="slides/slide16.xml"/><Relationship Id="rId42" Type="http://schemas.openxmlformats.org/officeDocument/2006/relationships/font" Target="fonts/FiraSansExtraCondensed-bold.fntdata"/><Relationship Id="rId41" Type="http://schemas.openxmlformats.org/officeDocument/2006/relationships/font" Target="fonts/FiraSansExtraCondensed-regular.fntdata"/><Relationship Id="rId22" Type="http://schemas.openxmlformats.org/officeDocument/2006/relationships/slide" Target="slides/slide18.xml"/><Relationship Id="rId44" Type="http://schemas.openxmlformats.org/officeDocument/2006/relationships/font" Target="fonts/FiraSansExtraCondensed-boldItalic.fntdata"/><Relationship Id="rId21" Type="http://schemas.openxmlformats.org/officeDocument/2006/relationships/slide" Target="slides/slide17.xml"/><Relationship Id="rId43" Type="http://schemas.openxmlformats.org/officeDocument/2006/relationships/font" Target="fonts/FiraSansExtraCondensed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Quantico-bold.fntdata"/><Relationship Id="rId10" Type="http://schemas.openxmlformats.org/officeDocument/2006/relationships/slide" Target="slides/slide6.xml"/><Relationship Id="rId32" Type="http://schemas.openxmlformats.org/officeDocument/2006/relationships/font" Target="fonts/Quantico-regular.fntdata"/><Relationship Id="rId13" Type="http://schemas.openxmlformats.org/officeDocument/2006/relationships/slide" Target="slides/slide9.xml"/><Relationship Id="rId35" Type="http://schemas.openxmlformats.org/officeDocument/2006/relationships/font" Target="fonts/Quantico-boldItalic.fntdata"/><Relationship Id="rId12" Type="http://schemas.openxmlformats.org/officeDocument/2006/relationships/slide" Target="slides/slide8.xml"/><Relationship Id="rId34" Type="http://schemas.openxmlformats.org/officeDocument/2006/relationships/font" Target="fonts/Quantico-italic.fntdata"/><Relationship Id="rId15" Type="http://schemas.openxmlformats.org/officeDocument/2006/relationships/slide" Target="slides/slide11.xml"/><Relationship Id="rId37" Type="http://schemas.openxmlformats.org/officeDocument/2006/relationships/font" Target="fonts/SourceCodePro-bold.fntdata"/><Relationship Id="rId14" Type="http://schemas.openxmlformats.org/officeDocument/2006/relationships/slide" Target="slides/slide10.xml"/><Relationship Id="rId36" Type="http://schemas.openxmlformats.org/officeDocument/2006/relationships/font" Target="fonts/SourceCodePro-regular.fntdata"/><Relationship Id="rId17" Type="http://schemas.openxmlformats.org/officeDocument/2006/relationships/slide" Target="slides/slide13.xml"/><Relationship Id="rId39" Type="http://schemas.openxmlformats.org/officeDocument/2006/relationships/font" Target="fonts/SourceCodePro-boldItalic.fntdata"/><Relationship Id="rId16" Type="http://schemas.openxmlformats.org/officeDocument/2006/relationships/slide" Target="slides/slide12.xml"/><Relationship Id="rId38" Type="http://schemas.openxmlformats.org/officeDocument/2006/relationships/font" Target="fonts/SourceCodePro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2424d02dd6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2424d02dd6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46d2582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246d2582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46d2582a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46d2582a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246d2582a4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246d2582a4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46d2582a4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246d2582a4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46d2582a4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46d2582a4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246d2582a4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246d2582a4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aabcfb13f6cd447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aabcfb13f6cd44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abcfb13f6cd44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abcfb13f6cd44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abcfb13f6cd44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aabcfb13f6cd44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246d2582a4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246d2582a4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46d2582a4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246d2582a4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46d2582a4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246d2582a4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46d2582a4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246d2582a4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46d2582a4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246d2582a4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246d2582a4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246d2582a4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246d2582a4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246d2582a4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246d2582a4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246d2582a4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246d2582a4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246d2582a4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46d2582a4_0_1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246d2582a4_0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246d2582a4_0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246d2582a4_0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246d2582a4_0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246d2582a4_0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246d2582a4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246d2582a4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246d2582a4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246d2582a4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246d2582a4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246d2582a4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246d2582a4_0_1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246d2582a4_0_1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fce7a87a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fce7a87a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00" y="0"/>
            <a:ext cx="91440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5731913" y="1906688"/>
            <a:ext cx="22251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809700"/>
            <a:ext cx="7704000" cy="25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5" name="Google Shape;25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7" name="Google Shape;37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7"/>
          <p:cNvSpPr txBox="1"/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4" name="Google Shape;44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0" name="Google Shape;50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7" name="Google Shape;57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4" name="Google Shape;64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úmero grande 1">
  <p:cSld name="BIG_NUMBER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70" name="Google Shape;70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97" name="Google Shape;97;p14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4"/>
          <p:cNvSpPr txBox="1"/>
          <p:nvPr>
            <p:ph type="ctrTitle"/>
          </p:nvPr>
        </p:nvSpPr>
        <p:spPr>
          <a:xfrm>
            <a:off x="1114016" y="1879714"/>
            <a:ext cx="3065100" cy="40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2" type="title"/>
          </p:nvPr>
        </p:nvSpPr>
        <p:spPr>
          <a:xfrm>
            <a:off x="1113997" y="1269525"/>
            <a:ext cx="1298700" cy="6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3" type="ctrTitle"/>
          </p:nvPr>
        </p:nvSpPr>
        <p:spPr>
          <a:xfrm>
            <a:off x="1114008" y="2892814"/>
            <a:ext cx="3065100" cy="40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hasCustomPrompt="1" idx="4" type="title"/>
          </p:nvPr>
        </p:nvSpPr>
        <p:spPr>
          <a:xfrm>
            <a:off x="1113997" y="2283824"/>
            <a:ext cx="1298700" cy="6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/>
          <p:nvPr>
            <p:ph idx="5" type="ctrTitle"/>
          </p:nvPr>
        </p:nvSpPr>
        <p:spPr>
          <a:xfrm>
            <a:off x="1114107" y="3908761"/>
            <a:ext cx="3065100" cy="40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hasCustomPrompt="1" idx="6" type="title"/>
          </p:nvPr>
        </p:nvSpPr>
        <p:spPr>
          <a:xfrm>
            <a:off x="1113998" y="3298125"/>
            <a:ext cx="1298700" cy="6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/>
          <p:nvPr>
            <p:ph hasCustomPrompt="1" idx="7" type="title"/>
          </p:nvPr>
        </p:nvSpPr>
        <p:spPr>
          <a:xfrm>
            <a:off x="4965997" y="1270125"/>
            <a:ext cx="1298700" cy="609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/>
          <p:nvPr>
            <p:ph idx="8" type="ctrTitle"/>
          </p:nvPr>
        </p:nvSpPr>
        <p:spPr>
          <a:xfrm>
            <a:off x="4966007" y="1879725"/>
            <a:ext cx="3065100" cy="404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9"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3" type="ctrTitle"/>
          </p:nvPr>
        </p:nvSpPr>
        <p:spPr>
          <a:xfrm>
            <a:off x="4966007" y="2892814"/>
            <a:ext cx="3065100" cy="40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09" name="Google Shape;109;p14"/>
          <p:cNvSpPr txBox="1"/>
          <p:nvPr>
            <p:ph hasCustomPrompt="1" idx="14" type="title"/>
          </p:nvPr>
        </p:nvSpPr>
        <p:spPr>
          <a:xfrm>
            <a:off x="4965997" y="2283824"/>
            <a:ext cx="1298700" cy="6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4"/>
          <p:cNvSpPr txBox="1"/>
          <p:nvPr>
            <p:ph hasCustomPrompt="1" idx="15" type="title"/>
          </p:nvPr>
        </p:nvSpPr>
        <p:spPr>
          <a:xfrm>
            <a:off x="4965997" y="3298125"/>
            <a:ext cx="1298700" cy="609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b="0"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14"/>
          <p:cNvSpPr txBox="1"/>
          <p:nvPr>
            <p:ph idx="16" type="ctrTitle"/>
          </p:nvPr>
        </p:nvSpPr>
        <p:spPr>
          <a:xfrm>
            <a:off x="4966007" y="3908750"/>
            <a:ext cx="3065100" cy="404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/>
        </p:txBody>
      </p:sp>
      <p:sp>
        <p:nvSpPr>
          <p:cNvPr id="112" name="Google Shape;112;p1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5"/>
          <p:cNvGrpSpPr/>
          <p:nvPr/>
        </p:nvGrpSpPr>
        <p:grpSpPr>
          <a:xfrm>
            <a:off x="1282950" y="650425"/>
            <a:ext cx="6578100" cy="3438300"/>
            <a:chOff x="772525" y="726625"/>
            <a:chExt cx="6578100" cy="3438300"/>
          </a:xfrm>
        </p:grpSpPr>
        <p:sp>
          <p:nvSpPr>
            <p:cNvPr id="118" name="Google Shape;118;p15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2848350" y="3365325"/>
            <a:ext cx="3447300" cy="962400"/>
            <a:chOff x="4924175" y="3441525"/>
            <a:chExt cx="3447300" cy="962400"/>
          </a:xfrm>
        </p:grpSpPr>
        <p:sp>
          <p:nvSpPr>
            <p:cNvPr id="121" name="Google Shape;121;p15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5"/>
          <p:cNvSpPr txBox="1"/>
          <p:nvPr/>
        </p:nvSpPr>
        <p:spPr>
          <a:xfrm>
            <a:off x="1414871" y="1639888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</a:t>
            </a:r>
            <a:endParaRPr sz="3600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7020763" y="24932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5" name="Google Shape;125;p15"/>
          <p:cNvSpPr txBox="1"/>
          <p:nvPr>
            <p:ph type="ctrTitle"/>
          </p:nvPr>
        </p:nvSpPr>
        <p:spPr>
          <a:xfrm>
            <a:off x="2062200" y="1662575"/>
            <a:ext cx="5019600" cy="12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Paradigmas de Programación</a:t>
            </a:r>
            <a:endParaRPr sz="3900">
              <a:solidFill>
                <a:schemeClr val="accent2"/>
              </a:solidFill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4</a:t>
            </a:r>
            <a:endParaRPr/>
          </a:p>
        </p:txBody>
      </p:sp>
      <p:grpSp>
        <p:nvGrpSpPr>
          <p:cNvPr id="127" name="Google Shape;127;p15"/>
          <p:cNvGrpSpPr/>
          <p:nvPr/>
        </p:nvGrpSpPr>
        <p:grpSpPr>
          <a:xfrm>
            <a:off x="488525" y="3098476"/>
            <a:ext cx="1864800" cy="718498"/>
            <a:chOff x="488525" y="3093501"/>
            <a:chExt cx="1864800" cy="718498"/>
          </a:xfrm>
        </p:grpSpPr>
        <p:grpSp>
          <p:nvGrpSpPr>
            <p:cNvPr id="128" name="Google Shape;128;p15"/>
            <p:cNvGrpSpPr/>
            <p:nvPr/>
          </p:nvGrpSpPr>
          <p:grpSpPr>
            <a:xfrm>
              <a:off x="488525" y="3093501"/>
              <a:ext cx="1864800" cy="718498"/>
              <a:chOff x="488525" y="3093501"/>
              <a:chExt cx="1864800" cy="718498"/>
            </a:xfrm>
          </p:grpSpPr>
          <p:sp>
            <p:nvSpPr>
              <p:cNvPr id="129" name="Google Shape;129;p15"/>
              <p:cNvSpPr/>
              <p:nvPr/>
            </p:nvSpPr>
            <p:spPr>
              <a:xfrm>
                <a:off x="488525" y="3348799"/>
                <a:ext cx="1864800" cy="463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488525" y="3093501"/>
                <a:ext cx="1864800" cy="255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15"/>
            <p:cNvGrpSpPr/>
            <p:nvPr/>
          </p:nvGrpSpPr>
          <p:grpSpPr>
            <a:xfrm>
              <a:off x="693113" y="3432625"/>
              <a:ext cx="1455642" cy="295547"/>
              <a:chOff x="704072" y="2828928"/>
              <a:chExt cx="1455642" cy="295547"/>
            </a:xfrm>
          </p:grpSpPr>
          <p:sp>
            <p:nvSpPr>
              <p:cNvPr id="132" name="Google Shape;132;p15"/>
              <p:cNvSpPr/>
              <p:nvPr/>
            </p:nvSpPr>
            <p:spPr>
              <a:xfrm>
                <a:off x="704072" y="2828928"/>
                <a:ext cx="295547" cy="295547"/>
              </a:xfrm>
              <a:custGeom>
                <a:rect b="b" l="l" r="r" t="t"/>
                <a:pathLst>
                  <a:path extrusionOk="0" h="3170" w="3170">
                    <a:moveTo>
                      <a:pt x="701" y="1"/>
                    </a:moveTo>
                    <a:cubicBezTo>
                      <a:pt x="301" y="1"/>
                      <a:pt x="1" y="334"/>
                      <a:pt x="1" y="701"/>
                    </a:cubicBezTo>
                    <a:lnTo>
                      <a:pt x="1" y="2436"/>
                    </a:lnTo>
                    <a:cubicBezTo>
                      <a:pt x="1" y="2869"/>
                      <a:pt x="334" y="3169"/>
                      <a:pt x="701" y="3169"/>
                    </a:cubicBezTo>
                    <a:lnTo>
                      <a:pt x="2469" y="3169"/>
                    </a:lnTo>
                    <a:cubicBezTo>
                      <a:pt x="2870" y="3169"/>
                      <a:pt x="3170" y="2836"/>
                      <a:pt x="3170" y="2436"/>
                    </a:cubicBezTo>
                    <a:lnTo>
                      <a:pt x="3170" y="701"/>
                    </a:lnTo>
                    <a:cubicBezTo>
                      <a:pt x="3170" y="267"/>
                      <a:pt x="2836" y="1"/>
                      <a:pt x="24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1095931" y="2922255"/>
                <a:ext cx="1063783" cy="21816"/>
              </a:xfrm>
              <a:custGeom>
                <a:rect b="b" l="l" r="r" t="t"/>
                <a:pathLst>
                  <a:path extrusionOk="0" h="234" w="11410">
                    <a:moveTo>
                      <a:pt x="134" y="0"/>
                    </a:moveTo>
                    <a:cubicBezTo>
                      <a:pt x="68" y="0"/>
                      <a:pt x="1" y="34"/>
                      <a:pt x="1" y="100"/>
                    </a:cubicBezTo>
                    <a:cubicBezTo>
                      <a:pt x="1" y="200"/>
                      <a:pt x="68" y="234"/>
                      <a:pt x="134" y="234"/>
                    </a:cubicBezTo>
                    <a:lnTo>
                      <a:pt x="11276" y="234"/>
                    </a:lnTo>
                    <a:cubicBezTo>
                      <a:pt x="11342" y="234"/>
                      <a:pt x="11409" y="200"/>
                      <a:pt x="11409" y="100"/>
                    </a:cubicBezTo>
                    <a:cubicBezTo>
                      <a:pt x="11409" y="34"/>
                      <a:pt x="11309" y="0"/>
                      <a:pt x="11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1095931" y="3003088"/>
                <a:ext cx="684327" cy="21910"/>
              </a:xfrm>
              <a:custGeom>
                <a:rect b="b" l="l" r="r" t="t"/>
                <a:pathLst>
                  <a:path extrusionOk="0" h="235" w="7340">
                    <a:moveTo>
                      <a:pt x="134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01"/>
                      <a:pt x="68" y="234"/>
                      <a:pt x="134" y="234"/>
                    </a:cubicBezTo>
                    <a:lnTo>
                      <a:pt x="7239" y="234"/>
                    </a:lnTo>
                    <a:cubicBezTo>
                      <a:pt x="7306" y="234"/>
                      <a:pt x="7339" y="201"/>
                      <a:pt x="7339" y="134"/>
                    </a:cubicBezTo>
                    <a:cubicBezTo>
                      <a:pt x="7339" y="67"/>
                      <a:pt x="7273" y="1"/>
                      <a:pt x="7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" name="Google Shape;135;p15"/>
            <p:cNvGrpSpPr/>
            <p:nvPr/>
          </p:nvGrpSpPr>
          <p:grpSpPr>
            <a:xfrm>
              <a:off x="1892128" y="3177685"/>
              <a:ext cx="361833" cy="86930"/>
              <a:chOff x="2513203" y="3027163"/>
              <a:chExt cx="361833" cy="86930"/>
            </a:xfrm>
          </p:grpSpPr>
          <p:sp>
            <p:nvSpPr>
              <p:cNvPr id="136" name="Google Shape;136;p15"/>
              <p:cNvSpPr/>
              <p:nvPr/>
            </p:nvSpPr>
            <p:spPr>
              <a:xfrm>
                <a:off x="2513203" y="3027163"/>
                <a:ext cx="88213" cy="86930"/>
              </a:xfrm>
              <a:custGeom>
                <a:rect b="b" l="l" r="r" t="t"/>
                <a:pathLst>
                  <a:path extrusionOk="0" h="2236" w="2269">
                    <a:moveTo>
                      <a:pt x="1134" y="1"/>
                    </a:moveTo>
                    <a:cubicBezTo>
                      <a:pt x="500" y="1"/>
                      <a:pt x="0" y="501"/>
                      <a:pt x="0" y="1101"/>
                    </a:cubicBezTo>
                    <a:cubicBezTo>
                      <a:pt x="0" y="1735"/>
                      <a:pt x="500" y="2236"/>
                      <a:pt x="1134" y="2236"/>
                    </a:cubicBezTo>
                    <a:cubicBezTo>
                      <a:pt x="1768" y="2236"/>
                      <a:pt x="2268" y="1735"/>
                      <a:pt x="2268" y="1101"/>
                    </a:cubicBezTo>
                    <a:cubicBezTo>
                      <a:pt x="2268" y="501"/>
                      <a:pt x="1768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2650635" y="3027163"/>
                <a:ext cx="88252" cy="86930"/>
              </a:xfrm>
              <a:custGeom>
                <a:rect b="b" l="l" r="r" t="t"/>
                <a:pathLst>
                  <a:path extrusionOk="0" h="2236" w="2270">
                    <a:moveTo>
                      <a:pt x="1135" y="1"/>
                    </a:moveTo>
                    <a:cubicBezTo>
                      <a:pt x="501" y="1"/>
                      <a:pt x="1" y="501"/>
                      <a:pt x="1" y="1101"/>
                    </a:cubicBezTo>
                    <a:cubicBezTo>
                      <a:pt x="1" y="1735"/>
                      <a:pt x="501" y="2236"/>
                      <a:pt x="1135" y="2236"/>
                    </a:cubicBezTo>
                    <a:cubicBezTo>
                      <a:pt x="1769" y="2236"/>
                      <a:pt x="2269" y="1735"/>
                      <a:pt x="2269" y="1101"/>
                    </a:cubicBezTo>
                    <a:cubicBezTo>
                      <a:pt x="2269" y="501"/>
                      <a:pt x="1736" y="1"/>
                      <a:pt x="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786822" y="3027163"/>
                <a:ext cx="88213" cy="86930"/>
              </a:xfrm>
              <a:custGeom>
                <a:rect b="b" l="l" r="r" t="t"/>
                <a:pathLst>
                  <a:path extrusionOk="0" h="2236" w="2269">
                    <a:moveTo>
                      <a:pt x="1135" y="1"/>
                    </a:moveTo>
                    <a:cubicBezTo>
                      <a:pt x="501" y="1"/>
                      <a:pt x="0" y="501"/>
                      <a:pt x="0" y="1101"/>
                    </a:cubicBezTo>
                    <a:cubicBezTo>
                      <a:pt x="0" y="1735"/>
                      <a:pt x="501" y="2236"/>
                      <a:pt x="1135" y="2236"/>
                    </a:cubicBezTo>
                    <a:cubicBezTo>
                      <a:pt x="1768" y="2236"/>
                      <a:pt x="2269" y="1735"/>
                      <a:pt x="2269" y="1101"/>
                    </a:cubicBezTo>
                    <a:cubicBezTo>
                      <a:pt x="2269" y="501"/>
                      <a:pt x="1768" y="1"/>
                      <a:pt x="1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ctrTitle"/>
          </p:nvPr>
        </p:nvSpPr>
        <p:spPr>
          <a:xfrm>
            <a:off x="963650" y="1322300"/>
            <a:ext cx="7295100" cy="30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Colecciones. Mensajes más comunes.</a:t>
            </a:r>
            <a:endParaRPr/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Especificación e Implementación clase compuesta.</a:t>
            </a:r>
            <a:endParaRPr/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Desarrollo de aplicación en Dolphin.</a:t>
            </a:r>
            <a:endParaRPr/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Iteradores de colección.</a:t>
            </a:r>
            <a:endParaRPr/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Diccionario.</a:t>
            </a:r>
            <a:endParaRPr/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Ejercicios para resolver.</a:t>
            </a:r>
            <a:endParaRPr/>
          </a:p>
        </p:txBody>
      </p:sp>
      <p:sp>
        <p:nvSpPr>
          <p:cNvPr id="144" name="Google Shape;144;p16"/>
          <p:cNvSpPr txBox="1"/>
          <p:nvPr>
            <p:ph idx="9"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 </a:t>
            </a:r>
            <a:r>
              <a:rPr lang="en"/>
              <a:t>Clase 4 - POO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7"/>
          <p:cNvGrpSpPr/>
          <p:nvPr/>
        </p:nvGrpSpPr>
        <p:grpSpPr>
          <a:xfrm>
            <a:off x="772525" y="690738"/>
            <a:ext cx="6578100" cy="3438300"/>
            <a:chOff x="772525" y="726625"/>
            <a:chExt cx="6578100" cy="3438300"/>
          </a:xfrm>
        </p:grpSpPr>
        <p:sp>
          <p:nvSpPr>
            <p:cNvPr id="150" name="Google Shape;150;p17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153" name="Google Shape;153;p17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6113359" y="1302373"/>
            <a:ext cx="1869448" cy="1952840"/>
            <a:chOff x="-227375" y="1029588"/>
            <a:chExt cx="4718446" cy="4667400"/>
          </a:xfrm>
        </p:grpSpPr>
        <p:sp>
          <p:nvSpPr>
            <p:cNvPr id="156" name="Google Shape;156;p17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7"/>
          <p:cNvSpPr txBox="1"/>
          <p:nvPr>
            <p:ph type="title"/>
          </p:nvPr>
        </p:nvSpPr>
        <p:spPr>
          <a:xfrm>
            <a:off x="1919224" y="955073"/>
            <a:ext cx="3525300" cy="89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Repaso</a:t>
            </a:r>
            <a:endParaRPr sz="4600"/>
          </a:p>
        </p:txBody>
      </p:sp>
      <p:sp>
        <p:nvSpPr>
          <p:cNvPr id="159" name="Google Shape;159;p17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161" name="Google Shape;161;p17"/>
          <p:cNvGrpSpPr/>
          <p:nvPr/>
        </p:nvGrpSpPr>
        <p:grpSpPr>
          <a:xfrm>
            <a:off x="6605030" y="1846186"/>
            <a:ext cx="1134024" cy="1127407"/>
            <a:chOff x="4667216" y="2915382"/>
            <a:chExt cx="320273" cy="318395"/>
          </a:xfrm>
        </p:grpSpPr>
        <p:sp>
          <p:nvSpPr>
            <p:cNvPr id="162" name="Google Shape;162;p17"/>
            <p:cNvSpPr/>
            <p:nvPr/>
          </p:nvSpPr>
          <p:spPr>
            <a:xfrm>
              <a:off x="4686154" y="2938140"/>
              <a:ext cx="166789" cy="163734"/>
            </a:xfrm>
            <a:custGeom>
              <a:rect b="b" l="l" r="r" t="t"/>
              <a:pathLst>
                <a:path extrusionOk="0" h="5144" w="5240">
                  <a:moveTo>
                    <a:pt x="2668" y="0"/>
                  </a:moveTo>
                  <a:cubicBezTo>
                    <a:pt x="2013" y="0"/>
                    <a:pt x="1358" y="250"/>
                    <a:pt x="858" y="750"/>
                  </a:cubicBezTo>
                  <a:cubicBezTo>
                    <a:pt x="620" y="989"/>
                    <a:pt x="429" y="1286"/>
                    <a:pt x="298" y="1608"/>
                  </a:cubicBezTo>
                  <a:cubicBezTo>
                    <a:pt x="263" y="1679"/>
                    <a:pt x="298" y="1762"/>
                    <a:pt x="370" y="1798"/>
                  </a:cubicBezTo>
                  <a:cubicBezTo>
                    <a:pt x="388" y="1804"/>
                    <a:pt x="407" y="1807"/>
                    <a:pt x="426" y="1807"/>
                  </a:cubicBezTo>
                  <a:cubicBezTo>
                    <a:pt x="484" y="1807"/>
                    <a:pt x="542" y="1780"/>
                    <a:pt x="560" y="1727"/>
                  </a:cubicBezTo>
                  <a:cubicBezTo>
                    <a:pt x="679" y="1441"/>
                    <a:pt x="846" y="1191"/>
                    <a:pt x="1060" y="977"/>
                  </a:cubicBezTo>
                  <a:cubicBezTo>
                    <a:pt x="1495" y="536"/>
                    <a:pt x="2075" y="316"/>
                    <a:pt x="2656" y="316"/>
                  </a:cubicBezTo>
                  <a:cubicBezTo>
                    <a:pt x="3236" y="316"/>
                    <a:pt x="3817" y="536"/>
                    <a:pt x="4251" y="977"/>
                  </a:cubicBezTo>
                  <a:cubicBezTo>
                    <a:pt x="4692" y="1405"/>
                    <a:pt x="4930" y="1977"/>
                    <a:pt x="4930" y="2584"/>
                  </a:cubicBezTo>
                  <a:cubicBezTo>
                    <a:pt x="4930" y="3191"/>
                    <a:pt x="4692" y="3763"/>
                    <a:pt x="4251" y="4191"/>
                  </a:cubicBezTo>
                  <a:cubicBezTo>
                    <a:pt x="3823" y="4620"/>
                    <a:pt x="3263" y="4858"/>
                    <a:pt x="2644" y="4858"/>
                  </a:cubicBezTo>
                  <a:cubicBezTo>
                    <a:pt x="2037" y="4858"/>
                    <a:pt x="1477" y="4620"/>
                    <a:pt x="1037" y="4191"/>
                  </a:cubicBezTo>
                  <a:cubicBezTo>
                    <a:pt x="536" y="3679"/>
                    <a:pt x="298" y="2989"/>
                    <a:pt x="405" y="2274"/>
                  </a:cubicBezTo>
                  <a:cubicBezTo>
                    <a:pt x="417" y="2191"/>
                    <a:pt x="358" y="2120"/>
                    <a:pt x="286" y="2108"/>
                  </a:cubicBezTo>
                  <a:cubicBezTo>
                    <a:pt x="279" y="2107"/>
                    <a:pt x="272" y="2106"/>
                    <a:pt x="265" y="2106"/>
                  </a:cubicBezTo>
                  <a:cubicBezTo>
                    <a:pt x="191" y="2106"/>
                    <a:pt x="131" y="2162"/>
                    <a:pt x="120" y="2227"/>
                  </a:cubicBezTo>
                  <a:cubicBezTo>
                    <a:pt x="1" y="3024"/>
                    <a:pt x="263" y="3822"/>
                    <a:pt x="846" y="4394"/>
                  </a:cubicBezTo>
                  <a:cubicBezTo>
                    <a:pt x="1334" y="4894"/>
                    <a:pt x="1977" y="5144"/>
                    <a:pt x="2668" y="5144"/>
                  </a:cubicBezTo>
                  <a:cubicBezTo>
                    <a:pt x="3346" y="5144"/>
                    <a:pt x="3989" y="4870"/>
                    <a:pt x="4477" y="4394"/>
                  </a:cubicBezTo>
                  <a:cubicBezTo>
                    <a:pt x="4966" y="3906"/>
                    <a:pt x="5228" y="3263"/>
                    <a:pt x="5228" y="2584"/>
                  </a:cubicBezTo>
                  <a:cubicBezTo>
                    <a:pt x="5239" y="1870"/>
                    <a:pt x="4966" y="1227"/>
                    <a:pt x="4477" y="750"/>
                  </a:cubicBezTo>
                  <a:cubicBezTo>
                    <a:pt x="3977" y="250"/>
                    <a:pt x="3323" y="0"/>
                    <a:pt x="2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4667216" y="2915382"/>
              <a:ext cx="320273" cy="318395"/>
            </a:xfrm>
            <a:custGeom>
              <a:rect b="b" l="l" r="r" t="t"/>
              <a:pathLst>
                <a:path extrusionOk="0" h="10003" w="10062">
                  <a:moveTo>
                    <a:pt x="5668" y="5502"/>
                  </a:moveTo>
                  <a:lnTo>
                    <a:pt x="5977" y="5811"/>
                  </a:lnTo>
                  <a:lnTo>
                    <a:pt x="5799" y="5990"/>
                  </a:lnTo>
                  <a:lnTo>
                    <a:pt x="5489" y="5680"/>
                  </a:lnTo>
                  <a:lnTo>
                    <a:pt x="5584" y="5585"/>
                  </a:lnTo>
                  <a:lnTo>
                    <a:pt x="5668" y="5502"/>
                  </a:lnTo>
                  <a:close/>
                  <a:moveTo>
                    <a:pt x="8347" y="7597"/>
                  </a:moveTo>
                  <a:lnTo>
                    <a:pt x="8501" y="7752"/>
                  </a:lnTo>
                  <a:lnTo>
                    <a:pt x="7739" y="8502"/>
                  </a:lnTo>
                  <a:lnTo>
                    <a:pt x="7585" y="8359"/>
                  </a:lnTo>
                  <a:lnTo>
                    <a:pt x="8347" y="7597"/>
                  </a:lnTo>
                  <a:close/>
                  <a:moveTo>
                    <a:pt x="8704" y="7954"/>
                  </a:moveTo>
                  <a:lnTo>
                    <a:pt x="8894" y="8157"/>
                  </a:lnTo>
                  <a:lnTo>
                    <a:pt x="8132" y="8907"/>
                  </a:lnTo>
                  <a:lnTo>
                    <a:pt x="7989" y="8764"/>
                  </a:lnTo>
                  <a:lnTo>
                    <a:pt x="7942" y="8716"/>
                  </a:lnTo>
                  <a:lnTo>
                    <a:pt x="8704" y="7954"/>
                  </a:lnTo>
                  <a:close/>
                  <a:moveTo>
                    <a:pt x="9097" y="8359"/>
                  </a:moveTo>
                  <a:lnTo>
                    <a:pt x="9621" y="8895"/>
                  </a:lnTo>
                  <a:cubicBezTo>
                    <a:pt x="9728" y="8966"/>
                    <a:pt x="9728" y="9121"/>
                    <a:pt x="9644" y="9228"/>
                  </a:cubicBezTo>
                  <a:lnTo>
                    <a:pt x="9216" y="9657"/>
                  </a:lnTo>
                  <a:cubicBezTo>
                    <a:pt x="9168" y="9699"/>
                    <a:pt x="9109" y="9719"/>
                    <a:pt x="9048" y="9719"/>
                  </a:cubicBezTo>
                  <a:cubicBezTo>
                    <a:pt x="8987" y="9719"/>
                    <a:pt x="8924" y="9699"/>
                    <a:pt x="8871" y="9657"/>
                  </a:cubicBezTo>
                  <a:lnTo>
                    <a:pt x="8335" y="9121"/>
                  </a:lnTo>
                  <a:lnTo>
                    <a:pt x="9097" y="8359"/>
                  </a:lnTo>
                  <a:close/>
                  <a:moveTo>
                    <a:pt x="3282" y="1"/>
                  </a:moveTo>
                  <a:cubicBezTo>
                    <a:pt x="2441" y="1"/>
                    <a:pt x="1602" y="322"/>
                    <a:pt x="965" y="965"/>
                  </a:cubicBezTo>
                  <a:cubicBezTo>
                    <a:pt x="334" y="1584"/>
                    <a:pt x="0" y="2406"/>
                    <a:pt x="0" y="3287"/>
                  </a:cubicBezTo>
                  <a:cubicBezTo>
                    <a:pt x="0" y="4156"/>
                    <a:pt x="334" y="4978"/>
                    <a:pt x="965" y="5609"/>
                  </a:cubicBezTo>
                  <a:cubicBezTo>
                    <a:pt x="1608" y="6240"/>
                    <a:pt x="2441" y="6573"/>
                    <a:pt x="3286" y="6573"/>
                  </a:cubicBezTo>
                  <a:cubicBezTo>
                    <a:pt x="3989" y="6573"/>
                    <a:pt x="4703" y="6347"/>
                    <a:pt x="5275" y="5883"/>
                  </a:cubicBezTo>
                  <a:lnTo>
                    <a:pt x="5608" y="6216"/>
                  </a:lnTo>
                  <a:cubicBezTo>
                    <a:pt x="5477" y="6418"/>
                    <a:pt x="5501" y="6692"/>
                    <a:pt x="5680" y="6871"/>
                  </a:cubicBezTo>
                  <a:lnTo>
                    <a:pt x="6370" y="7561"/>
                  </a:lnTo>
                  <a:cubicBezTo>
                    <a:pt x="6400" y="7585"/>
                    <a:pt x="6436" y="7597"/>
                    <a:pt x="6471" y="7597"/>
                  </a:cubicBezTo>
                  <a:cubicBezTo>
                    <a:pt x="6507" y="7597"/>
                    <a:pt x="6543" y="7585"/>
                    <a:pt x="6573" y="7561"/>
                  </a:cubicBezTo>
                  <a:cubicBezTo>
                    <a:pt x="6632" y="7502"/>
                    <a:pt x="6632" y="7407"/>
                    <a:pt x="6573" y="7347"/>
                  </a:cubicBezTo>
                  <a:lnTo>
                    <a:pt x="5894" y="6668"/>
                  </a:lnTo>
                  <a:cubicBezTo>
                    <a:pt x="5799" y="6573"/>
                    <a:pt x="5799" y="6418"/>
                    <a:pt x="5894" y="6323"/>
                  </a:cubicBezTo>
                  <a:lnTo>
                    <a:pt x="6323" y="5895"/>
                  </a:lnTo>
                  <a:cubicBezTo>
                    <a:pt x="6370" y="5847"/>
                    <a:pt x="6430" y="5811"/>
                    <a:pt x="6489" y="5811"/>
                  </a:cubicBezTo>
                  <a:cubicBezTo>
                    <a:pt x="6549" y="5811"/>
                    <a:pt x="6608" y="5847"/>
                    <a:pt x="6644" y="5895"/>
                  </a:cubicBezTo>
                  <a:lnTo>
                    <a:pt x="8156" y="7395"/>
                  </a:lnTo>
                  <a:lnTo>
                    <a:pt x="7394" y="8157"/>
                  </a:lnTo>
                  <a:lnTo>
                    <a:pt x="6966" y="7716"/>
                  </a:lnTo>
                  <a:cubicBezTo>
                    <a:pt x="6936" y="7686"/>
                    <a:pt x="6897" y="7672"/>
                    <a:pt x="6858" y="7672"/>
                  </a:cubicBezTo>
                  <a:cubicBezTo>
                    <a:pt x="6820" y="7672"/>
                    <a:pt x="6781" y="7686"/>
                    <a:pt x="6751" y="7716"/>
                  </a:cubicBezTo>
                  <a:cubicBezTo>
                    <a:pt x="6692" y="7776"/>
                    <a:pt x="6692" y="7871"/>
                    <a:pt x="6751" y="7930"/>
                  </a:cubicBezTo>
                  <a:lnTo>
                    <a:pt x="8668" y="9847"/>
                  </a:lnTo>
                  <a:cubicBezTo>
                    <a:pt x="8775" y="9955"/>
                    <a:pt x="8906" y="10002"/>
                    <a:pt x="9049" y="10002"/>
                  </a:cubicBezTo>
                  <a:cubicBezTo>
                    <a:pt x="9180" y="10002"/>
                    <a:pt x="9311" y="9955"/>
                    <a:pt x="9418" y="9847"/>
                  </a:cubicBezTo>
                  <a:lnTo>
                    <a:pt x="9847" y="9419"/>
                  </a:lnTo>
                  <a:cubicBezTo>
                    <a:pt x="10061" y="9228"/>
                    <a:pt x="10061" y="8883"/>
                    <a:pt x="9847" y="8669"/>
                  </a:cubicBezTo>
                  <a:lnTo>
                    <a:pt x="6858" y="5680"/>
                  </a:lnTo>
                  <a:cubicBezTo>
                    <a:pt x="6751" y="5573"/>
                    <a:pt x="6620" y="5525"/>
                    <a:pt x="6489" y="5525"/>
                  </a:cubicBezTo>
                  <a:cubicBezTo>
                    <a:pt x="6382" y="5525"/>
                    <a:pt x="6299" y="5561"/>
                    <a:pt x="6204" y="5609"/>
                  </a:cubicBezTo>
                  <a:lnTo>
                    <a:pt x="5870" y="5275"/>
                  </a:lnTo>
                  <a:cubicBezTo>
                    <a:pt x="6144" y="4930"/>
                    <a:pt x="6334" y="4537"/>
                    <a:pt x="6454" y="4097"/>
                  </a:cubicBezTo>
                  <a:cubicBezTo>
                    <a:pt x="6465" y="4025"/>
                    <a:pt x="6430" y="3942"/>
                    <a:pt x="6346" y="3918"/>
                  </a:cubicBezTo>
                  <a:cubicBezTo>
                    <a:pt x="6339" y="3917"/>
                    <a:pt x="6332" y="3916"/>
                    <a:pt x="6324" y="3916"/>
                  </a:cubicBezTo>
                  <a:cubicBezTo>
                    <a:pt x="6258" y="3916"/>
                    <a:pt x="6189" y="3961"/>
                    <a:pt x="6168" y="4025"/>
                  </a:cubicBezTo>
                  <a:cubicBezTo>
                    <a:pt x="6037" y="4537"/>
                    <a:pt x="5775" y="5013"/>
                    <a:pt x="5394" y="5383"/>
                  </a:cubicBezTo>
                  <a:cubicBezTo>
                    <a:pt x="4816" y="5960"/>
                    <a:pt x="4051" y="6249"/>
                    <a:pt x="3285" y="6249"/>
                  </a:cubicBezTo>
                  <a:cubicBezTo>
                    <a:pt x="2519" y="6249"/>
                    <a:pt x="1751" y="5960"/>
                    <a:pt x="1167" y="5383"/>
                  </a:cubicBezTo>
                  <a:cubicBezTo>
                    <a:pt x="608" y="4823"/>
                    <a:pt x="298" y="4073"/>
                    <a:pt x="298" y="3263"/>
                  </a:cubicBezTo>
                  <a:cubicBezTo>
                    <a:pt x="298" y="2466"/>
                    <a:pt x="608" y="1715"/>
                    <a:pt x="1167" y="1156"/>
                  </a:cubicBezTo>
                  <a:cubicBezTo>
                    <a:pt x="1751" y="572"/>
                    <a:pt x="2519" y="281"/>
                    <a:pt x="3285" y="281"/>
                  </a:cubicBezTo>
                  <a:cubicBezTo>
                    <a:pt x="4051" y="281"/>
                    <a:pt x="4816" y="572"/>
                    <a:pt x="5394" y="1156"/>
                  </a:cubicBezTo>
                  <a:cubicBezTo>
                    <a:pt x="6013" y="1763"/>
                    <a:pt x="6323" y="2608"/>
                    <a:pt x="6263" y="3478"/>
                  </a:cubicBezTo>
                  <a:cubicBezTo>
                    <a:pt x="6263" y="3549"/>
                    <a:pt x="6323" y="3620"/>
                    <a:pt x="6394" y="3644"/>
                  </a:cubicBezTo>
                  <a:cubicBezTo>
                    <a:pt x="6465" y="3644"/>
                    <a:pt x="6549" y="3585"/>
                    <a:pt x="6561" y="3501"/>
                  </a:cubicBezTo>
                  <a:cubicBezTo>
                    <a:pt x="6620" y="2549"/>
                    <a:pt x="6275" y="1632"/>
                    <a:pt x="5608" y="965"/>
                  </a:cubicBezTo>
                  <a:cubicBezTo>
                    <a:pt x="4965" y="322"/>
                    <a:pt x="4123" y="1"/>
                    <a:pt x="3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4733899" y="2960772"/>
              <a:ext cx="75469" cy="86546"/>
            </a:xfrm>
            <a:custGeom>
              <a:rect b="b" l="l" r="r" t="t"/>
              <a:pathLst>
                <a:path extrusionOk="0" h="2719" w="2371">
                  <a:moveTo>
                    <a:pt x="1218" y="276"/>
                  </a:moveTo>
                  <a:cubicBezTo>
                    <a:pt x="1233" y="276"/>
                    <a:pt x="1248" y="277"/>
                    <a:pt x="1263" y="278"/>
                  </a:cubicBezTo>
                  <a:cubicBezTo>
                    <a:pt x="1703" y="313"/>
                    <a:pt x="2061" y="647"/>
                    <a:pt x="2084" y="1099"/>
                  </a:cubicBezTo>
                  <a:cubicBezTo>
                    <a:pt x="2073" y="1456"/>
                    <a:pt x="1858" y="1802"/>
                    <a:pt x="1537" y="1944"/>
                  </a:cubicBezTo>
                  <a:cubicBezTo>
                    <a:pt x="1430" y="1992"/>
                    <a:pt x="1370" y="2099"/>
                    <a:pt x="1370" y="2218"/>
                  </a:cubicBezTo>
                  <a:cubicBezTo>
                    <a:pt x="1370" y="2313"/>
                    <a:pt x="1275" y="2409"/>
                    <a:pt x="1180" y="2409"/>
                  </a:cubicBezTo>
                  <a:cubicBezTo>
                    <a:pt x="1072" y="2409"/>
                    <a:pt x="989" y="2313"/>
                    <a:pt x="989" y="2218"/>
                  </a:cubicBezTo>
                  <a:cubicBezTo>
                    <a:pt x="989" y="1944"/>
                    <a:pt x="1132" y="1694"/>
                    <a:pt x="1382" y="1587"/>
                  </a:cubicBezTo>
                  <a:cubicBezTo>
                    <a:pt x="1561" y="1504"/>
                    <a:pt x="1680" y="1325"/>
                    <a:pt x="1668" y="1111"/>
                  </a:cubicBezTo>
                  <a:cubicBezTo>
                    <a:pt x="1656" y="873"/>
                    <a:pt x="1465" y="682"/>
                    <a:pt x="1227" y="670"/>
                  </a:cubicBezTo>
                  <a:lnTo>
                    <a:pt x="1191" y="670"/>
                  </a:lnTo>
                  <a:cubicBezTo>
                    <a:pt x="1072" y="670"/>
                    <a:pt x="953" y="706"/>
                    <a:pt x="870" y="801"/>
                  </a:cubicBezTo>
                  <a:cubicBezTo>
                    <a:pt x="763" y="885"/>
                    <a:pt x="715" y="1028"/>
                    <a:pt x="715" y="1159"/>
                  </a:cubicBezTo>
                  <a:cubicBezTo>
                    <a:pt x="715" y="1266"/>
                    <a:pt x="632" y="1349"/>
                    <a:pt x="525" y="1349"/>
                  </a:cubicBezTo>
                  <a:cubicBezTo>
                    <a:pt x="418" y="1349"/>
                    <a:pt x="334" y="1266"/>
                    <a:pt x="334" y="1159"/>
                  </a:cubicBezTo>
                  <a:cubicBezTo>
                    <a:pt x="334" y="920"/>
                    <a:pt x="429" y="682"/>
                    <a:pt x="608" y="516"/>
                  </a:cubicBezTo>
                  <a:cubicBezTo>
                    <a:pt x="775" y="359"/>
                    <a:pt x="995" y="276"/>
                    <a:pt x="1218" y="276"/>
                  </a:cubicBezTo>
                  <a:close/>
                  <a:moveTo>
                    <a:pt x="1163" y="0"/>
                  </a:moveTo>
                  <a:cubicBezTo>
                    <a:pt x="872" y="0"/>
                    <a:pt x="586" y="108"/>
                    <a:pt x="370" y="313"/>
                  </a:cubicBezTo>
                  <a:cubicBezTo>
                    <a:pt x="132" y="539"/>
                    <a:pt x="1" y="849"/>
                    <a:pt x="1" y="1159"/>
                  </a:cubicBezTo>
                  <a:cubicBezTo>
                    <a:pt x="1" y="1432"/>
                    <a:pt x="227" y="1647"/>
                    <a:pt x="489" y="1647"/>
                  </a:cubicBezTo>
                  <a:cubicBezTo>
                    <a:pt x="763" y="1647"/>
                    <a:pt x="989" y="1432"/>
                    <a:pt x="989" y="1159"/>
                  </a:cubicBezTo>
                  <a:cubicBezTo>
                    <a:pt x="989" y="1099"/>
                    <a:pt x="1001" y="1051"/>
                    <a:pt x="1049" y="1028"/>
                  </a:cubicBezTo>
                  <a:cubicBezTo>
                    <a:pt x="1078" y="998"/>
                    <a:pt x="1115" y="977"/>
                    <a:pt x="1161" y="977"/>
                  </a:cubicBezTo>
                  <a:cubicBezTo>
                    <a:pt x="1171" y="977"/>
                    <a:pt x="1181" y="978"/>
                    <a:pt x="1191" y="980"/>
                  </a:cubicBezTo>
                  <a:cubicBezTo>
                    <a:pt x="1287" y="980"/>
                    <a:pt x="1358" y="1075"/>
                    <a:pt x="1370" y="1159"/>
                  </a:cubicBezTo>
                  <a:cubicBezTo>
                    <a:pt x="1370" y="1230"/>
                    <a:pt x="1322" y="1313"/>
                    <a:pt x="1263" y="1337"/>
                  </a:cubicBezTo>
                  <a:cubicBezTo>
                    <a:pt x="930" y="1504"/>
                    <a:pt x="703" y="1849"/>
                    <a:pt x="703" y="2230"/>
                  </a:cubicBezTo>
                  <a:cubicBezTo>
                    <a:pt x="703" y="2504"/>
                    <a:pt x="930" y="2718"/>
                    <a:pt x="1191" y="2718"/>
                  </a:cubicBezTo>
                  <a:cubicBezTo>
                    <a:pt x="1465" y="2718"/>
                    <a:pt x="1680" y="2504"/>
                    <a:pt x="1680" y="2230"/>
                  </a:cubicBezTo>
                  <a:lnTo>
                    <a:pt x="1680" y="2218"/>
                  </a:lnTo>
                  <a:cubicBezTo>
                    <a:pt x="2096" y="2004"/>
                    <a:pt x="2370" y="1563"/>
                    <a:pt x="2334" y="1087"/>
                  </a:cubicBezTo>
                  <a:cubicBezTo>
                    <a:pt x="2311" y="504"/>
                    <a:pt x="1834" y="27"/>
                    <a:pt x="1251" y="4"/>
                  </a:cubicBezTo>
                  <a:cubicBezTo>
                    <a:pt x="1222" y="1"/>
                    <a:pt x="1192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4755894" y="3048431"/>
              <a:ext cx="31098" cy="32244"/>
            </a:xfrm>
            <a:custGeom>
              <a:rect b="b" l="l" r="r" t="t"/>
              <a:pathLst>
                <a:path extrusionOk="0" h="1013" w="977">
                  <a:moveTo>
                    <a:pt x="489" y="298"/>
                  </a:moveTo>
                  <a:cubicBezTo>
                    <a:pt x="596" y="298"/>
                    <a:pt x="679" y="381"/>
                    <a:pt x="679" y="488"/>
                  </a:cubicBezTo>
                  <a:lnTo>
                    <a:pt x="679" y="500"/>
                  </a:lnTo>
                  <a:cubicBezTo>
                    <a:pt x="679" y="607"/>
                    <a:pt x="596" y="702"/>
                    <a:pt x="489" y="702"/>
                  </a:cubicBezTo>
                  <a:cubicBezTo>
                    <a:pt x="381" y="702"/>
                    <a:pt x="298" y="607"/>
                    <a:pt x="298" y="500"/>
                  </a:cubicBezTo>
                  <a:lnTo>
                    <a:pt x="298" y="488"/>
                  </a:lnTo>
                  <a:cubicBezTo>
                    <a:pt x="298" y="381"/>
                    <a:pt x="381" y="298"/>
                    <a:pt x="489" y="298"/>
                  </a:cubicBezTo>
                  <a:close/>
                  <a:moveTo>
                    <a:pt x="489" y="0"/>
                  </a:moveTo>
                  <a:cubicBezTo>
                    <a:pt x="215" y="0"/>
                    <a:pt x="0" y="226"/>
                    <a:pt x="0" y="488"/>
                  </a:cubicBezTo>
                  <a:lnTo>
                    <a:pt x="0" y="524"/>
                  </a:lnTo>
                  <a:cubicBezTo>
                    <a:pt x="0" y="786"/>
                    <a:pt x="215" y="1012"/>
                    <a:pt x="489" y="1012"/>
                  </a:cubicBezTo>
                  <a:cubicBezTo>
                    <a:pt x="751" y="1012"/>
                    <a:pt x="977" y="786"/>
                    <a:pt x="977" y="524"/>
                  </a:cubicBezTo>
                  <a:lnTo>
                    <a:pt x="977" y="488"/>
                  </a:lnTo>
                  <a:cubicBezTo>
                    <a:pt x="977" y="226"/>
                    <a:pt x="751" y="0"/>
                    <a:pt x="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7"/>
          <p:cNvSpPr txBox="1"/>
          <p:nvPr/>
        </p:nvSpPr>
        <p:spPr>
          <a:xfrm>
            <a:off x="1541567" y="18460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Mensajes más comunes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513550" y="2325450"/>
            <a:ext cx="178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Clase simple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525596" y="2818050"/>
            <a:ext cx="81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Rolo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8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74" name="Google Shape;174;p18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18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177" name="Google Shape;177;p18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18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180" name="Google Shape;180;p18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8"/>
          <p:cNvSpPr txBox="1"/>
          <p:nvPr>
            <p:ph type="title"/>
          </p:nvPr>
        </p:nvSpPr>
        <p:spPr>
          <a:xfrm>
            <a:off x="1045150" y="1866000"/>
            <a:ext cx="4161000" cy="82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Colecciones</a:t>
            </a:r>
            <a:endParaRPr sz="4600"/>
          </a:p>
        </p:txBody>
      </p:sp>
      <p:sp>
        <p:nvSpPr>
          <p:cNvPr id="183" name="Google Shape;183;p18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accent2"/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185" name="Google Shape;185;p18"/>
          <p:cNvGrpSpPr/>
          <p:nvPr/>
        </p:nvGrpSpPr>
        <p:grpSpPr>
          <a:xfrm>
            <a:off x="6163966" y="1757447"/>
            <a:ext cx="1077308" cy="1234170"/>
            <a:chOff x="859262" y="3353920"/>
            <a:chExt cx="306759" cy="351445"/>
          </a:xfrm>
        </p:grpSpPr>
        <p:sp>
          <p:nvSpPr>
            <p:cNvPr id="186" name="Google Shape;186;p18"/>
            <p:cNvSpPr/>
            <p:nvPr/>
          </p:nvSpPr>
          <p:spPr>
            <a:xfrm>
              <a:off x="859262" y="3415718"/>
              <a:ext cx="132563" cy="205937"/>
            </a:xfrm>
            <a:custGeom>
              <a:rect b="b" l="l" r="r" t="t"/>
              <a:pathLst>
                <a:path extrusionOk="0" h="6475" w="4168">
                  <a:moveTo>
                    <a:pt x="1444" y="0"/>
                  </a:moveTo>
                  <a:cubicBezTo>
                    <a:pt x="1418" y="0"/>
                    <a:pt x="1392" y="7"/>
                    <a:pt x="1369" y="22"/>
                  </a:cubicBezTo>
                  <a:lnTo>
                    <a:pt x="262" y="665"/>
                  </a:lnTo>
                  <a:cubicBezTo>
                    <a:pt x="0" y="808"/>
                    <a:pt x="0" y="1200"/>
                    <a:pt x="262" y="1367"/>
                  </a:cubicBezTo>
                  <a:lnTo>
                    <a:pt x="1143" y="1867"/>
                  </a:lnTo>
                  <a:lnTo>
                    <a:pt x="429" y="2284"/>
                  </a:lnTo>
                  <a:cubicBezTo>
                    <a:pt x="83" y="2474"/>
                    <a:pt x="83" y="2974"/>
                    <a:pt x="429" y="3165"/>
                  </a:cubicBezTo>
                  <a:lnTo>
                    <a:pt x="1167" y="3594"/>
                  </a:lnTo>
                  <a:lnTo>
                    <a:pt x="417" y="4022"/>
                  </a:lnTo>
                  <a:cubicBezTo>
                    <a:pt x="71" y="4225"/>
                    <a:pt x="71" y="4713"/>
                    <a:pt x="417" y="4903"/>
                  </a:cubicBezTo>
                  <a:lnTo>
                    <a:pt x="1155" y="5332"/>
                  </a:lnTo>
                  <a:lnTo>
                    <a:pt x="917" y="5463"/>
                  </a:lnTo>
                  <a:cubicBezTo>
                    <a:pt x="774" y="5558"/>
                    <a:pt x="833" y="5784"/>
                    <a:pt x="1012" y="5784"/>
                  </a:cubicBezTo>
                  <a:cubicBezTo>
                    <a:pt x="1084" y="5784"/>
                    <a:pt x="1095" y="5749"/>
                    <a:pt x="1488" y="5522"/>
                  </a:cubicBezTo>
                  <a:lnTo>
                    <a:pt x="3119" y="6463"/>
                  </a:lnTo>
                  <a:cubicBezTo>
                    <a:pt x="3155" y="6475"/>
                    <a:pt x="3179" y="6475"/>
                    <a:pt x="3191" y="6475"/>
                  </a:cubicBezTo>
                  <a:cubicBezTo>
                    <a:pt x="3250" y="6475"/>
                    <a:pt x="3310" y="6451"/>
                    <a:pt x="3346" y="6392"/>
                  </a:cubicBezTo>
                  <a:cubicBezTo>
                    <a:pt x="3393" y="6320"/>
                    <a:pt x="3358" y="6213"/>
                    <a:pt x="3286" y="6165"/>
                  </a:cubicBezTo>
                  <a:cubicBezTo>
                    <a:pt x="2643" y="5796"/>
                    <a:pt x="1226" y="4987"/>
                    <a:pt x="560" y="4618"/>
                  </a:cubicBezTo>
                  <a:cubicBezTo>
                    <a:pt x="441" y="4546"/>
                    <a:pt x="441" y="4368"/>
                    <a:pt x="560" y="4308"/>
                  </a:cubicBezTo>
                  <a:lnTo>
                    <a:pt x="1476" y="3772"/>
                  </a:lnTo>
                  <a:cubicBezTo>
                    <a:pt x="1498" y="3782"/>
                    <a:pt x="1520" y="3786"/>
                    <a:pt x="1541" y="3786"/>
                  </a:cubicBezTo>
                  <a:cubicBezTo>
                    <a:pt x="1627" y="3786"/>
                    <a:pt x="1705" y="3717"/>
                    <a:pt x="1715" y="3641"/>
                  </a:cubicBezTo>
                  <a:cubicBezTo>
                    <a:pt x="1715" y="3582"/>
                    <a:pt x="1691" y="3522"/>
                    <a:pt x="1631" y="3486"/>
                  </a:cubicBezTo>
                  <a:lnTo>
                    <a:pt x="1476" y="3403"/>
                  </a:lnTo>
                  <a:lnTo>
                    <a:pt x="560" y="2879"/>
                  </a:lnTo>
                  <a:cubicBezTo>
                    <a:pt x="441" y="2808"/>
                    <a:pt x="441" y="2629"/>
                    <a:pt x="560" y="2570"/>
                  </a:cubicBezTo>
                  <a:lnTo>
                    <a:pt x="1441" y="2058"/>
                  </a:lnTo>
                  <a:lnTo>
                    <a:pt x="3870" y="3439"/>
                  </a:lnTo>
                  <a:cubicBezTo>
                    <a:pt x="3893" y="3463"/>
                    <a:pt x="3929" y="3463"/>
                    <a:pt x="3941" y="3463"/>
                  </a:cubicBezTo>
                  <a:cubicBezTo>
                    <a:pt x="4001" y="3463"/>
                    <a:pt x="4060" y="3427"/>
                    <a:pt x="4084" y="3367"/>
                  </a:cubicBezTo>
                  <a:cubicBezTo>
                    <a:pt x="4167" y="3296"/>
                    <a:pt x="4132" y="3189"/>
                    <a:pt x="4060" y="3153"/>
                  </a:cubicBezTo>
                  <a:cubicBezTo>
                    <a:pt x="1262" y="1558"/>
                    <a:pt x="3215" y="2653"/>
                    <a:pt x="429" y="1069"/>
                  </a:cubicBezTo>
                  <a:cubicBezTo>
                    <a:pt x="381" y="1034"/>
                    <a:pt x="381" y="962"/>
                    <a:pt x="429" y="950"/>
                  </a:cubicBezTo>
                  <a:lnTo>
                    <a:pt x="1524" y="307"/>
                  </a:lnTo>
                  <a:cubicBezTo>
                    <a:pt x="1607" y="260"/>
                    <a:pt x="1631" y="153"/>
                    <a:pt x="1584" y="81"/>
                  </a:cubicBezTo>
                  <a:cubicBezTo>
                    <a:pt x="1559" y="32"/>
                    <a:pt x="1501" y="0"/>
                    <a:pt x="1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916415" y="3353920"/>
              <a:ext cx="178013" cy="62147"/>
            </a:xfrm>
            <a:custGeom>
              <a:rect b="b" l="l" r="r" t="t"/>
              <a:pathLst>
                <a:path extrusionOk="0" h="1954" w="5597">
                  <a:moveTo>
                    <a:pt x="3061" y="0"/>
                  </a:moveTo>
                  <a:cubicBezTo>
                    <a:pt x="2891" y="0"/>
                    <a:pt x="2929" y="33"/>
                    <a:pt x="144" y="1631"/>
                  </a:cubicBezTo>
                  <a:cubicBezTo>
                    <a:pt x="1" y="1727"/>
                    <a:pt x="60" y="1953"/>
                    <a:pt x="239" y="1953"/>
                  </a:cubicBezTo>
                  <a:cubicBezTo>
                    <a:pt x="245" y="1953"/>
                    <a:pt x="249" y="1953"/>
                    <a:pt x="254" y="1953"/>
                  </a:cubicBezTo>
                  <a:cubicBezTo>
                    <a:pt x="317" y="1953"/>
                    <a:pt x="372" y="1901"/>
                    <a:pt x="3049" y="357"/>
                  </a:cubicBezTo>
                  <a:cubicBezTo>
                    <a:pt x="3060" y="350"/>
                    <a:pt x="3067" y="344"/>
                    <a:pt x="3080" y="344"/>
                  </a:cubicBezTo>
                  <a:cubicBezTo>
                    <a:pt x="3151" y="344"/>
                    <a:pt x="3392" y="523"/>
                    <a:pt x="5347" y="1631"/>
                  </a:cubicBezTo>
                  <a:cubicBezTo>
                    <a:pt x="5372" y="1648"/>
                    <a:pt x="5402" y="1656"/>
                    <a:pt x="5431" y="1656"/>
                  </a:cubicBezTo>
                  <a:cubicBezTo>
                    <a:pt x="5485" y="1656"/>
                    <a:pt x="5538" y="1630"/>
                    <a:pt x="5561" y="1584"/>
                  </a:cubicBezTo>
                  <a:cubicBezTo>
                    <a:pt x="5597" y="1488"/>
                    <a:pt x="5561" y="1381"/>
                    <a:pt x="5490" y="1334"/>
                  </a:cubicBezTo>
                  <a:cubicBezTo>
                    <a:pt x="3216" y="48"/>
                    <a:pt x="3263" y="0"/>
                    <a:pt x="3085" y="0"/>
                  </a:cubicBezTo>
                  <a:cubicBezTo>
                    <a:pt x="3076" y="0"/>
                    <a:pt x="3069" y="0"/>
                    <a:pt x="30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920582" y="3405858"/>
              <a:ext cx="245439" cy="243817"/>
            </a:xfrm>
            <a:custGeom>
              <a:rect b="b" l="l" r="r" t="t"/>
              <a:pathLst>
                <a:path extrusionOk="0" h="7666" w="7717">
                  <a:moveTo>
                    <a:pt x="6359" y="844"/>
                  </a:moveTo>
                  <a:lnTo>
                    <a:pt x="6359" y="1808"/>
                  </a:lnTo>
                  <a:lnTo>
                    <a:pt x="5359" y="1332"/>
                  </a:lnTo>
                  <a:lnTo>
                    <a:pt x="6359" y="844"/>
                  </a:lnTo>
                  <a:close/>
                  <a:moveTo>
                    <a:pt x="5820" y="0"/>
                  </a:moveTo>
                  <a:cubicBezTo>
                    <a:pt x="5762" y="0"/>
                    <a:pt x="5701" y="33"/>
                    <a:pt x="5668" y="82"/>
                  </a:cubicBezTo>
                  <a:cubicBezTo>
                    <a:pt x="5621" y="153"/>
                    <a:pt x="5656" y="260"/>
                    <a:pt x="5728" y="308"/>
                  </a:cubicBezTo>
                  <a:lnTo>
                    <a:pt x="6144" y="546"/>
                  </a:lnTo>
                  <a:lnTo>
                    <a:pt x="4882" y="1153"/>
                  </a:lnTo>
                  <a:cubicBezTo>
                    <a:pt x="4823" y="1177"/>
                    <a:pt x="4799" y="1237"/>
                    <a:pt x="4799" y="1296"/>
                  </a:cubicBezTo>
                  <a:cubicBezTo>
                    <a:pt x="4799" y="1356"/>
                    <a:pt x="4823" y="1415"/>
                    <a:pt x="4882" y="1451"/>
                  </a:cubicBezTo>
                  <a:lnTo>
                    <a:pt x="6144" y="2058"/>
                  </a:lnTo>
                  <a:cubicBezTo>
                    <a:pt x="5656" y="2344"/>
                    <a:pt x="3204" y="3737"/>
                    <a:pt x="2954" y="3892"/>
                  </a:cubicBezTo>
                  <a:cubicBezTo>
                    <a:pt x="2942" y="3898"/>
                    <a:pt x="2930" y="3901"/>
                    <a:pt x="2916" y="3901"/>
                  </a:cubicBezTo>
                  <a:cubicBezTo>
                    <a:pt x="2903" y="3901"/>
                    <a:pt x="2888" y="3898"/>
                    <a:pt x="2870" y="3892"/>
                  </a:cubicBezTo>
                  <a:lnTo>
                    <a:pt x="2668" y="3773"/>
                  </a:lnTo>
                  <a:cubicBezTo>
                    <a:pt x="2645" y="3758"/>
                    <a:pt x="2619" y="3751"/>
                    <a:pt x="2593" y="3751"/>
                  </a:cubicBezTo>
                  <a:cubicBezTo>
                    <a:pt x="2535" y="3751"/>
                    <a:pt x="2474" y="3783"/>
                    <a:pt x="2442" y="3832"/>
                  </a:cubicBezTo>
                  <a:cubicBezTo>
                    <a:pt x="2394" y="3904"/>
                    <a:pt x="2430" y="4011"/>
                    <a:pt x="2501" y="4058"/>
                  </a:cubicBezTo>
                  <a:lnTo>
                    <a:pt x="2715" y="4177"/>
                  </a:lnTo>
                  <a:cubicBezTo>
                    <a:pt x="2775" y="4201"/>
                    <a:pt x="2846" y="4237"/>
                    <a:pt x="2906" y="4237"/>
                  </a:cubicBezTo>
                  <a:cubicBezTo>
                    <a:pt x="2977" y="4237"/>
                    <a:pt x="3037" y="4213"/>
                    <a:pt x="3096" y="4177"/>
                  </a:cubicBezTo>
                  <a:lnTo>
                    <a:pt x="6299" y="2344"/>
                  </a:lnTo>
                  <a:lnTo>
                    <a:pt x="7180" y="2844"/>
                  </a:lnTo>
                  <a:cubicBezTo>
                    <a:pt x="7299" y="2927"/>
                    <a:pt x="7299" y="3106"/>
                    <a:pt x="7180" y="3165"/>
                  </a:cubicBezTo>
                  <a:cubicBezTo>
                    <a:pt x="4823" y="4499"/>
                    <a:pt x="5823" y="3939"/>
                    <a:pt x="2989" y="5559"/>
                  </a:cubicBezTo>
                  <a:cubicBezTo>
                    <a:pt x="2960" y="5570"/>
                    <a:pt x="2930" y="5576"/>
                    <a:pt x="2900" y="5576"/>
                  </a:cubicBezTo>
                  <a:cubicBezTo>
                    <a:pt x="2870" y="5576"/>
                    <a:pt x="2840" y="5570"/>
                    <a:pt x="2811" y="5559"/>
                  </a:cubicBezTo>
                  <a:lnTo>
                    <a:pt x="275" y="4094"/>
                  </a:lnTo>
                  <a:cubicBezTo>
                    <a:pt x="249" y="4083"/>
                    <a:pt x="222" y="4078"/>
                    <a:pt x="196" y="4078"/>
                  </a:cubicBezTo>
                  <a:cubicBezTo>
                    <a:pt x="137" y="4078"/>
                    <a:pt x="81" y="4104"/>
                    <a:pt x="48" y="4154"/>
                  </a:cubicBezTo>
                  <a:cubicBezTo>
                    <a:pt x="1" y="4237"/>
                    <a:pt x="37" y="4332"/>
                    <a:pt x="108" y="4380"/>
                  </a:cubicBezTo>
                  <a:lnTo>
                    <a:pt x="2656" y="5844"/>
                  </a:lnTo>
                  <a:cubicBezTo>
                    <a:pt x="2727" y="5880"/>
                    <a:pt x="2811" y="5916"/>
                    <a:pt x="2906" y="5916"/>
                  </a:cubicBezTo>
                  <a:cubicBezTo>
                    <a:pt x="2989" y="5916"/>
                    <a:pt x="3085" y="5880"/>
                    <a:pt x="3156" y="5844"/>
                  </a:cubicBezTo>
                  <a:lnTo>
                    <a:pt x="6264" y="4070"/>
                  </a:lnTo>
                  <a:lnTo>
                    <a:pt x="7192" y="4606"/>
                  </a:lnTo>
                  <a:cubicBezTo>
                    <a:pt x="7311" y="4678"/>
                    <a:pt x="7311" y="4856"/>
                    <a:pt x="7192" y="4916"/>
                  </a:cubicBezTo>
                  <a:cubicBezTo>
                    <a:pt x="7097" y="4963"/>
                    <a:pt x="7121" y="4963"/>
                    <a:pt x="3013" y="7309"/>
                  </a:cubicBezTo>
                  <a:cubicBezTo>
                    <a:pt x="2983" y="7327"/>
                    <a:pt x="2954" y="7336"/>
                    <a:pt x="2924" y="7336"/>
                  </a:cubicBezTo>
                  <a:cubicBezTo>
                    <a:pt x="2894" y="7336"/>
                    <a:pt x="2864" y="7327"/>
                    <a:pt x="2835" y="7309"/>
                  </a:cubicBezTo>
                  <a:lnTo>
                    <a:pt x="1942" y="6797"/>
                  </a:lnTo>
                  <a:cubicBezTo>
                    <a:pt x="1913" y="6780"/>
                    <a:pt x="1883" y="6773"/>
                    <a:pt x="1854" y="6773"/>
                  </a:cubicBezTo>
                  <a:cubicBezTo>
                    <a:pt x="1798" y="6773"/>
                    <a:pt x="1747" y="6802"/>
                    <a:pt x="1715" y="6856"/>
                  </a:cubicBezTo>
                  <a:cubicBezTo>
                    <a:pt x="1668" y="6928"/>
                    <a:pt x="1703" y="7035"/>
                    <a:pt x="1775" y="7071"/>
                  </a:cubicBezTo>
                  <a:lnTo>
                    <a:pt x="2668" y="7595"/>
                  </a:lnTo>
                  <a:cubicBezTo>
                    <a:pt x="2739" y="7642"/>
                    <a:pt x="2835" y="7666"/>
                    <a:pt x="2918" y="7666"/>
                  </a:cubicBezTo>
                  <a:cubicBezTo>
                    <a:pt x="3013" y="7666"/>
                    <a:pt x="3096" y="7642"/>
                    <a:pt x="3168" y="7595"/>
                  </a:cubicBezTo>
                  <a:lnTo>
                    <a:pt x="6287" y="5821"/>
                  </a:lnTo>
                  <a:lnTo>
                    <a:pt x="7204" y="6356"/>
                  </a:lnTo>
                  <a:cubicBezTo>
                    <a:pt x="7323" y="6440"/>
                    <a:pt x="7323" y="6618"/>
                    <a:pt x="7204" y="6678"/>
                  </a:cubicBezTo>
                  <a:lnTo>
                    <a:pt x="6430" y="7118"/>
                  </a:lnTo>
                  <a:cubicBezTo>
                    <a:pt x="6287" y="7214"/>
                    <a:pt x="6347" y="7428"/>
                    <a:pt x="6502" y="7428"/>
                  </a:cubicBezTo>
                  <a:cubicBezTo>
                    <a:pt x="6585" y="7428"/>
                    <a:pt x="6549" y="7416"/>
                    <a:pt x="7359" y="6975"/>
                  </a:cubicBezTo>
                  <a:cubicBezTo>
                    <a:pt x="7716" y="6761"/>
                    <a:pt x="7716" y="6273"/>
                    <a:pt x="7383" y="6082"/>
                  </a:cubicBezTo>
                  <a:lnTo>
                    <a:pt x="6621" y="5642"/>
                  </a:lnTo>
                  <a:lnTo>
                    <a:pt x="7371" y="5213"/>
                  </a:lnTo>
                  <a:cubicBezTo>
                    <a:pt x="7538" y="5130"/>
                    <a:pt x="7621" y="4963"/>
                    <a:pt x="7621" y="4773"/>
                  </a:cubicBezTo>
                  <a:cubicBezTo>
                    <a:pt x="7621" y="4594"/>
                    <a:pt x="7538" y="4427"/>
                    <a:pt x="7371" y="4320"/>
                  </a:cubicBezTo>
                  <a:lnTo>
                    <a:pt x="6609" y="3892"/>
                  </a:lnTo>
                  <a:lnTo>
                    <a:pt x="7359" y="3463"/>
                  </a:lnTo>
                  <a:cubicBezTo>
                    <a:pt x="7514" y="3368"/>
                    <a:pt x="7609" y="3201"/>
                    <a:pt x="7609" y="3011"/>
                  </a:cubicBezTo>
                  <a:cubicBezTo>
                    <a:pt x="7609" y="2832"/>
                    <a:pt x="7514" y="2665"/>
                    <a:pt x="7359" y="2570"/>
                  </a:cubicBezTo>
                  <a:lnTo>
                    <a:pt x="6668" y="2165"/>
                  </a:lnTo>
                  <a:cubicBezTo>
                    <a:pt x="6668" y="427"/>
                    <a:pt x="6680" y="510"/>
                    <a:pt x="6621" y="451"/>
                  </a:cubicBezTo>
                  <a:cubicBezTo>
                    <a:pt x="6597" y="403"/>
                    <a:pt x="6609" y="439"/>
                    <a:pt x="5894" y="22"/>
                  </a:cubicBezTo>
                  <a:cubicBezTo>
                    <a:pt x="5872" y="7"/>
                    <a:pt x="5846" y="0"/>
                    <a:pt x="5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986100" y="3642074"/>
              <a:ext cx="129923" cy="63292"/>
            </a:xfrm>
            <a:custGeom>
              <a:rect b="b" l="l" r="r" t="t"/>
              <a:pathLst>
                <a:path extrusionOk="0" h="1990" w="4085">
                  <a:moveTo>
                    <a:pt x="3892" y="0"/>
                  </a:moveTo>
                  <a:cubicBezTo>
                    <a:pt x="3864" y="0"/>
                    <a:pt x="3835" y="8"/>
                    <a:pt x="3811" y="25"/>
                  </a:cubicBezTo>
                  <a:lnTo>
                    <a:pt x="965" y="1644"/>
                  </a:lnTo>
                  <a:cubicBezTo>
                    <a:pt x="935" y="1656"/>
                    <a:pt x="906" y="1662"/>
                    <a:pt x="876" y="1662"/>
                  </a:cubicBezTo>
                  <a:cubicBezTo>
                    <a:pt x="846" y="1662"/>
                    <a:pt x="816" y="1656"/>
                    <a:pt x="786" y="1644"/>
                  </a:cubicBezTo>
                  <a:lnTo>
                    <a:pt x="263" y="1346"/>
                  </a:lnTo>
                  <a:cubicBezTo>
                    <a:pt x="240" y="1331"/>
                    <a:pt x="214" y="1325"/>
                    <a:pt x="188" y="1325"/>
                  </a:cubicBezTo>
                  <a:cubicBezTo>
                    <a:pt x="130" y="1325"/>
                    <a:pt x="69" y="1357"/>
                    <a:pt x="36" y="1406"/>
                  </a:cubicBezTo>
                  <a:cubicBezTo>
                    <a:pt x="1" y="1477"/>
                    <a:pt x="24" y="1584"/>
                    <a:pt x="96" y="1632"/>
                  </a:cubicBezTo>
                  <a:cubicBezTo>
                    <a:pt x="572" y="1882"/>
                    <a:pt x="655" y="1989"/>
                    <a:pt x="870" y="1989"/>
                  </a:cubicBezTo>
                  <a:cubicBezTo>
                    <a:pt x="1108" y="1989"/>
                    <a:pt x="965" y="1989"/>
                    <a:pt x="3965" y="287"/>
                  </a:cubicBezTo>
                  <a:cubicBezTo>
                    <a:pt x="4061" y="263"/>
                    <a:pt x="4084" y="156"/>
                    <a:pt x="4025" y="84"/>
                  </a:cubicBezTo>
                  <a:cubicBezTo>
                    <a:pt x="4001" y="29"/>
                    <a:pt x="3947" y="0"/>
                    <a:pt x="3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862283" y="3599678"/>
              <a:ext cx="118696" cy="84156"/>
            </a:xfrm>
            <a:custGeom>
              <a:rect b="b" l="l" r="r" t="t"/>
              <a:pathLst>
                <a:path extrusionOk="0" h="2646" w="3732">
                  <a:moveTo>
                    <a:pt x="366" y="1"/>
                  </a:moveTo>
                  <a:cubicBezTo>
                    <a:pt x="332" y="1"/>
                    <a:pt x="299" y="9"/>
                    <a:pt x="274" y="24"/>
                  </a:cubicBezTo>
                  <a:cubicBezTo>
                    <a:pt x="0" y="250"/>
                    <a:pt x="36" y="679"/>
                    <a:pt x="346" y="858"/>
                  </a:cubicBezTo>
                  <a:cubicBezTo>
                    <a:pt x="3352" y="2574"/>
                    <a:pt x="3447" y="2644"/>
                    <a:pt x="3517" y="2644"/>
                  </a:cubicBezTo>
                  <a:cubicBezTo>
                    <a:pt x="3523" y="2644"/>
                    <a:pt x="3529" y="2644"/>
                    <a:pt x="3536" y="2644"/>
                  </a:cubicBezTo>
                  <a:cubicBezTo>
                    <a:pt x="3544" y="2645"/>
                    <a:pt x="3550" y="2645"/>
                    <a:pt x="3557" y="2645"/>
                  </a:cubicBezTo>
                  <a:cubicBezTo>
                    <a:pt x="3685" y="2645"/>
                    <a:pt x="3732" y="2436"/>
                    <a:pt x="3596" y="2346"/>
                  </a:cubicBezTo>
                  <a:lnTo>
                    <a:pt x="500" y="584"/>
                  </a:lnTo>
                  <a:cubicBezTo>
                    <a:pt x="381" y="524"/>
                    <a:pt x="381" y="358"/>
                    <a:pt x="465" y="286"/>
                  </a:cubicBezTo>
                  <a:cubicBezTo>
                    <a:pt x="536" y="227"/>
                    <a:pt x="536" y="119"/>
                    <a:pt x="500" y="60"/>
                  </a:cubicBezTo>
                  <a:cubicBezTo>
                    <a:pt x="465" y="18"/>
                    <a:pt x="414" y="1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349325" y="158500"/>
            <a:ext cx="8396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Colecciones. Mensajes más comunes.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36325" y="956125"/>
            <a:ext cx="71817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Tipos: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+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OrderedCollection.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+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SortedCollection.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+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Array.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+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Dictionary.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Algunos de los mensajes más comunes que una colección puede responder son: </a:t>
            </a:r>
            <a:r>
              <a:rPr i="1"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add, remove, size, at, at put, isEmpty, includes, asSet y ocurrencesOf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349325" y="158500"/>
            <a:ext cx="8396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Colecciones. Mensajes más comunes.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36325" y="956125"/>
            <a:ext cx="71817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dd: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r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emove: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ize: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t: put: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isEmpty: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ncludes: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asSet: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ocurrencesOf: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349325" y="158500"/>
            <a:ext cx="8396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Colecciones. Mensajes más comunes.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2500" y="879925"/>
            <a:ext cx="78780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add: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→Agrega un elemento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al final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remove: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→ Elimina un objeto (ifAbsent:[]).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size: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→Devuelve el tamaño.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at: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 Devuelve el elemento en una posición.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at:put: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→Agrega un elemento en una posición determinada.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isEmpty: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→Valida si esta vacía (devuelve un booleano).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includes: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→Valida si la colección contiene determinado objeto.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asSet: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 Convierte la colección a tipo set (sin repeticiones)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ocurrencesOf: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→Cuenta cuantas veces se repite un objeto.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2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14" name="Google Shape;214;p22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22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17" name="Google Shape;217;p22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22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20" name="Google Shape;220;p22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2"/>
          <p:cNvSpPr txBox="1"/>
          <p:nvPr>
            <p:ph type="title"/>
          </p:nvPr>
        </p:nvSpPr>
        <p:spPr>
          <a:xfrm>
            <a:off x="841925" y="1899350"/>
            <a:ext cx="4605000" cy="82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Especificación </a:t>
            </a:r>
            <a:r>
              <a:rPr lang="en" sz="4400"/>
              <a:t>clase compuesta</a:t>
            </a:r>
            <a:endParaRPr sz="4400"/>
          </a:p>
        </p:txBody>
      </p:sp>
      <p:sp>
        <p:nvSpPr>
          <p:cNvPr id="223" name="Google Shape;223;p22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pic>
        <p:nvPicPr>
          <p:cNvPr id="225" name="Google Shape;2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255" y="1609300"/>
            <a:ext cx="1520550" cy="1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Especificación</a:t>
            </a:r>
            <a:r>
              <a:rPr lang="en"/>
              <a:t> clase Farmacia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36325" y="956125"/>
            <a:ext cx="7181700" cy="1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Definición: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Object subclass: #Farmacia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instanceVariableNames: ‘nombre conjRem’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classVariableNames:’’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PoolDictionaries:’’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936325" y="2950250"/>
            <a:ext cx="7181700" cy="2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clase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crear:nom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Crea una instancia de la clase Farmacia y la inicializa con sus datos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/>
        </p:nvSpPr>
        <p:spPr>
          <a:xfrm>
            <a:off x="720150" y="837450"/>
            <a:ext cx="7704000" cy="4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&gt;&gt;init: nom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Inicializa una Farmacia con sus datos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&gt;&gt;verNombre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nombre de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&gt;&gt;modNombre:otroNom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nombre de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&gt;&gt;agregar: unRem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Agrega un remedio a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&gt;&gt;eliminar: unRem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Elimina un remedio de la Farmacia”</a:t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&gt;&gt;recuperar: i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i-esimo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&gt;&gt;tamanio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total de remedios de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&gt;&gt;verTodos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toda la colección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&gt;&gt;esVacio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Valida si hay remedios, retorna booleano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&gt;&gt;existe: unRem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Valida si existe el remedio en la farmacia, retorna booleano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Espeficicación</a:t>
            </a:r>
            <a:r>
              <a:rPr lang="en"/>
              <a:t> clase Farmacia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5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44" name="Google Shape;244;p25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5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25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47" name="Google Shape;247;p25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25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50" name="Google Shape;250;p25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5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25"/>
          <p:cNvSpPr txBox="1"/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Desarrollar Aplicación</a:t>
            </a:r>
            <a:endParaRPr sz="4600"/>
          </a:p>
        </p:txBody>
      </p:sp>
      <p:sp>
        <p:nvSpPr>
          <p:cNvPr id="253" name="Google Shape;253;p25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717607" y="1745642"/>
            <a:ext cx="2032989" cy="1241898"/>
            <a:chOff x="7009649" y="1541981"/>
            <a:chExt cx="524940" cy="320655"/>
          </a:xfrm>
        </p:grpSpPr>
        <p:sp>
          <p:nvSpPr>
            <p:cNvPr id="256" name="Google Shape;256;p25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5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Enunciado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936325" y="1337125"/>
            <a:ext cx="71817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Crear una farmacia, darle nombre y cargarle remedios. Luego: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Realizar un incremento del 20% a los remedios con stock menor a una cantidad determinada.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Eliminar remedios del laboratorio “Bagó”.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Modificar el precio del lotrial.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27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75" name="Google Shape;275;p27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27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78" name="Google Shape;278;p27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" name="Google Shape;280;p27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81" name="Google Shape;281;p27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27"/>
          <p:cNvSpPr txBox="1"/>
          <p:nvPr>
            <p:ph type="title"/>
          </p:nvPr>
        </p:nvSpPr>
        <p:spPr>
          <a:xfrm>
            <a:off x="841925" y="1899350"/>
            <a:ext cx="4605000" cy="82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Implementación clase compuesta</a:t>
            </a:r>
            <a:endParaRPr sz="4400"/>
          </a:p>
        </p:txBody>
      </p:sp>
      <p:sp>
        <p:nvSpPr>
          <p:cNvPr id="284" name="Google Shape;284;p27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255" y="1609300"/>
            <a:ext cx="1520550" cy="1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Implementación clase Farmacia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936325" y="956125"/>
            <a:ext cx="7181700" cy="1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Definición: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Object subclass: #Farmacia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instanceVariableNames: ‘nombre conjRem’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classVariableNames:’’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PoolDictionaries:’’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936325" y="2950250"/>
            <a:ext cx="7181700" cy="2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clase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crear:nom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Crea una instancia de la clase Farmacia y la inicializa con sus datos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^self new init:nom.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/>
        </p:nvSpPr>
        <p:spPr>
          <a:xfrm>
            <a:off x="720150" y="837450"/>
            <a:ext cx="7704000" cy="4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&gt;&gt;init: nom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Inicializa una Farmacia con sus datos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nombre := nom.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conjRem := OrderedCollection new.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&gt;&gt;verNombre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nombre de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^nombre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&gt;&gt;modNombre:otroNom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nombre de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nombre:= otroNom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99" name="Google Shape;299;p29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Implementación clase Farmacia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/>
        </p:nvSpPr>
        <p:spPr>
          <a:xfrm>
            <a:off x="720150" y="837450"/>
            <a:ext cx="7704000" cy="4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&gt;&gt;agregar: unRem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Agrega un remedio a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conjRem add:unRem.</a:t>
            </a:r>
            <a:b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</a:b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&gt;&gt;eliminar: unRem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Elimina un remedio de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conjRem remove: unRem ifAbsent:[^nil].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&gt;&gt;recuperar: i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i-esimo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^conjRem at: i.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tamanio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total de remedios de la farmacia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^conjRem size.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5" name="Google Shape;305;p30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Implementación clase Farmacia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/>
        </p:nvSpPr>
        <p:spPr>
          <a:xfrm>
            <a:off x="720150" y="837450"/>
            <a:ext cx="7704000" cy="4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&gt;&gt;verTodos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toda la colección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^conjRem.</a:t>
            </a:r>
            <a:b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</a:b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&gt;&gt;esVacio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Valida si hay remedios, retorna booleano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^conjRem isEmpty.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&gt;&gt;existe: unRem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i="1"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Valida si existe el remedio en la farmacia, retorna booleano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^conjRem includes: unRem.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Implementación clase Farmacia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2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317" name="Google Shape;317;p32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32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320" name="Google Shape;320;p32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32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323" name="Google Shape;323;p32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32"/>
          <p:cNvSpPr txBox="1"/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Iteradores de colección</a:t>
            </a:r>
            <a:endParaRPr sz="4600"/>
          </a:p>
        </p:txBody>
      </p:sp>
      <p:sp>
        <p:nvSpPr>
          <p:cNvPr id="326" name="Google Shape;326;p32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550" y="1791050"/>
            <a:ext cx="1127400" cy="11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Iteradores de Colección</a:t>
            </a:r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0150" y="989850"/>
            <a:ext cx="7704000" cy="3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Dada una colección col se pueden utilizar los iteradores: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 </a:t>
            </a: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do: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[: el | bloque de código] liga el parámetro de bloque “el” con cada elemento de la colección en el bloque de codigo.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col:= far verTodos.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 do:[:rem | MessageBox notify: rem verNombre].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“Se recorre toda la colección, rem toma el valor de cada objeto de la colección en cada iteración”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/>
        </p:nvSpPr>
        <p:spPr>
          <a:xfrm>
            <a:off x="720150" y="989850"/>
            <a:ext cx="77040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reject: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devuelve una colección con los elementos para los que la expresión booleana devuelve false.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col:= far verTodos.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col1:= col reject:[:rem | rem verLab = ‘Bayer’].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“col1 estará compuesta por objetos remedios que no sean del laboratorio Bayer”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40" name="Google Shape;340;p34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Iteradores de Colección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720150" y="989850"/>
            <a:ext cx="77040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select: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devuelve una colección con los elementos para los que la expresión booleana devuelve true.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col:= far verTodos.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col1:= col select:[:rem | rem verLab = ‘Bayer’].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“col1 estará compuesta por objetos remedios del laboratorio Bayer”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Iteradores de Colección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/>
        </p:nvSpPr>
        <p:spPr>
          <a:xfrm>
            <a:off x="720150" y="989850"/>
            <a:ext cx="77040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collect: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devuelve una colección con los objetos resultantes de la evaluación de la expresión para cada elemento.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col:= far verTodos.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col2:= col collect:[:rem | rem verLab].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“col2 estará compuesta por objetos string con los nombres de los laboratorios”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2" name="Google Shape;352;p36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Iteradores de Colección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/>
        </p:nvSpPr>
        <p:spPr>
          <a:xfrm>
            <a:off x="720150" y="989850"/>
            <a:ext cx="77040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detect: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devuelve el primer elemento para el que la expresión booleana devuelve true. 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col:= far verTodos.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r:= col detect:[:rem|rem verNombre = ‘Migral’] ifNone[^nil].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“se retorana en r el objeto de la colección col que tenga el nombre Migral”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8" name="Google Shape;358;p37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Iteradores de Colección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38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364" name="Google Shape;364;p38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38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367" name="Google Shape;367;p38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38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370" name="Google Shape;370;p38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8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8"/>
          <p:cNvSpPr txBox="1"/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Diccionario</a:t>
            </a:r>
            <a:endParaRPr sz="4600"/>
          </a:p>
        </p:txBody>
      </p:sp>
      <p:sp>
        <p:nvSpPr>
          <p:cNvPr id="373" name="Google Shape;373;p38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374" name="Google Shape;374;p38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375" name="Google Shape;375;p38"/>
          <p:cNvGrpSpPr/>
          <p:nvPr/>
        </p:nvGrpSpPr>
        <p:grpSpPr>
          <a:xfrm>
            <a:off x="6011884" y="1804535"/>
            <a:ext cx="1509791" cy="1229242"/>
            <a:chOff x="7973468" y="3382322"/>
            <a:chExt cx="352590" cy="287072"/>
          </a:xfrm>
        </p:grpSpPr>
        <p:sp>
          <p:nvSpPr>
            <p:cNvPr id="376" name="Google Shape;376;p38"/>
            <p:cNvSpPr/>
            <p:nvPr/>
          </p:nvSpPr>
          <p:spPr>
            <a:xfrm>
              <a:off x="7973468" y="3382322"/>
              <a:ext cx="352590" cy="287072"/>
            </a:xfrm>
            <a:custGeom>
              <a:rect b="b" l="l" r="r" t="t"/>
              <a:pathLst>
                <a:path extrusionOk="0" h="9026" w="11086">
                  <a:moveTo>
                    <a:pt x="5370" y="334"/>
                  </a:moveTo>
                  <a:lnTo>
                    <a:pt x="5370" y="7001"/>
                  </a:lnTo>
                  <a:lnTo>
                    <a:pt x="941" y="7001"/>
                  </a:lnTo>
                  <a:lnTo>
                    <a:pt x="941" y="334"/>
                  </a:lnTo>
                  <a:close/>
                  <a:moveTo>
                    <a:pt x="5370" y="7323"/>
                  </a:moveTo>
                  <a:lnTo>
                    <a:pt x="5370" y="7656"/>
                  </a:lnTo>
                  <a:lnTo>
                    <a:pt x="941" y="7656"/>
                  </a:lnTo>
                  <a:lnTo>
                    <a:pt x="941" y="7323"/>
                  </a:lnTo>
                  <a:close/>
                  <a:moveTo>
                    <a:pt x="10133" y="7323"/>
                  </a:moveTo>
                  <a:lnTo>
                    <a:pt x="10133" y="7656"/>
                  </a:lnTo>
                  <a:lnTo>
                    <a:pt x="5704" y="7656"/>
                  </a:lnTo>
                  <a:lnTo>
                    <a:pt x="5704" y="7323"/>
                  </a:lnTo>
                  <a:close/>
                  <a:moveTo>
                    <a:pt x="5835" y="7977"/>
                  </a:moveTo>
                  <a:lnTo>
                    <a:pt x="5835" y="8680"/>
                  </a:lnTo>
                  <a:lnTo>
                    <a:pt x="5240" y="8692"/>
                  </a:lnTo>
                  <a:cubicBezTo>
                    <a:pt x="5240" y="8692"/>
                    <a:pt x="5228" y="8692"/>
                    <a:pt x="5228" y="8680"/>
                  </a:cubicBezTo>
                  <a:lnTo>
                    <a:pt x="5228" y="7977"/>
                  </a:lnTo>
                  <a:close/>
                  <a:moveTo>
                    <a:pt x="775" y="0"/>
                  </a:moveTo>
                  <a:cubicBezTo>
                    <a:pt x="691" y="0"/>
                    <a:pt x="608" y="72"/>
                    <a:pt x="608" y="167"/>
                  </a:cubicBezTo>
                  <a:lnTo>
                    <a:pt x="608" y="536"/>
                  </a:lnTo>
                  <a:lnTo>
                    <a:pt x="465" y="536"/>
                  </a:lnTo>
                  <a:cubicBezTo>
                    <a:pt x="215" y="536"/>
                    <a:pt x="1" y="738"/>
                    <a:pt x="1" y="1000"/>
                  </a:cubicBezTo>
                  <a:lnTo>
                    <a:pt x="1" y="1715"/>
                  </a:lnTo>
                  <a:cubicBezTo>
                    <a:pt x="1" y="1798"/>
                    <a:pt x="72" y="1881"/>
                    <a:pt x="167" y="1881"/>
                  </a:cubicBezTo>
                  <a:cubicBezTo>
                    <a:pt x="251" y="1881"/>
                    <a:pt x="334" y="1798"/>
                    <a:pt x="334" y="1715"/>
                  </a:cubicBezTo>
                  <a:lnTo>
                    <a:pt x="334" y="1000"/>
                  </a:lnTo>
                  <a:cubicBezTo>
                    <a:pt x="334" y="929"/>
                    <a:pt x="394" y="869"/>
                    <a:pt x="465" y="869"/>
                  </a:cubicBezTo>
                  <a:lnTo>
                    <a:pt x="608" y="869"/>
                  </a:lnTo>
                  <a:lnTo>
                    <a:pt x="608" y="7799"/>
                  </a:lnTo>
                  <a:cubicBezTo>
                    <a:pt x="608" y="7894"/>
                    <a:pt x="691" y="7965"/>
                    <a:pt x="775" y="7965"/>
                  </a:cubicBezTo>
                  <a:lnTo>
                    <a:pt x="4918" y="7965"/>
                  </a:lnTo>
                  <a:lnTo>
                    <a:pt x="4918" y="8335"/>
                  </a:lnTo>
                  <a:lnTo>
                    <a:pt x="465" y="8335"/>
                  </a:lnTo>
                  <a:cubicBezTo>
                    <a:pt x="394" y="8335"/>
                    <a:pt x="334" y="8275"/>
                    <a:pt x="334" y="8204"/>
                  </a:cubicBezTo>
                  <a:lnTo>
                    <a:pt x="334" y="2429"/>
                  </a:lnTo>
                  <a:cubicBezTo>
                    <a:pt x="334" y="2334"/>
                    <a:pt x="251" y="2262"/>
                    <a:pt x="167" y="2262"/>
                  </a:cubicBezTo>
                  <a:cubicBezTo>
                    <a:pt x="72" y="2262"/>
                    <a:pt x="1" y="2334"/>
                    <a:pt x="1" y="2429"/>
                  </a:cubicBezTo>
                  <a:lnTo>
                    <a:pt x="1" y="8204"/>
                  </a:lnTo>
                  <a:cubicBezTo>
                    <a:pt x="1" y="8454"/>
                    <a:pt x="215" y="8668"/>
                    <a:pt x="465" y="8668"/>
                  </a:cubicBezTo>
                  <a:lnTo>
                    <a:pt x="4918" y="8668"/>
                  </a:lnTo>
                  <a:lnTo>
                    <a:pt x="4918" y="8680"/>
                  </a:lnTo>
                  <a:cubicBezTo>
                    <a:pt x="4918" y="8858"/>
                    <a:pt x="5061" y="9025"/>
                    <a:pt x="5251" y="9025"/>
                  </a:cubicBezTo>
                  <a:lnTo>
                    <a:pt x="5835" y="9025"/>
                  </a:lnTo>
                  <a:cubicBezTo>
                    <a:pt x="6013" y="9025"/>
                    <a:pt x="6180" y="8870"/>
                    <a:pt x="6180" y="8680"/>
                  </a:cubicBezTo>
                  <a:lnTo>
                    <a:pt x="6180" y="8668"/>
                  </a:lnTo>
                  <a:lnTo>
                    <a:pt x="10633" y="8668"/>
                  </a:lnTo>
                  <a:cubicBezTo>
                    <a:pt x="10883" y="8668"/>
                    <a:pt x="11085" y="8454"/>
                    <a:pt x="11085" y="8204"/>
                  </a:cubicBezTo>
                  <a:lnTo>
                    <a:pt x="11085" y="1012"/>
                  </a:lnTo>
                  <a:cubicBezTo>
                    <a:pt x="11074" y="762"/>
                    <a:pt x="10871" y="548"/>
                    <a:pt x="10609" y="548"/>
                  </a:cubicBezTo>
                  <a:lnTo>
                    <a:pt x="10466" y="548"/>
                  </a:lnTo>
                  <a:lnTo>
                    <a:pt x="10466" y="179"/>
                  </a:lnTo>
                  <a:cubicBezTo>
                    <a:pt x="10466" y="95"/>
                    <a:pt x="10395" y="12"/>
                    <a:pt x="10300" y="12"/>
                  </a:cubicBezTo>
                  <a:lnTo>
                    <a:pt x="9692" y="12"/>
                  </a:lnTo>
                  <a:cubicBezTo>
                    <a:pt x="9597" y="12"/>
                    <a:pt x="9526" y="95"/>
                    <a:pt x="9526" y="179"/>
                  </a:cubicBezTo>
                  <a:cubicBezTo>
                    <a:pt x="9526" y="274"/>
                    <a:pt x="9597" y="345"/>
                    <a:pt x="9692" y="345"/>
                  </a:cubicBezTo>
                  <a:lnTo>
                    <a:pt x="10133" y="345"/>
                  </a:lnTo>
                  <a:lnTo>
                    <a:pt x="10133" y="5894"/>
                  </a:lnTo>
                  <a:cubicBezTo>
                    <a:pt x="10133" y="5989"/>
                    <a:pt x="10216" y="6060"/>
                    <a:pt x="10300" y="6060"/>
                  </a:cubicBezTo>
                  <a:cubicBezTo>
                    <a:pt x="10395" y="6060"/>
                    <a:pt x="10466" y="5989"/>
                    <a:pt x="10466" y="5894"/>
                  </a:cubicBezTo>
                  <a:lnTo>
                    <a:pt x="10466" y="881"/>
                  </a:lnTo>
                  <a:lnTo>
                    <a:pt x="10609" y="881"/>
                  </a:lnTo>
                  <a:cubicBezTo>
                    <a:pt x="10693" y="881"/>
                    <a:pt x="10752" y="941"/>
                    <a:pt x="10752" y="1012"/>
                  </a:cubicBezTo>
                  <a:lnTo>
                    <a:pt x="10752" y="8204"/>
                  </a:lnTo>
                  <a:cubicBezTo>
                    <a:pt x="10752" y="8275"/>
                    <a:pt x="10693" y="8335"/>
                    <a:pt x="10609" y="8335"/>
                  </a:cubicBezTo>
                  <a:lnTo>
                    <a:pt x="6168" y="8335"/>
                  </a:lnTo>
                  <a:lnTo>
                    <a:pt x="6168" y="7965"/>
                  </a:lnTo>
                  <a:lnTo>
                    <a:pt x="10300" y="7965"/>
                  </a:lnTo>
                  <a:cubicBezTo>
                    <a:pt x="10395" y="7965"/>
                    <a:pt x="10466" y="7882"/>
                    <a:pt x="10466" y="7799"/>
                  </a:cubicBezTo>
                  <a:lnTo>
                    <a:pt x="10466" y="6584"/>
                  </a:lnTo>
                  <a:cubicBezTo>
                    <a:pt x="10466" y="6489"/>
                    <a:pt x="10395" y="6418"/>
                    <a:pt x="10300" y="6418"/>
                  </a:cubicBezTo>
                  <a:cubicBezTo>
                    <a:pt x="10216" y="6418"/>
                    <a:pt x="10133" y="6489"/>
                    <a:pt x="10133" y="6584"/>
                  </a:cubicBezTo>
                  <a:lnTo>
                    <a:pt x="10133" y="7001"/>
                  </a:lnTo>
                  <a:lnTo>
                    <a:pt x="5704" y="7001"/>
                  </a:lnTo>
                  <a:lnTo>
                    <a:pt x="5704" y="334"/>
                  </a:lnTo>
                  <a:lnTo>
                    <a:pt x="9002" y="334"/>
                  </a:lnTo>
                  <a:cubicBezTo>
                    <a:pt x="9097" y="334"/>
                    <a:pt x="9169" y="250"/>
                    <a:pt x="9169" y="167"/>
                  </a:cubicBezTo>
                  <a:cubicBezTo>
                    <a:pt x="9169" y="72"/>
                    <a:pt x="9097" y="0"/>
                    <a:pt x="90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7" name="Google Shape;377;p38"/>
            <p:cNvSpPr/>
            <p:nvPr/>
          </p:nvSpPr>
          <p:spPr>
            <a:xfrm>
              <a:off x="8051486" y="3417149"/>
              <a:ext cx="73883" cy="10623"/>
            </a:xfrm>
            <a:custGeom>
              <a:rect b="b" l="l" r="r" t="t"/>
              <a:pathLst>
                <a:path extrusionOk="0" h="334" w="2323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cubicBezTo>
                    <a:pt x="0" y="262"/>
                    <a:pt x="84" y="334"/>
                    <a:pt x="167" y="334"/>
                  </a:cubicBezTo>
                  <a:lnTo>
                    <a:pt x="2167" y="334"/>
                  </a:lnTo>
                  <a:cubicBezTo>
                    <a:pt x="2251" y="334"/>
                    <a:pt x="2322" y="262"/>
                    <a:pt x="2322" y="167"/>
                  </a:cubicBezTo>
                  <a:cubicBezTo>
                    <a:pt x="2322" y="84"/>
                    <a:pt x="2251" y="1"/>
                    <a:pt x="2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8" name="Google Shape;378;p38"/>
            <p:cNvSpPr/>
            <p:nvPr/>
          </p:nvSpPr>
          <p:spPr>
            <a:xfrm>
              <a:off x="8022702" y="3437981"/>
              <a:ext cx="102667" cy="10623"/>
            </a:xfrm>
            <a:custGeom>
              <a:rect b="b" l="l" r="r" t="t"/>
              <a:pathLst>
                <a:path extrusionOk="0" h="334" w="3228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62"/>
                    <a:pt x="72" y="334"/>
                    <a:pt x="167" y="334"/>
                  </a:cubicBezTo>
                  <a:lnTo>
                    <a:pt x="3072" y="334"/>
                  </a:lnTo>
                  <a:cubicBezTo>
                    <a:pt x="3156" y="334"/>
                    <a:pt x="3227" y="262"/>
                    <a:pt x="3227" y="167"/>
                  </a:cubicBezTo>
                  <a:cubicBezTo>
                    <a:pt x="3227" y="84"/>
                    <a:pt x="3156" y="0"/>
                    <a:pt x="3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9" name="Google Shape;379;p38"/>
            <p:cNvSpPr/>
            <p:nvPr/>
          </p:nvSpPr>
          <p:spPr>
            <a:xfrm>
              <a:off x="8022702" y="3458432"/>
              <a:ext cx="102667" cy="10623"/>
            </a:xfrm>
            <a:custGeom>
              <a:rect b="b" l="l" r="r" t="t"/>
              <a:pathLst>
                <a:path extrusionOk="0" h="334" w="3228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74"/>
                    <a:pt x="72" y="334"/>
                    <a:pt x="167" y="334"/>
                  </a:cubicBezTo>
                  <a:lnTo>
                    <a:pt x="3072" y="334"/>
                  </a:lnTo>
                  <a:cubicBezTo>
                    <a:pt x="3156" y="334"/>
                    <a:pt x="3227" y="262"/>
                    <a:pt x="3227" y="167"/>
                  </a:cubicBezTo>
                  <a:cubicBezTo>
                    <a:pt x="3227" y="84"/>
                    <a:pt x="3156" y="0"/>
                    <a:pt x="3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0" name="Google Shape;380;p38"/>
            <p:cNvSpPr/>
            <p:nvPr/>
          </p:nvSpPr>
          <p:spPr>
            <a:xfrm>
              <a:off x="8022702" y="3479264"/>
              <a:ext cx="81071" cy="10623"/>
            </a:xfrm>
            <a:custGeom>
              <a:rect b="b" l="l" r="r" t="t"/>
              <a:pathLst>
                <a:path extrusionOk="0" h="334" w="2549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62"/>
                    <a:pt x="72" y="334"/>
                    <a:pt x="167" y="334"/>
                  </a:cubicBezTo>
                  <a:lnTo>
                    <a:pt x="2382" y="334"/>
                  </a:lnTo>
                  <a:cubicBezTo>
                    <a:pt x="2477" y="334"/>
                    <a:pt x="2549" y="262"/>
                    <a:pt x="2549" y="167"/>
                  </a:cubicBezTo>
                  <a:cubicBezTo>
                    <a:pt x="2549" y="84"/>
                    <a:pt x="2477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8051486" y="3520515"/>
              <a:ext cx="73883" cy="10655"/>
            </a:xfrm>
            <a:custGeom>
              <a:rect b="b" l="l" r="r" t="t"/>
              <a:pathLst>
                <a:path extrusionOk="0" h="335" w="2323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2167" y="334"/>
                  </a:lnTo>
                  <a:cubicBezTo>
                    <a:pt x="2251" y="334"/>
                    <a:pt x="2322" y="251"/>
                    <a:pt x="2322" y="168"/>
                  </a:cubicBezTo>
                  <a:cubicBezTo>
                    <a:pt x="2322" y="72"/>
                    <a:pt x="2251" y="1"/>
                    <a:pt x="2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2" name="Google Shape;382;p38"/>
            <p:cNvSpPr/>
            <p:nvPr/>
          </p:nvSpPr>
          <p:spPr>
            <a:xfrm>
              <a:off x="8022702" y="3540966"/>
              <a:ext cx="102667" cy="10273"/>
            </a:xfrm>
            <a:custGeom>
              <a:rect b="b" l="l" r="r" t="t"/>
              <a:pathLst>
                <a:path extrusionOk="0" h="323" w="3228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2" y="263"/>
                    <a:pt x="72" y="322"/>
                    <a:pt x="167" y="322"/>
                  </a:cubicBezTo>
                  <a:lnTo>
                    <a:pt x="3072" y="322"/>
                  </a:lnTo>
                  <a:cubicBezTo>
                    <a:pt x="3156" y="322"/>
                    <a:pt x="3227" y="251"/>
                    <a:pt x="3227" y="168"/>
                  </a:cubicBezTo>
                  <a:cubicBezTo>
                    <a:pt x="3227" y="72"/>
                    <a:pt x="3156" y="1"/>
                    <a:pt x="3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3" name="Google Shape;383;p38"/>
            <p:cNvSpPr/>
            <p:nvPr/>
          </p:nvSpPr>
          <p:spPr>
            <a:xfrm>
              <a:off x="8022702" y="3561798"/>
              <a:ext cx="49266" cy="10273"/>
            </a:xfrm>
            <a:custGeom>
              <a:rect b="b" l="l" r="r" t="t"/>
              <a:pathLst>
                <a:path extrusionOk="0" h="323" w="1549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2" y="251"/>
                    <a:pt x="72" y="322"/>
                    <a:pt x="167" y="322"/>
                  </a:cubicBezTo>
                  <a:lnTo>
                    <a:pt x="1382" y="322"/>
                  </a:lnTo>
                  <a:cubicBezTo>
                    <a:pt x="1477" y="322"/>
                    <a:pt x="1548" y="251"/>
                    <a:pt x="1548" y="167"/>
                  </a:cubicBezTo>
                  <a:cubicBezTo>
                    <a:pt x="1548" y="72"/>
                    <a:pt x="1477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4" name="Google Shape;384;p38"/>
            <p:cNvSpPr/>
            <p:nvPr/>
          </p:nvSpPr>
          <p:spPr>
            <a:xfrm>
              <a:off x="8200683" y="3486452"/>
              <a:ext cx="73883" cy="10623"/>
            </a:xfrm>
            <a:custGeom>
              <a:rect b="b" l="l" r="r" t="t"/>
              <a:pathLst>
                <a:path extrusionOk="0" h="334" w="2323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156" y="334"/>
                  </a:lnTo>
                  <a:cubicBezTo>
                    <a:pt x="2251" y="334"/>
                    <a:pt x="2322" y="250"/>
                    <a:pt x="2322" y="167"/>
                  </a:cubicBezTo>
                  <a:cubicBezTo>
                    <a:pt x="2322" y="72"/>
                    <a:pt x="2251" y="0"/>
                    <a:pt x="2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5" name="Google Shape;385;p38"/>
            <p:cNvSpPr/>
            <p:nvPr/>
          </p:nvSpPr>
          <p:spPr>
            <a:xfrm>
              <a:off x="8171899" y="3506902"/>
              <a:ext cx="102667" cy="10241"/>
            </a:xfrm>
            <a:custGeom>
              <a:rect b="b" l="l" r="r" t="t"/>
              <a:pathLst>
                <a:path extrusionOk="0" h="322" w="3228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3061" y="322"/>
                  </a:lnTo>
                  <a:cubicBezTo>
                    <a:pt x="3156" y="322"/>
                    <a:pt x="3227" y="250"/>
                    <a:pt x="3227" y="167"/>
                  </a:cubicBezTo>
                  <a:cubicBezTo>
                    <a:pt x="3227" y="72"/>
                    <a:pt x="3156" y="0"/>
                    <a:pt x="30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8"/>
            <p:cNvSpPr/>
            <p:nvPr/>
          </p:nvSpPr>
          <p:spPr>
            <a:xfrm>
              <a:off x="8171899" y="3527735"/>
              <a:ext cx="49266" cy="10241"/>
            </a:xfrm>
            <a:custGeom>
              <a:rect b="b" l="l" r="r" t="t"/>
              <a:pathLst>
                <a:path extrusionOk="0" h="322" w="1549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1382" y="322"/>
                  </a:lnTo>
                  <a:cubicBezTo>
                    <a:pt x="1477" y="322"/>
                    <a:pt x="1548" y="250"/>
                    <a:pt x="1548" y="167"/>
                  </a:cubicBezTo>
                  <a:cubicBezTo>
                    <a:pt x="1548" y="72"/>
                    <a:pt x="1477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8"/>
            <p:cNvSpPr/>
            <p:nvPr/>
          </p:nvSpPr>
          <p:spPr>
            <a:xfrm>
              <a:off x="8174189" y="3417149"/>
              <a:ext cx="102635" cy="45099"/>
            </a:xfrm>
            <a:custGeom>
              <a:rect b="b" l="l" r="r" t="t"/>
              <a:pathLst>
                <a:path extrusionOk="0" h="1418" w="3227">
                  <a:moveTo>
                    <a:pt x="2905" y="334"/>
                  </a:moveTo>
                  <a:lnTo>
                    <a:pt x="2905" y="1096"/>
                  </a:lnTo>
                  <a:lnTo>
                    <a:pt x="333" y="1096"/>
                  </a:lnTo>
                  <a:lnTo>
                    <a:pt x="333" y="334"/>
                  </a:lnTo>
                  <a:close/>
                  <a:moveTo>
                    <a:pt x="167" y="1"/>
                  </a:moveTo>
                  <a:cubicBezTo>
                    <a:pt x="72" y="12"/>
                    <a:pt x="0" y="84"/>
                    <a:pt x="0" y="167"/>
                  </a:cubicBezTo>
                  <a:lnTo>
                    <a:pt x="0" y="1251"/>
                  </a:lnTo>
                  <a:cubicBezTo>
                    <a:pt x="0" y="1346"/>
                    <a:pt x="72" y="1417"/>
                    <a:pt x="167" y="1417"/>
                  </a:cubicBezTo>
                  <a:lnTo>
                    <a:pt x="3072" y="1417"/>
                  </a:lnTo>
                  <a:cubicBezTo>
                    <a:pt x="3155" y="1417"/>
                    <a:pt x="3227" y="1346"/>
                    <a:pt x="3227" y="1251"/>
                  </a:cubicBezTo>
                  <a:lnTo>
                    <a:pt x="3227" y="167"/>
                  </a:lnTo>
                  <a:cubicBezTo>
                    <a:pt x="3227" y="84"/>
                    <a:pt x="3155" y="1"/>
                    <a:pt x="3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 txBox="1"/>
          <p:nvPr/>
        </p:nvSpPr>
        <p:spPr>
          <a:xfrm>
            <a:off x="720150" y="913650"/>
            <a:ext cx="7704000" cy="3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El diccionario es un tipo de arreglo similar a las listas, pero en lugar de tener un índice numérico, cuentan con una clave única.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Son estructuras del tipo clave-valor, y tienen la siguiente forma: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{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“Clave 1” : ”Valor 1”,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“Clave 2” : “Valor 2”,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…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“Clave 3” : “Valor N”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3" name="Google Shape;393;p39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Diccionario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/>
          <p:nvPr/>
        </p:nvSpPr>
        <p:spPr>
          <a:xfrm>
            <a:off x="720150" y="913650"/>
            <a:ext cx="7704000" cy="3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dic:= Dictionary new.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col:= far verTodos.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colLab:= col collect:[:el | el verLab].  “tomo los nombres de todos los laboratorios”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sinRep:= colLab asSet. “saco los repetidos”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sinRep do: [: el| dic at: el put: ( colLab occurrencesOf: el)].</a:t>
            </a:r>
            <a:endParaRPr sz="1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“recorro el diccionario por claves e imprimo Laboratorio y  cantidad.” 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dic   keysDo:[ :cla|  Transcript show: ‘Laboratorio: ', cla, ‘Cantidad de remedios:’ , dic at:cla. Transcript cr].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9" name="Google Shape;399;p40"/>
          <p:cNvSpPr txBox="1"/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Diccionario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41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405" name="Google Shape;405;p4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41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408" name="Google Shape;408;p41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0" name="Google Shape;410;p41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411" name="Google Shape;411;p41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1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41"/>
          <p:cNvSpPr txBox="1"/>
          <p:nvPr>
            <p:ph type="title"/>
          </p:nvPr>
        </p:nvSpPr>
        <p:spPr>
          <a:xfrm>
            <a:off x="1187000" y="1906700"/>
            <a:ext cx="40890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Resolver ejercicios TP3</a:t>
            </a:r>
            <a:endParaRPr sz="4600"/>
          </a:p>
        </p:txBody>
      </p:sp>
      <p:sp>
        <p:nvSpPr>
          <p:cNvPr id="414" name="Google Shape;414;p41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416" name="Google Shape;416;p41"/>
          <p:cNvGrpSpPr/>
          <p:nvPr/>
        </p:nvGrpSpPr>
        <p:grpSpPr>
          <a:xfrm>
            <a:off x="5717607" y="1745642"/>
            <a:ext cx="2032989" cy="1241898"/>
            <a:chOff x="7009649" y="1541981"/>
            <a:chExt cx="524940" cy="320655"/>
          </a:xfrm>
        </p:grpSpPr>
        <p:sp>
          <p:nvSpPr>
            <p:cNvPr id="417" name="Google Shape;417;p41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1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1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1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