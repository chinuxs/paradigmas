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Quantico" panose="020B0604020202020204" charset="0"/>
      <p:regular r:id="rId22"/>
      <p:bold r:id="rId23"/>
      <p:italic r:id="rId24"/>
      <p:boldItalic r:id="rId25"/>
    </p:embeddedFont>
    <p:embeddedFont>
      <p:font typeface="Source Code Pro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0f7af2584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0f7af2584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5c431c3091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5c431c3091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5d94438ed8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5d94438ed8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208182d5ab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208182d5ab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08182d5ab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08182d5ab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208182d5ab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208182d5ab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208182d5ab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208182d5ab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08182d5ab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208182d5ab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208182d5ab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208182d5ab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208182d5ab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208182d5ab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5c431c3091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5c431c3091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5c431c3091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5c431c3091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2081c0417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2081c0417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2081c0417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2081c0417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2081c0417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2081c0417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2081c0417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2081c0417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2081c0417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2081c0417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2081c0417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2081c04172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00" y="0"/>
            <a:ext cx="91440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062200" y="1289175"/>
            <a:ext cx="5019600" cy="18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050100" y="3617700"/>
            <a:ext cx="3043800" cy="7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186988" y="1906688"/>
            <a:ext cx="3943500" cy="11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5731913" y="1906688"/>
            <a:ext cx="2225100" cy="11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809700"/>
            <a:ext cx="7704000" cy="2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5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5" name="Google Shape;25;p5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5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807625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4922022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807630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4922022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7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37" name="Google Shape;37;p7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7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44" name="Google Shape;44;p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2801700" y="1918054"/>
            <a:ext cx="5622300" cy="24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9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0" name="Google Shape;50;p9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9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9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 rot="515">
            <a:off x="2406900" y="1623064"/>
            <a:ext cx="6006600" cy="6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3658200" y="2303046"/>
            <a:ext cx="4755300" cy="1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7" name="Google Shape;57;p1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1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720000" y="2233875"/>
            <a:ext cx="7704000" cy="61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 hasCustomPrompt="1"/>
          </p:nvPr>
        </p:nvSpPr>
        <p:spPr>
          <a:xfrm>
            <a:off x="3030250" y="1291525"/>
            <a:ext cx="4711500" cy="11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>
            <a:spLocks noGrp="1"/>
          </p:cNvSpPr>
          <p:nvPr>
            <p:ph type="subTitle" idx="1"/>
          </p:nvPr>
        </p:nvSpPr>
        <p:spPr>
          <a:xfrm>
            <a:off x="4173275" y="3581850"/>
            <a:ext cx="3169800" cy="6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64" name="Google Shape;64;p11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" name="Google Shape;65;p11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70" name="Google Shape;70;p1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13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91" name="Google Shape;91;p13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3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3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3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4"/>
          <p:cNvGrpSpPr/>
          <p:nvPr/>
        </p:nvGrpSpPr>
        <p:grpSpPr>
          <a:xfrm>
            <a:off x="1282950" y="650425"/>
            <a:ext cx="6578100" cy="3438300"/>
            <a:chOff x="772525" y="726625"/>
            <a:chExt cx="6578100" cy="3438300"/>
          </a:xfrm>
        </p:grpSpPr>
        <p:sp>
          <p:nvSpPr>
            <p:cNvPr id="100" name="Google Shape;100;p14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14"/>
          <p:cNvGrpSpPr/>
          <p:nvPr/>
        </p:nvGrpSpPr>
        <p:grpSpPr>
          <a:xfrm>
            <a:off x="2848350" y="3365325"/>
            <a:ext cx="3447300" cy="962400"/>
            <a:chOff x="4924175" y="3441525"/>
            <a:chExt cx="3447300" cy="962400"/>
          </a:xfrm>
        </p:grpSpPr>
        <p:sp>
          <p:nvSpPr>
            <p:cNvPr id="103" name="Google Shape;103;p14"/>
            <p:cNvSpPr/>
            <p:nvPr/>
          </p:nvSpPr>
          <p:spPr>
            <a:xfrm>
              <a:off x="4924175" y="3441525"/>
              <a:ext cx="3447300" cy="962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" name="Google Shape;105;p14"/>
          <p:cNvSpPr txBox="1"/>
          <p:nvPr/>
        </p:nvSpPr>
        <p:spPr>
          <a:xfrm>
            <a:off x="1414871" y="1639888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&lt;</a:t>
            </a:r>
            <a:endParaRPr sz="3600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7020763" y="2493275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ctrTitle"/>
          </p:nvPr>
        </p:nvSpPr>
        <p:spPr>
          <a:xfrm>
            <a:off x="2062200" y="1662575"/>
            <a:ext cx="5019600" cy="12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Paradigmas de Programación</a:t>
            </a:r>
            <a:endParaRPr sz="3900">
              <a:solidFill>
                <a:schemeClr val="accent2"/>
              </a:solidFill>
            </a:endParaRPr>
          </a:p>
        </p:txBody>
      </p:sp>
      <p:sp>
        <p:nvSpPr>
          <p:cNvPr id="108" name="Google Shape;108;p14"/>
          <p:cNvSpPr txBox="1">
            <a:spLocks noGrp="1"/>
          </p:cNvSpPr>
          <p:nvPr>
            <p:ph type="subTitle" idx="1"/>
          </p:nvPr>
        </p:nvSpPr>
        <p:spPr>
          <a:xfrm>
            <a:off x="3050100" y="3617700"/>
            <a:ext cx="3043800" cy="7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Clase 2</a:t>
            </a:r>
            <a:endParaRPr/>
          </a:p>
        </p:txBody>
      </p:sp>
      <p:grpSp>
        <p:nvGrpSpPr>
          <p:cNvPr id="109" name="Google Shape;109;p14"/>
          <p:cNvGrpSpPr/>
          <p:nvPr/>
        </p:nvGrpSpPr>
        <p:grpSpPr>
          <a:xfrm>
            <a:off x="488525" y="3098476"/>
            <a:ext cx="1864800" cy="718498"/>
            <a:chOff x="488525" y="3093501"/>
            <a:chExt cx="1864800" cy="718498"/>
          </a:xfrm>
        </p:grpSpPr>
        <p:grpSp>
          <p:nvGrpSpPr>
            <p:cNvPr id="110" name="Google Shape;110;p14"/>
            <p:cNvGrpSpPr/>
            <p:nvPr/>
          </p:nvGrpSpPr>
          <p:grpSpPr>
            <a:xfrm>
              <a:off x="488525" y="3093501"/>
              <a:ext cx="1864800" cy="718498"/>
              <a:chOff x="488525" y="3093501"/>
              <a:chExt cx="1864800" cy="718498"/>
            </a:xfrm>
          </p:grpSpPr>
          <p:sp>
            <p:nvSpPr>
              <p:cNvPr id="111" name="Google Shape;111;p14"/>
              <p:cNvSpPr/>
              <p:nvPr/>
            </p:nvSpPr>
            <p:spPr>
              <a:xfrm>
                <a:off x="488525" y="3348799"/>
                <a:ext cx="1864800" cy="463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488525" y="3093501"/>
                <a:ext cx="1864800" cy="255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" name="Google Shape;113;p14"/>
            <p:cNvGrpSpPr/>
            <p:nvPr/>
          </p:nvGrpSpPr>
          <p:grpSpPr>
            <a:xfrm>
              <a:off x="693113" y="3432625"/>
              <a:ext cx="1455642" cy="295547"/>
              <a:chOff x="704072" y="2828928"/>
              <a:chExt cx="1455642" cy="295547"/>
            </a:xfrm>
          </p:grpSpPr>
          <p:sp>
            <p:nvSpPr>
              <p:cNvPr id="114" name="Google Shape;114;p14"/>
              <p:cNvSpPr/>
              <p:nvPr/>
            </p:nvSpPr>
            <p:spPr>
              <a:xfrm>
                <a:off x="704072" y="2828928"/>
                <a:ext cx="295547" cy="295547"/>
              </a:xfrm>
              <a:custGeom>
                <a:avLst/>
                <a:gdLst/>
                <a:ahLst/>
                <a:cxnLst/>
                <a:rect l="l" t="t" r="r" b="b"/>
                <a:pathLst>
                  <a:path w="3170" h="3170" extrusionOk="0">
                    <a:moveTo>
                      <a:pt x="701" y="1"/>
                    </a:moveTo>
                    <a:cubicBezTo>
                      <a:pt x="301" y="1"/>
                      <a:pt x="1" y="334"/>
                      <a:pt x="1" y="701"/>
                    </a:cubicBezTo>
                    <a:lnTo>
                      <a:pt x="1" y="2436"/>
                    </a:lnTo>
                    <a:cubicBezTo>
                      <a:pt x="1" y="2869"/>
                      <a:pt x="334" y="3169"/>
                      <a:pt x="701" y="3169"/>
                    </a:cubicBezTo>
                    <a:lnTo>
                      <a:pt x="2469" y="3169"/>
                    </a:lnTo>
                    <a:cubicBezTo>
                      <a:pt x="2870" y="3169"/>
                      <a:pt x="3170" y="2836"/>
                      <a:pt x="3170" y="2436"/>
                    </a:cubicBezTo>
                    <a:lnTo>
                      <a:pt x="3170" y="701"/>
                    </a:lnTo>
                    <a:cubicBezTo>
                      <a:pt x="3170" y="267"/>
                      <a:pt x="2836" y="1"/>
                      <a:pt x="24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4"/>
              <p:cNvSpPr/>
              <p:nvPr/>
            </p:nvSpPr>
            <p:spPr>
              <a:xfrm>
                <a:off x="1095931" y="2922255"/>
                <a:ext cx="1063783" cy="21816"/>
              </a:xfrm>
              <a:custGeom>
                <a:avLst/>
                <a:gdLst/>
                <a:ahLst/>
                <a:cxnLst/>
                <a:rect l="l" t="t" r="r" b="b"/>
                <a:pathLst>
                  <a:path w="11410" h="234" extrusionOk="0">
                    <a:moveTo>
                      <a:pt x="134" y="0"/>
                    </a:moveTo>
                    <a:cubicBezTo>
                      <a:pt x="68" y="0"/>
                      <a:pt x="1" y="34"/>
                      <a:pt x="1" y="100"/>
                    </a:cubicBezTo>
                    <a:cubicBezTo>
                      <a:pt x="1" y="200"/>
                      <a:pt x="68" y="234"/>
                      <a:pt x="134" y="234"/>
                    </a:cubicBezTo>
                    <a:lnTo>
                      <a:pt x="11276" y="234"/>
                    </a:lnTo>
                    <a:cubicBezTo>
                      <a:pt x="11342" y="234"/>
                      <a:pt x="11409" y="200"/>
                      <a:pt x="11409" y="100"/>
                    </a:cubicBezTo>
                    <a:cubicBezTo>
                      <a:pt x="11409" y="34"/>
                      <a:pt x="11309" y="0"/>
                      <a:pt x="112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4"/>
              <p:cNvSpPr/>
              <p:nvPr/>
            </p:nvSpPr>
            <p:spPr>
              <a:xfrm>
                <a:off x="1095931" y="3003088"/>
                <a:ext cx="684327" cy="21910"/>
              </a:xfrm>
              <a:custGeom>
                <a:avLst/>
                <a:gdLst/>
                <a:ahLst/>
                <a:cxnLst/>
                <a:rect l="l" t="t" r="r" b="b"/>
                <a:pathLst>
                  <a:path w="7340" h="235" extrusionOk="0">
                    <a:moveTo>
                      <a:pt x="134" y="1"/>
                    </a:moveTo>
                    <a:cubicBezTo>
                      <a:pt x="68" y="1"/>
                      <a:pt x="1" y="34"/>
                      <a:pt x="1" y="134"/>
                    </a:cubicBezTo>
                    <a:cubicBezTo>
                      <a:pt x="1" y="201"/>
                      <a:pt x="68" y="234"/>
                      <a:pt x="134" y="234"/>
                    </a:cubicBezTo>
                    <a:lnTo>
                      <a:pt x="7239" y="234"/>
                    </a:lnTo>
                    <a:cubicBezTo>
                      <a:pt x="7306" y="234"/>
                      <a:pt x="7339" y="201"/>
                      <a:pt x="7339" y="134"/>
                    </a:cubicBezTo>
                    <a:cubicBezTo>
                      <a:pt x="7339" y="67"/>
                      <a:pt x="7273" y="1"/>
                      <a:pt x="7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" name="Google Shape;117;p14"/>
            <p:cNvGrpSpPr/>
            <p:nvPr/>
          </p:nvGrpSpPr>
          <p:grpSpPr>
            <a:xfrm>
              <a:off x="1892128" y="3177685"/>
              <a:ext cx="361833" cy="86930"/>
              <a:chOff x="2513203" y="3027163"/>
              <a:chExt cx="361833" cy="86930"/>
            </a:xfrm>
          </p:grpSpPr>
          <p:sp>
            <p:nvSpPr>
              <p:cNvPr id="118" name="Google Shape;118;p14"/>
              <p:cNvSpPr/>
              <p:nvPr/>
            </p:nvSpPr>
            <p:spPr>
              <a:xfrm>
                <a:off x="2513203" y="3027163"/>
                <a:ext cx="88213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236" extrusionOk="0">
                    <a:moveTo>
                      <a:pt x="1134" y="1"/>
                    </a:moveTo>
                    <a:cubicBezTo>
                      <a:pt x="500" y="1"/>
                      <a:pt x="0" y="501"/>
                      <a:pt x="0" y="1101"/>
                    </a:cubicBezTo>
                    <a:cubicBezTo>
                      <a:pt x="0" y="1735"/>
                      <a:pt x="500" y="2236"/>
                      <a:pt x="1134" y="2236"/>
                    </a:cubicBezTo>
                    <a:cubicBezTo>
                      <a:pt x="1768" y="2236"/>
                      <a:pt x="2268" y="1735"/>
                      <a:pt x="2268" y="1101"/>
                    </a:cubicBezTo>
                    <a:cubicBezTo>
                      <a:pt x="2268" y="501"/>
                      <a:pt x="1768" y="1"/>
                      <a:pt x="11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4"/>
              <p:cNvSpPr/>
              <p:nvPr/>
            </p:nvSpPr>
            <p:spPr>
              <a:xfrm>
                <a:off x="2650635" y="3027163"/>
                <a:ext cx="88252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70" h="2236" extrusionOk="0">
                    <a:moveTo>
                      <a:pt x="1135" y="1"/>
                    </a:moveTo>
                    <a:cubicBezTo>
                      <a:pt x="501" y="1"/>
                      <a:pt x="1" y="501"/>
                      <a:pt x="1" y="1101"/>
                    </a:cubicBezTo>
                    <a:cubicBezTo>
                      <a:pt x="1" y="1735"/>
                      <a:pt x="501" y="2236"/>
                      <a:pt x="1135" y="2236"/>
                    </a:cubicBezTo>
                    <a:cubicBezTo>
                      <a:pt x="1769" y="2236"/>
                      <a:pt x="2269" y="1735"/>
                      <a:pt x="2269" y="1101"/>
                    </a:cubicBezTo>
                    <a:cubicBezTo>
                      <a:pt x="2269" y="501"/>
                      <a:pt x="1736" y="1"/>
                      <a:pt x="11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4"/>
              <p:cNvSpPr/>
              <p:nvPr/>
            </p:nvSpPr>
            <p:spPr>
              <a:xfrm>
                <a:off x="2786822" y="3027163"/>
                <a:ext cx="88213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236" extrusionOk="0">
                    <a:moveTo>
                      <a:pt x="1135" y="1"/>
                    </a:moveTo>
                    <a:cubicBezTo>
                      <a:pt x="501" y="1"/>
                      <a:pt x="0" y="501"/>
                      <a:pt x="0" y="1101"/>
                    </a:cubicBezTo>
                    <a:cubicBezTo>
                      <a:pt x="0" y="1735"/>
                      <a:pt x="501" y="2236"/>
                      <a:pt x="1135" y="2236"/>
                    </a:cubicBezTo>
                    <a:cubicBezTo>
                      <a:pt x="1768" y="2236"/>
                      <a:pt x="2269" y="1735"/>
                      <a:pt x="2269" y="1101"/>
                    </a:cubicBezTo>
                    <a:cubicBezTo>
                      <a:pt x="2269" y="501"/>
                      <a:pt x="1768" y="1"/>
                      <a:pt x="11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/>
        </p:nvSpPr>
        <p:spPr>
          <a:xfrm>
            <a:off x="720000" y="1069950"/>
            <a:ext cx="6856800" cy="3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rgbClr val="FFFFFF"/>
                </a:solidFill>
                <a:latin typeface="Quantico"/>
                <a:ea typeface="Quantico"/>
                <a:cs typeface="Quantico"/>
                <a:sym typeface="Quantico"/>
              </a:rPr>
              <a:t>Repaso de POO</a:t>
            </a:r>
            <a:endParaRPr sz="2000">
              <a:solidFill>
                <a:srgbClr val="FFFFFF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rgbClr val="FFFFFF"/>
                </a:solidFill>
                <a:latin typeface="Quantico"/>
                <a:ea typeface="Quantico"/>
                <a:cs typeface="Quantico"/>
                <a:sym typeface="Quantico"/>
              </a:rPr>
              <a:t>Mensajes: Tipos, componentes, orden de ejecución.</a:t>
            </a:r>
            <a:endParaRPr sz="2000">
              <a:solidFill>
                <a:srgbClr val="FFFFFF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rgbClr val="FFFFFF"/>
                </a:solidFill>
                <a:latin typeface="Quantico"/>
                <a:ea typeface="Quantico"/>
                <a:cs typeface="Quantico"/>
                <a:sym typeface="Quantico"/>
              </a:rPr>
              <a:t>Variables.</a:t>
            </a:r>
            <a:endParaRPr sz="2000">
              <a:solidFill>
                <a:srgbClr val="FFFFFF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rgbClr val="FFFFFF"/>
                </a:solidFill>
                <a:latin typeface="Quantico"/>
                <a:ea typeface="Quantico"/>
                <a:cs typeface="Quantico"/>
                <a:sym typeface="Quantico"/>
              </a:rPr>
              <a:t>Estructuras de control.</a:t>
            </a:r>
            <a:endParaRPr sz="2000">
              <a:solidFill>
                <a:srgbClr val="FFFFFF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rgbClr val="FFFFFF"/>
                </a:solidFill>
                <a:latin typeface="Quantico"/>
                <a:ea typeface="Quantico"/>
                <a:cs typeface="Quantico"/>
                <a:sym typeface="Quantico"/>
              </a:rPr>
              <a:t>Ejercicios para resolver.</a:t>
            </a:r>
            <a:endParaRPr sz="2000">
              <a:solidFill>
                <a:srgbClr val="FFFFFF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rgbClr val="FFFFFF"/>
                </a:solidFill>
                <a:latin typeface="Quantico"/>
                <a:ea typeface="Quantico"/>
                <a:cs typeface="Quantico"/>
                <a:sym typeface="Quantico"/>
              </a:rPr>
              <a:t>Presentación Dolphin.</a:t>
            </a:r>
            <a:endParaRPr sz="2000">
              <a:solidFill>
                <a:srgbClr val="FFFFFF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720000" y="234700"/>
            <a:ext cx="770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94EE6B"/>
                </a:solidFill>
                <a:latin typeface="Quantico"/>
                <a:ea typeface="Quantico"/>
                <a:cs typeface="Quantico"/>
                <a:sym typeface="Quantico"/>
              </a:rPr>
              <a:t>&lt;/</a:t>
            </a:r>
            <a:r>
              <a:rPr lang="en" sz="3300">
                <a:solidFill>
                  <a:srgbClr val="FFFFFF"/>
                </a:solidFill>
                <a:latin typeface="Quantico"/>
                <a:ea typeface="Quantico"/>
                <a:cs typeface="Quantico"/>
                <a:sym typeface="Quantico"/>
              </a:rPr>
              <a:t>Desarrollo de la clase 2</a:t>
            </a:r>
            <a:endParaRPr sz="3300">
              <a:solidFill>
                <a:srgbClr val="FFFFFF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>
            <a:spLocks noGrp="1"/>
          </p:cNvSpPr>
          <p:nvPr>
            <p:ph type="title"/>
          </p:nvPr>
        </p:nvSpPr>
        <p:spPr>
          <a:xfrm>
            <a:off x="720000" y="2347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</a:t>
            </a:r>
            <a:r>
              <a:rPr lang="en"/>
              <a:t>Repaso</a:t>
            </a:r>
            <a:endParaRPr/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187" y="1966250"/>
            <a:ext cx="1801625" cy="1820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16"/>
          <p:cNvGrpSpPr/>
          <p:nvPr/>
        </p:nvGrpSpPr>
        <p:grpSpPr>
          <a:xfrm>
            <a:off x="1211475" y="1361014"/>
            <a:ext cx="457206" cy="455590"/>
            <a:chOff x="6203579" y="3348981"/>
            <a:chExt cx="351615" cy="350373"/>
          </a:xfrm>
        </p:grpSpPr>
        <p:sp>
          <p:nvSpPr>
            <p:cNvPr id="134" name="Google Shape;134;p16"/>
            <p:cNvSpPr/>
            <p:nvPr/>
          </p:nvSpPr>
          <p:spPr>
            <a:xfrm>
              <a:off x="6377667" y="3404249"/>
              <a:ext cx="93686" cy="58072"/>
            </a:xfrm>
            <a:custGeom>
              <a:avLst/>
              <a:gdLst/>
              <a:ahLst/>
              <a:cxnLst/>
              <a:rect l="l" t="t" r="r" b="b"/>
              <a:pathLst>
                <a:path w="2941" h="1823" extrusionOk="0">
                  <a:moveTo>
                    <a:pt x="644" y="0"/>
                  </a:moveTo>
                  <a:cubicBezTo>
                    <a:pt x="467" y="0"/>
                    <a:pt x="288" y="39"/>
                    <a:pt x="119" y="120"/>
                  </a:cubicBezTo>
                  <a:cubicBezTo>
                    <a:pt x="36" y="155"/>
                    <a:pt x="0" y="251"/>
                    <a:pt x="36" y="322"/>
                  </a:cubicBezTo>
                  <a:cubicBezTo>
                    <a:pt x="70" y="374"/>
                    <a:pt x="129" y="413"/>
                    <a:pt x="186" y="413"/>
                  </a:cubicBezTo>
                  <a:cubicBezTo>
                    <a:pt x="208" y="413"/>
                    <a:pt x="230" y="407"/>
                    <a:pt x="250" y="394"/>
                  </a:cubicBezTo>
                  <a:cubicBezTo>
                    <a:pt x="370" y="337"/>
                    <a:pt x="498" y="310"/>
                    <a:pt x="625" y="310"/>
                  </a:cubicBezTo>
                  <a:cubicBezTo>
                    <a:pt x="950" y="310"/>
                    <a:pt x="1269" y="487"/>
                    <a:pt x="1441" y="786"/>
                  </a:cubicBezTo>
                  <a:cubicBezTo>
                    <a:pt x="1215" y="1036"/>
                    <a:pt x="1143" y="1406"/>
                    <a:pt x="1286" y="1739"/>
                  </a:cubicBezTo>
                  <a:cubicBezTo>
                    <a:pt x="1322" y="1798"/>
                    <a:pt x="1381" y="1822"/>
                    <a:pt x="1441" y="1822"/>
                  </a:cubicBezTo>
                  <a:cubicBezTo>
                    <a:pt x="1560" y="1822"/>
                    <a:pt x="1631" y="1703"/>
                    <a:pt x="1584" y="1608"/>
                  </a:cubicBezTo>
                  <a:cubicBezTo>
                    <a:pt x="1453" y="1322"/>
                    <a:pt x="1572" y="989"/>
                    <a:pt x="1858" y="858"/>
                  </a:cubicBezTo>
                  <a:cubicBezTo>
                    <a:pt x="1936" y="822"/>
                    <a:pt x="2017" y="805"/>
                    <a:pt x="2096" y="805"/>
                  </a:cubicBezTo>
                  <a:cubicBezTo>
                    <a:pt x="2305" y="805"/>
                    <a:pt x="2501" y="924"/>
                    <a:pt x="2596" y="1132"/>
                  </a:cubicBezTo>
                  <a:cubicBezTo>
                    <a:pt x="2631" y="1193"/>
                    <a:pt x="2699" y="1229"/>
                    <a:pt x="2760" y="1229"/>
                  </a:cubicBezTo>
                  <a:cubicBezTo>
                    <a:pt x="2782" y="1229"/>
                    <a:pt x="2803" y="1224"/>
                    <a:pt x="2822" y="1215"/>
                  </a:cubicBezTo>
                  <a:cubicBezTo>
                    <a:pt x="2893" y="1167"/>
                    <a:pt x="2941" y="1084"/>
                    <a:pt x="2893" y="1013"/>
                  </a:cubicBezTo>
                  <a:cubicBezTo>
                    <a:pt x="2757" y="696"/>
                    <a:pt x="2448" y="503"/>
                    <a:pt x="2108" y="503"/>
                  </a:cubicBezTo>
                  <a:cubicBezTo>
                    <a:pt x="1975" y="503"/>
                    <a:pt x="1837" y="532"/>
                    <a:pt x="1703" y="596"/>
                  </a:cubicBezTo>
                  <a:cubicBezTo>
                    <a:pt x="1476" y="218"/>
                    <a:pt x="1066" y="0"/>
                    <a:pt x="6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6260090" y="3449611"/>
              <a:ext cx="76643" cy="44947"/>
            </a:xfrm>
            <a:custGeom>
              <a:avLst/>
              <a:gdLst/>
              <a:ahLst/>
              <a:cxnLst/>
              <a:rect l="l" t="t" r="r" b="b"/>
              <a:pathLst>
                <a:path w="2406" h="1411" extrusionOk="0">
                  <a:moveTo>
                    <a:pt x="1868" y="0"/>
                  </a:moveTo>
                  <a:cubicBezTo>
                    <a:pt x="1523" y="0"/>
                    <a:pt x="1190" y="178"/>
                    <a:pt x="1012" y="541"/>
                  </a:cubicBezTo>
                  <a:cubicBezTo>
                    <a:pt x="891" y="501"/>
                    <a:pt x="765" y="480"/>
                    <a:pt x="638" y="480"/>
                  </a:cubicBezTo>
                  <a:cubicBezTo>
                    <a:pt x="466" y="480"/>
                    <a:pt x="291" y="518"/>
                    <a:pt x="119" y="601"/>
                  </a:cubicBezTo>
                  <a:cubicBezTo>
                    <a:pt x="36" y="636"/>
                    <a:pt x="0" y="732"/>
                    <a:pt x="36" y="803"/>
                  </a:cubicBezTo>
                  <a:cubicBezTo>
                    <a:pt x="70" y="855"/>
                    <a:pt x="129" y="894"/>
                    <a:pt x="186" y="894"/>
                  </a:cubicBezTo>
                  <a:cubicBezTo>
                    <a:pt x="209" y="894"/>
                    <a:pt x="230" y="888"/>
                    <a:pt x="250" y="875"/>
                  </a:cubicBezTo>
                  <a:cubicBezTo>
                    <a:pt x="375" y="820"/>
                    <a:pt x="506" y="794"/>
                    <a:pt x="636" y="794"/>
                  </a:cubicBezTo>
                  <a:cubicBezTo>
                    <a:pt x="990" y="794"/>
                    <a:pt x="1332" y="987"/>
                    <a:pt x="1489" y="1327"/>
                  </a:cubicBezTo>
                  <a:cubicBezTo>
                    <a:pt x="1512" y="1386"/>
                    <a:pt x="1572" y="1410"/>
                    <a:pt x="1631" y="1410"/>
                  </a:cubicBezTo>
                  <a:cubicBezTo>
                    <a:pt x="1750" y="1410"/>
                    <a:pt x="1822" y="1291"/>
                    <a:pt x="1786" y="1196"/>
                  </a:cubicBezTo>
                  <a:cubicBezTo>
                    <a:pt x="1679" y="970"/>
                    <a:pt x="1500" y="779"/>
                    <a:pt x="1310" y="660"/>
                  </a:cubicBezTo>
                  <a:cubicBezTo>
                    <a:pt x="1435" y="426"/>
                    <a:pt x="1654" y="315"/>
                    <a:pt x="1877" y="315"/>
                  </a:cubicBezTo>
                  <a:cubicBezTo>
                    <a:pt x="1971" y="315"/>
                    <a:pt x="2067" y="335"/>
                    <a:pt x="2155" y="374"/>
                  </a:cubicBezTo>
                  <a:cubicBezTo>
                    <a:pt x="2175" y="388"/>
                    <a:pt x="2198" y="394"/>
                    <a:pt x="2221" y="394"/>
                  </a:cubicBezTo>
                  <a:cubicBezTo>
                    <a:pt x="2280" y="394"/>
                    <a:pt x="2341" y="355"/>
                    <a:pt x="2358" y="303"/>
                  </a:cubicBezTo>
                  <a:cubicBezTo>
                    <a:pt x="2405" y="220"/>
                    <a:pt x="2358" y="124"/>
                    <a:pt x="2286" y="89"/>
                  </a:cubicBezTo>
                  <a:cubicBezTo>
                    <a:pt x="2151" y="30"/>
                    <a:pt x="2009" y="0"/>
                    <a:pt x="1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6415574" y="3498349"/>
              <a:ext cx="49343" cy="21598"/>
            </a:xfrm>
            <a:custGeom>
              <a:avLst/>
              <a:gdLst/>
              <a:ahLst/>
              <a:cxnLst/>
              <a:rect l="l" t="t" r="r" b="b"/>
              <a:pathLst>
                <a:path w="1549" h="678" extrusionOk="0">
                  <a:moveTo>
                    <a:pt x="642" y="1"/>
                  </a:moveTo>
                  <a:cubicBezTo>
                    <a:pt x="446" y="1"/>
                    <a:pt x="250" y="58"/>
                    <a:pt x="84" y="178"/>
                  </a:cubicBezTo>
                  <a:cubicBezTo>
                    <a:pt x="13" y="237"/>
                    <a:pt x="1" y="333"/>
                    <a:pt x="37" y="404"/>
                  </a:cubicBezTo>
                  <a:cubicBezTo>
                    <a:pt x="75" y="450"/>
                    <a:pt x="128" y="477"/>
                    <a:pt x="180" y="477"/>
                  </a:cubicBezTo>
                  <a:cubicBezTo>
                    <a:pt x="209" y="477"/>
                    <a:pt x="237" y="469"/>
                    <a:pt x="263" y="452"/>
                  </a:cubicBezTo>
                  <a:cubicBezTo>
                    <a:pt x="382" y="366"/>
                    <a:pt x="521" y="324"/>
                    <a:pt x="659" y="324"/>
                  </a:cubicBezTo>
                  <a:cubicBezTo>
                    <a:pt x="865" y="324"/>
                    <a:pt x="1068" y="417"/>
                    <a:pt x="1203" y="595"/>
                  </a:cubicBezTo>
                  <a:cubicBezTo>
                    <a:pt x="1227" y="642"/>
                    <a:pt x="1275" y="678"/>
                    <a:pt x="1334" y="678"/>
                  </a:cubicBezTo>
                  <a:cubicBezTo>
                    <a:pt x="1465" y="678"/>
                    <a:pt x="1549" y="523"/>
                    <a:pt x="1465" y="416"/>
                  </a:cubicBezTo>
                  <a:cubicBezTo>
                    <a:pt x="1268" y="146"/>
                    <a:pt x="954" y="1"/>
                    <a:pt x="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6344283" y="3473247"/>
              <a:ext cx="41380" cy="32301"/>
            </a:xfrm>
            <a:custGeom>
              <a:avLst/>
              <a:gdLst/>
              <a:ahLst/>
              <a:cxnLst/>
              <a:rect l="l" t="t" r="r" b="b"/>
              <a:pathLst>
                <a:path w="1299" h="1014" extrusionOk="0">
                  <a:moveTo>
                    <a:pt x="1122" y="0"/>
                  </a:moveTo>
                  <a:cubicBezTo>
                    <a:pt x="1048" y="0"/>
                    <a:pt x="986" y="56"/>
                    <a:pt x="953" y="133"/>
                  </a:cubicBezTo>
                  <a:cubicBezTo>
                    <a:pt x="899" y="455"/>
                    <a:pt x="612" y="701"/>
                    <a:pt x="293" y="701"/>
                  </a:cubicBezTo>
                  <a:cubicBezTo>
                    <a:pt x="259" y="701"/>
                    <a:pt x="225" y="698"/>
                    <a:pt x="191" y="692"/>
                  </a:cubicBezTo>
                  <a:cubicBezTo>
                    <a:pt x="178" y="689"/>
                    <a:pt x="166" y="687"/>
                    <a:pt x="155" y="687"/>
                  </a:cubicBezTo>
                  <a:cubicBezTo>
                    <a:pt x="87" y="687"/>
                    <a:pt x="33" y="742"/>
                    <a:pt x="12" y="823"/>
                  </a:cubicBezTo>
                  <a:cubicBezTo>
                    <a:pt x="0" y="906"/>
                    <a:pt x="60" y="990"/>
                    <a:pt x="155" y="1002"/>
                  </a:cubicBezTo>
                  <a:cubicBezTo>
                    <a:pt x="215" y="1014"/>
                    <a:pt x="250" y="1014"/>
                    <a:pt x="310" y="1014"/>
                  </a:cubicBezTo>
                  <a:cubicBezTo>
                    <a:pt x="774" y="1014"/>
                    <a:pt x="1203" y="668"/>
                    <a:pt x="1286" y="180"/>
                  </a:cubicBezTo>
                  <a:cubicBezTo>
                    <a:pt x="1298" y="97"/>
                    <a:pt x="1239" y="13"/>
                    <a:pt x="1143" y="2"/>
                  </a:cubicBezTo>
                  <a:cubicBezTo>
                    <a:pt x="1136" y="1"/>
                    <a:pt x="1129" y="0"/>
                    <a:pt x="1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6203579" y="3348981"/>
              <a:ext cx="351615" cy="350373"/>
            </a:xfrm>
            <a:custGeom>
              <a:avLst/>
              <a:gdLst/>
              <a:ahLst/>
              <a:cxnLst/>
              <a:rect l="l" t="t" r="r" b="b"/>
              <a:pathLst>
                <a:path w="11038" h="10999" extrusionOk="0">
                  <a:moveTo>
                    <a:pt x="4995" y="1"/>
                  </a:moveTo>
                  <a:cubicBezTo>
                    <a:pt x="4687" y="1"/>
                    <a:pt x="4370" y="111"/>
                    <a:pt x="4132" y="331"/>
                  </a:cubicBezTo>
                  <a:cubicBezTo>
                    <a:pt x="3987" y="258"/>
                    <a:pt x="3828" y="224"/>
                    <a:pt x="3666" y="224"/>
                  </a:cubicBezTo>
                  <a:cubicBezTo>
                    <a:pt x="3298" y="224"/>
                    <a:pt x="2919" y="402"/>
                    <a:pt x="2679" y="700"/>
                  </a:cubicBezTo>
                  <a:cubicBezTo>
                    <a:pt x="2642" y="695"/>
                    <a:pt x="2604" y="692"/>
                    <a:pt x="2566" y="692"/>
                  </a:cubicBezTo>
                  <a:cubicBezTo>
                    <a:pt x="2064" y="692"/>
                    <a:pt x="1551" y="1122"/>
                    <a:pt x="1429" y="1676"/>
                  </a:cubicBezTo>
                  <a:cubicBezTo>
                    <a:pt x="881" y="1795"/>
                    <a:pt x="488" y="2462"/>
                    <a:pt x="643" y="3081"/>
                  </a:cubicBezTo>
                  <a:cubicBezTo>
                    <a:pt x="84" y="3379"/>
                    <a:pt x="0" y="4248"/>
                    <a:pt x="441" y="4784"/>
                  </a:cubicBezTo>
                  <a:cubicBezTo>
                    <a:pt x="336" y="5477"/>
                    <a:pt x="852" y="6142"/>
                    <a:pt x="1432" y="6142"/>
                  </a:cubicBezTo>
                  <a:cubicBezTo>
                    <a:pt x="1510" y="6142"/>
                    <a:pt x="1589" y="6130"/>
                    <a:pt x="1667" y="6105"/>
                  </a:cubicBezTo>
                  <a:cubicBezTo>
                    <a:pt x="1827" y="6308"/>
                    <a:pt x="2150" y="6444"/>
                    <a:pt x="2456" y="6444"/>
                  </a:cubicBezTo>
                  <a:cubicBezTo>
                    <a:pt x="2491" y="6444"/>
                    <a:pt x="2526" y="6442"/>
                    <a:pt x="2560" y="6439"/>
                  </a:cubicBezTo>
                  <a:cubicBezTo>
                    <a:pt x="3002" y="7378"/>
                    <a:pt x="3681" y="7769"/>
                    <a:pt x="4568" y="7769"/>
                  </a:cubicBezTo>
                  <a:cubicBezTo>
                    <a:pt x="4805" y="7769"/>
                    <a:pt x="5056" y="7741"/>
                    <a:pt x="5322" y="7689"/>
                  </a:cubicBezTo>
                  <a:cubicBezTo>
                    <a:pt x="5429" y="8070"/>
                    <a:pt x="5715" y="8534"/>
                    <a:pt x="6382" y="8915"/>
                  </a:cubicBezTo>
                  <a:cubicBezTo>
                    <a:pt x="7454" y="9534"/>
                    <a:pt x="7965" y="10022"/>
                    <a:pt x="8037" y="10487"/>
                  </a:cubicBezTo>
                  <a:cubicBezTo>
                    <a:pt x="8085" y="10796"/>
                    <a:pt x="8346" y="10999"/>
                    <a:pt x="8644" y="10999"/>
                  </a:cubicBezTo>
                  <a:cubicBezTo>
                    <a:pt x="9049" y="10999"/>
                    <a:pt x="9323" y="10630"/>
                    <a:pt x="9251" y="10260"/>
                  </a:cubicBezTo>
                  <a:lnTo>
                    <a:pt x="8835" y="8355"/>
                  </a:lnTo>
                  <a:cubicBezTo>
                    <a:pt x="9275" y="8260"/>
                    <a:pt x="9573" y="7927"/>
                    <a:pt x="9620" y="7593"/>
                  </a:cubicBezTo>
                  <a:cubicBezTo>
                    <a:pt x="9656" y="7308"/>
                    <a:pt x="9763" y="7177"/>
                    <a:pt x="9644" y="6867"/>
                  </a:cubicBezTo>
                  <a:cubicBezTo>
                    <a:pt x="10299" y="6808"/>
                    <a:pt x="10752" y="6081"/>
                    <a:pt x="10609" y="5427"/>
                  </a:cubicBezTo>
                  <a:cubicBezTo>
                    <a:pt x="11025" y="5034"/>
                    <a:pt x="11037" y="4212"/>
                    <a:pt x="10585" y="3831"/>
                  </a:cubicBezTo>
                  <a:cubicBezTo>
                    <a:pt x="10656" y="3307"/>
                    <a:pt x="10323" y="2760"/>
                    <a:pt x="9823" y="2545"/>
                  </a:cubicBezTo>
                  <a:cubicBezTo>
                    <a:pt x="9835" y="2355"/>
                    <a:pt x="9787" y="2164"/>
                    <a:pt x="9704" y="1974"/>
                  </a:cubicBezTo>
                  <a:cubicBezTo>
                    <a:pt x="9673" y="1919"/>
                    <a:pt x="9616" y="1890"/>
                    <a:pt x="9560" y="1890"/>
                  </a:cubicBezTo>
                  <a:cubicBezTo>
                    <a:pt x="9531" y="1890"/>
                    <a:pt x="9502" y="1898"/>
                    <a:pt x="9478" y="1914"/>
                  </a:cubicBezTo>
                  <a:cubicBezTo>
                    <a:pt x="9406" y="1950"/>
                    <a:pt x="9370" y="2057"/>
                    <a:pt x="9418" y="2129"/>
                  </a:cubicBezTo>
                  <a:cubicBezTo>
                    <a:pt x="9513" y="2295"/>
                    <a:pt x="9537" y="2474"/>
                    <a:pt x="9489" y="2605"/>
                  </a:cubicBezTo>
                  <a:cubicBezTo>
                    <a:pt x="9466" y="2700"/>
                    <a:pt x="9525" y="2783"/>
                    <a:pt x="9609" y="2819"/>
                  </a:cubicBezTo>
                  <a:cubicBezTo>
                    <a:pt x="10061" y="2926"/>
                    <a:pt x="10371" y="3438"/>
                    <a:pt x="10251" y="3855"/>
                  </a:cubicBezTo>
                  <a:cubicBezTo>
                    <a:pt x="10240" y="3938"/>
                    <a:pt x="10263" y="4010"/>
                    <a:pt x="10323" y="4034"/>
                  </a:cubicBezTo>
                  <a:cubicBezTo>
                    <a:pt x="10609" y="4212"/>
                    <a:pt x="10716" y="4724"/>
                    <a:pt x="10490" y="5105"/>
                  </a:cubicBezTo>
                  <a:cubicBezTo>
                    <a:pt x="10418" y="4950"/>
                    <a:pt x="10299" y="4748"/>
                    <a:pt x="10085" y="4557"/>
                  </a:cubicBezTo>
                  <a:cubicBezTo>
                    <a:pt x="10051" y="4529"/>
                    <a:pt x="10014" y="4514"/>
                    <a:pt x="9978" y="4514"/>
                  </a:cubicBezTo>
                  <a:cubicBezTo>
                    <a:pt x="9939" y="4514"/>
                    <a:pt x="9902" y="4532"/>
                    <a:pt x="9870" y="4569"/>
                  </a:cubicBezTo>
                  <a:cubicBezTo>
                    <a:pt x="9799" y="4653"/>
                    <a:pt x="9799" y="4736"/>
                    <a:pt x="9882" y="4796"/>
                  </a:cubicBezTo>
                  <a:cubicBezTo>
                    <a:pt x="10085" y="4974"/>
                    <a:pt x="10216" y="5200"/>
                    <a:pt x="10287" y="5462"/>
                  </a:cubicBezTo>
                  <a:lnTo>
                    <a:pt x="10287" y="5498"/>
                  </a:lnTo>
                  <a:cubicBezTo>
                    <a:pt x="10463" y="6016"/>
                    <a:pt x="10035" y="6624"/>
                    <a:pt x="9592" y="6624"/>
                  </a:cubicBezTo>
                  <a:cubicBezTo>
                    <a:pt x="9526" y="6624"/>
                    <a:pt x="9459" y="6611"/>
                    <a:pt x="9394" y="6581"/>
                  </a:cubicBezTo>
                  <a:lnTo>
                    <a:pt x="9359" y="6581"/>
                  </a:lnTo>
                  <a:cubicBezTo>
                    <a:pt x="9251" y="6510"/>
                    <a:pt x="9120" y="6462"/>
                    <a:pt x="8989" y="6462"/>
                  </a:cubicBezTo>
                  <a:lnTo>
                    <a:pt x="8180" y="6462"/>
                  </a:lnTo>
                  <a:cubicBezTo>
                    <a:pt x="8096" y="6462"/>
                    <a:pt x="8013" y="6534"/>
                    <a:pt x="8013" y="6629"/>
                  </a:cubicBezTo>
                  <a:cubicBezTo>
                    <a:pt x="8013" y="6712"/>
                    <a:pt x="8096" y="6796"/>
                    <a:pt x="8180" y="6796"/>
                  </a:cubicBezTo>
                  <a:lnTo>
                    <a:pt x="8989" y="6796"/>
                  </a:lnTo>
                  <a:cubicBezTo>
                    <a:pt x="9251" y="6796"/>
                    <a:pt x="9442" y="7046"/>
                    <a:pt x="9370" y="7296"/>
                  </a:cubicBezTo>
                  <a:cubicBezTo>
                    <a:pt x="9370" y="7308"/>
                    <a:pt x="9359" y="7367"/>
                    <a:pt x="9311" y="7605"/>
                  </a:cubicBezTo>
                  <a:cubicBezTo>
                    <a:pt x="9228" y="7927"/>
                    <a:pt x="8942" y="8141"/>
                    <a:pt x="8632" y="8141"/>
                  </a:cubicBezTo>
                  <a:lnTo>
                    <a:pt x="7596" y="8141"/>
                  </a:lnTo>
                  <a:cubicBezTo>
                    <a:pt x="7275" y="8141"/>
                    <a:pt x="6989" y="7927"/>
                    <a:pt x="6918" y="7605"/>
                  </a:cubicBezTo>
                  <a:cubicBezTo>
                    <a:pt x="6870" y="7355"/>
                    <a:pt x="6858" y="7296"/>
                    <a:pt x="6858" y="7296"/>
                  </a:cubicBezTo>
                  <a:cubicBezTo>
                    <a:pt x="6799" y="7046"/>
                    <a:pt x="6977" y="6796"/>
                    <a:pt x="7239" y="6796"/>
                  </a:cubicBezTo>
                  <a:lnTo>
                    <a:pt x="7501" y="6796"/>
                  </a:lnTo>
                  <a:cubicBezTo>
                    <a:pt x="7584" y="6796"/>
                    <a:pt x="7656" y="6712"/>
                    <a:pt x="7656" y="6629"/>
                  </a:cubicBezTo>
                  <a:cubicBezTo>
                    <a:pt x="7656" y="6534"/>
                    <a:pt x="7584" y="6462"/>
                    <a:pt x="7501" y="6462"/>
                  </a:cubicBezTo>
                  <a:lnTo>
                    <a:pt x="7239" y="6462"/>
                  </a:lnTo>
                  <a:cubicBezTo>
                    <a:pt x="6763" y="6462"/>
                    <a:pt x="6430" y="6915"/>
                    <a:pt x="6549" y="7355"/>
                  </a:cubicBezTo>
                  <a:cubicBezTo>
                    <a:pt x="6584" y="7593"/>
                    <a:pt x="6608" y="7665"/>
                    <a:pt x="6608" y="7665"/>
                  </a:cubicBezTo>
                  <a:cubicBezTo>
                    <a:pt x="6727" y="8129"/>
                    <a:pt x="7144" y="8439"/>
                    <a:pt x="7596" y="8439"/>
                  </a:cubicBezTo>
                  <a:lnTo>
                    <a:pt x="8525" y="8439"/>
                  </a:lnTo>
                  <a:lnTo>
                    <a:pt x="8942" y="10380"/>
                  </a:lnTo>
                  <a:cubicBezTo>
                    <a:pt x="8954" y="10463"/>
                    <a:pt x="8942" y="10558"/>
                    <a:pt x="8882" y="10630"/>
                  </a:cubicBezTo>
                  <a:cubicBezTo>
                    <a:pt x="8818" y="10703"/>
                    <a:pt x="8733" y="10737"/>
                    <a:pt x="8650" y="10737"/>
                  </a:cubicBezTo>
                  <a:cubicBezTo>
                    <a:pt x="8517" y="10737"/>
                    <a:pt x="8388" y="10648"/>
                    <a:pt x="8358" y="10487"/>
                  </a:cubicBezTo>
                  <a:cubicBezTo>
                    <a:pt x="8275" y="9903"/>
                    <a:pt x="7739" y="9368"/>
                    <a:pt x="6561" y="8677"/>
                  </a:cubicBezTo>
                  <a:cubicBezTo>
                    <a:pt x="5751" y="8225"/>
                    <a:pt x="5513" y="7570"/>
                    <a:pt x="5620" y="6998"/>
                  </a:cubicBezTo>
                  <a:lnTo>
                    <a:pt x="5620" y="6998"/>
                  </a:lnTo>
                  <a:cubicBezTo>
                    <a:pt x="5918" y="7129"/>
                    <a:pt x="5870" y="7272"/>
                    <a:pt x="6025" y="7272"/>
                  </a:cubicBezTo>
                  <a:cubicBezTo>
                    <a:pt x="6156" y="7272"/>
                    <a:pt x="6227" y="7117"/>
                    <a:pt x="6156" y="7010"/>
                  </a:cubicBezTo>
                  <a:cubicBezTo>
                    <a:pt x="6025" y="6820"/>
                    <a:pt x="5834" y="6712"/>
                    <a:pt x="5620" y="6653"/>
                  </a:cubicBezTo>
                  <a:lnTo>
                    <a:pt x="5584" y="6617"/>
                  </a:lnTo>
                  <a:cubicBezTo>
                    <a:pt x="5560" y="6605"/>
                    <a:pt x="5537" y="6599"/>
                    <a:pt x="5516" y="6599"/>
                  </a:cubicBezTo>
                  <a:cubicBezTo>
                    <a:pt x="5495" y="6599"/>
                    <a:pt x="5477" y="6605"/>
                    <a:pt x="5465" y="6617"/>
                  </a:cubicBezTo>
                  <a:cubicBezTo>
                    <a:pt x="5422" y="6610"/>
                    <a:pt x="5377" y="6607"/>
                    <a:pt x="5333" y="6607"/>
                  </a:cubicBezTo>
                  <a:cubicBezTo>
                    <a:pt x="5145" y="6607"/>
                    <a:pt x="4950" y="6666"/>
                    <a:pt x="4787" y="6772"/>
                  </a:cubicBezTo>
                  <a:cubicBezTo>
                    <a:pt x="4715" y="6831"/>
                    <a:pt x="4703" y="6927"/>
                    <a:pt x="4751" y="6998"/>
                  </a:cubicBezTo>
                  <a:cubicBezTo>
                    <a:pt x="4789" y="7044"/>
                    <a:pt x="4838" y="7071"/>
                    <a:pt x="4886" y="7071"/>
                  </a:cubicBezTo>
                  <a:cubicBezTo>
                    <a:pt x="4913" y="7071"/>
                    <a:pt x="4940" y="7063"/>
                    <a:pt x="4965" y="7046"/>
                  </a:cubicBezTo>
                  <a:cubicBezTo>
                    <a:pt x="5072" y="6974"/>
                    <a:pt x="5191" y="6939"/>
                    <a:pt x="5310" y="6939"/>
                  </a:cubicBezTo>
                  <a:cubicBezTo>
                    <a:pt x="5298" y="7058"/>
                    <a:pt x="5287" y="7224"/>
                    <a:pt x="5298" y="7403"/>
                  </a:cubicBezTo>
                  <a:cubicBezTo>
                    <a:pt x="5049" y="7450"/>
                    <a:pt x="4820" y="7475"/>
                    <a:pt x="4609" y="7475"/>
                  </a:cubicBezTo>
                  <a:cubicBezTo>
                    <a:pt x="3761" y="7475"/>
                    <a:pt x="3208" y="7082"/>
                    <a:pt x="2846" y="6224"/>
                  </a:cubicBezTo>
                  <a:cubicBezTo>
                    <a:pt x="2798" y="6058"/>
                    <a:pt x="2762" y="5796"/>
                    <a:pt x="2798" y="5688"/>
                  </a:cubicBezTo>
                  <a:cubicBezTo>
                    <a:pt x="2822" y="5605"/>
                    <a:pt x="2786" y="5510"/>
                    <a:pt x="2691" y="5486"/>
                  </a:cubicBezTo>
                  <a:cubicBezTo>
                    <a:pt x="2672" y="5478"/>
                    <a:pt x="2652" y="5474"/>
                    <a:pt x="2633" y="5474"/>
                  </a:cubicBezTo>
                  <a:cubicBezTo>
                    <a:pt x="2568" y="5474"/>
                    <a:pt x="2507" y="5517"/>
                    <a:pt x="2489" y="5581"/>
                  </a:cubicBezTo>
                  <a:cubicBezTo>
                    <a:pt x="2429" y="5748"/>
                    <a:pt x="2453" y="5974"/>
                    <a:pt x="2489" y="6141"/>
                  </a:cubicBezTo>
                  <a:cubicBezTo>
                    <a:pt x="2469" y="6142"/>
                    <a:pt x="2450" y="6143"/>
                    <a:pt x="2431" y="6143"/>
                  </a:cubicBezTo>
                  <a:cubicBezTo>
                    <a:pt x="2141" y="6143"/>
                    <a:pt x="1950" y="5980"/>
                    <a:pt x="1905" y="5879"/>
                  </a:cubicBezTo>
                  <a:cubicBezTo>
                    <a:pt x="1893" y="5843"/>
                    <a:pt x="1858" y="5808"/>
                    <a:pt x="1810" y="5796"/>
                  </a:cubicBezTo>
                  <a:cubicBezTo>
                    <a:pt x="1789" y="5787"/>
                    <a:pt x="1771" y="5783"/>
                    <a:pt x="1753" y="5783"/>
                  </a:cubicBezTo>
                  <a:cubicBezTo>
                    <a:pt x="1701" y="5783"/>
                    <a:pt x="1658" y="5816"/>
                    <a:pt x="1596" y="5843"/>
                  </a:cubicBezTo>
                  <a:cubicBezTo>
                    <a:pt x="1552" y="5855"/>
                    <a:pt x="1509" y="5861"/>
                    <a:pt x="1466" y="5861"/>
                  </a:cubicBezTo>
                  <a:cubicBezTo>
                    <a:pt x="1050" y="5861"/>
                    <a:pt x="679" y="5315"/>
                    <a:pt x="798" y="4807"/>
                  </a:cubicBezTo>
                  <a:cubicBezTo>
                    <a:pt x="846" y="4653"/>
                    <a:pt x="643" y="4653"/>
                    <a:pt x="536" y="4260"/>
                  </a:cubicBezTo>
                  <a:cubicBezTo>
                    <a:pt x="417" y="3855"/>
                    <a:pt x="584" y="3462"/>
                    <a:pt x="893" y="3367"/>
                  </a:cubicBezTo>
                  <a:cubicBezTo>
                    <a:pt x="977" y="3343"/>
                    <a:pt x="1036" y="3248"/>
                    <a:pt x="1000" y="3164"/>
                  </a:cubicBezTo>
                  <a:cubicBezTo>
                    <a:pt x="798" y="2664"/>
                    <a:pt x="1131" y="2045"/>
                    <a:pt x="1596" y="2009"/>
                  </a:cubicBezTo>
                  <a:cubicBezTo>
                    <a:pt x="1667" y="2009"/>
                    <a:pt x="1739" y="1950"/>
                    <a:pt x="1739" y="1867"/>
                  </a:cubicBezTo>
                  <a:cubicBezTo>
                    <a:pt x="1781" y="1436"/>
                    <a:pt x="2175" y="1060"/>
                    <a:pt x="2570" y="1060"/>
                  </a:cubicBezTo>
                  <a:cubicBezTo>
                    <a:pt x="2623" y="1060"/>
                    <a:pt x="2675" y="1067"/>
                    <a:pt x="2727" y="1081"/>
                  </a:cubicBezTo>
                  <a:cubicBezTo>
                    <a:pt x="2736" y="1082"/>
                    <a:pt x="2745" y="1083"/>
                    <a:pt x="2754" y="1083"/>
                  </a:cubicBezTo>
                  <a:cubicBezTo>
                    <a:pt x="2816" y="1083"/>
                    <a:pt x="2874" y="1049"/>
                    <a:pt x="2905" y="997"/>
                  </a:cubicBezTo>
                  <a:cubicBezTo>
                    <a:pt x="3065" y="744"/>
                    <a:pt x="3387" y="579"/>
                    <a:pt x="3692" y="579"/>
                  </a:cubicBezTo>
                  <a:cubicBezTo>
                    <a:pt x="3773" y="579"/>
                    <a:pt x="3854" y="591"/>
                    <a:pt x="3929" y="616"/>
                  </a:cubicBezTo>
                  <a:cubicBezTo>
                    <a:pt x="3870" y="700"/>
                    <a:pt x="3810" y="819"/>
                    <a:pt x="3810" y="962"/>
                  </a:cubicBezTo>
                  <a:cubicBezTo>
                    <a:pt x="3774" y="962"/>
                    <a:pt x="3739" y="974"/>
                    <a:pt x="3703" y="974"/>
                  </a:cubicBezTo>
                  <a:cubicBezTo>
                    <a:pt x="3465" y="1045"/>
                    <a:pt x="3298" y="1212"/>
                    <a:pt x="3298" y="1212"/>
                  </a:cubicBezTo>
                  <a:cubicBezTo>
                    <a:pt x="3239" y="1271"/>
                    <a:pt x="3239" y="1378"/>
                    <a:pt x="3298" y="1438"/>
                  </a:cubicBezTo>
                  <a:cubicBezTo>
                    <a:pt x="3328" y="1468"/>
                    <a:pt x="3370" y="1483"/>
                    <a:pt x="3411" y="1483"/>
                  </a:cubicBezTo>
                  <a:cubicBezTo>
                    <a:pt x="3453" y="1483"/>
                    <a:pt x="3495" y="1468"/>
                    <a:pt x="3524" y="1438"/>
                  </a:cubicBezTo>
                  <a:cubicBezTo>
                    <a:pt x="3532" y="1422"/>
                    <a:pt x="3715" y="1247"/>
                    <a:pt x="3964" y="1247"/>
                  </a:cubicBezTo>
                  <a:cubicBezTo>
                    <a:pt x="4094" y="1247"/>
                    <a:pt x="4243" y="1295"/>
                    <a:pt x="4394" y="1438"/>
                  </a:cubicBezTo>
                  <a:cubicBezTo>
                    <a:pt x="4417" y="1462"/>
                    <a:pt x="4465" y="1474"/>
                    <a:pt x="4513" y="1474"/>
                  </a:cubicBezTo>
                  <a:cubicBezTo>
                    <a:pt x="4656" y="1474"/>
                    <a:pt x="4715" y="1295"/>
                    <a:pt x="4632" y="1200"/>
                  </a:cubicBezTo>
                  <a:cubicBezTo>
                    <a:pt x="4465" y="1033"/>
                    <a:pt x="4286" y="962"/>
                    <a:pt x="4132" y="926"/>
                  </a:cubicBezTo>
                  <a:cubicBezTo>
                    <a:pt x="4155" y="819"/>
                    <a:pt x="4251" y="688"/>
                    <a:pt x="4298" y="664"/>
                  </a:cubicBezTo>
                  <a:lnTo>
                    <a:pt x="4298" y="640"/>
                  </a:lnTo>
                  <a:cubicBezTo>
                    <a:pt x="4502" y="424"/>
                    <a:pt x="4770" y="329"/>
                    <a:pt x="5016" y="329"/>
                  </a:cubicBezTo>
                  <a:cubicBezTo>
                    <a:pt x="5257" y="329"/>
                    <a:pt x="5478" y="421"/>
                    <a:pt x="5596" y="581"/>
                  </a:cubicBezTo>
                  <a:cubicBezTo>
                    <a:pt x="5620" y="628"/>
                    <a:pt x="5668" y="640"/>
                    <a:pt x="5715" y="664"/>
                  </a:cubicBezTo>
                  <a:cubicBezTo>
                    <a:pt x="5763" y="664"/>
                    <a:pt x="5799" y="640"/>
                    <a:pt x="5834" y="616"/>
                  </a:cubicBezTo>
                  <a:cubicBezTo>
                    <a:pt x="5984" y="476"/>
                    <a:pt x="6190" y="411"/>
                    <a:pt x="6397" y="411"/>
                  </a:cubicBezTo>
                  <a:cubicBezTo>
                    <a:pt x="6700" y="411"/>
                    <a:pt x="7005" y="552"/>
                    <a:pt x="7132" y="807"/>
                  </a:cubicBezTo>
                  <a:cubicBezTo>
                    <a:pt x="7153" y="869"/>
                    <a:pt x="7210" y="904"/>
                    <a:pt x="7287" y="904"/>
                  </a:cubicBezTo>
                  <a:cubicBezTo>
                    <a:pt x="7299" y="904"/>
                    <a:pt x="7310" y="904"/>
                    <a:pt x="7323" y="902"/>
                  </a:cubicBezTo>
                  <a:cubicBezTo>
                    <a:pt x="7391" y="883"/>
                    <a:pt x="7462" y="874"/>
                    <a:pt x="7533" y="874"/>
                  </a:cubicBezTo>
                  <a:cubicBezTo>
                    <a:pt x="7908" y="874"/>
                    <a:pt x="8292" y="1123"/>
                    <a:pt x="8382" y="1474"/>
                  </a:cubicBezTo>
                  <a:cubicBezTo>
                    <a:pt x="8392" y="1544"/>
                    <a:pt x="8445" y="1598"/>
                    <a:pt x="8519" y="1598"/>
                  </a:cubicBezTo>
                  <a:cubicBezTo>
                    <a:pt x="8533" y="1598"/>
                    <a:pt x="8546" y="1596"/>
                    <a:pt x="8561" y="1593"/>
                  </a:cubicBezTo>
                  <a:cubicBezTo>
                    <a:pt x="8578" y="1591"/>
                    <a:pt x="8595" y="1590"/>
                    <a:pt x="8612" y="1590"/>
                  </a:cubicBezTo>
                  <a:cubicBezTo>
                    <a:pt x="8726" y="1590"/>
                    <a:pt x="8843" y="1624"/>
                    <a:pt x="8978" y="1676"/>
                  </a:cubicBezTo>
                  <a:cubicBezTo>
                    <a:pt x="8994" y="1682"/>
                    <a:pt x="9013" y="1685"/>
                    <a:pt x="9033" y="1685"/>
                  </a:cubicBezTo>
                  <a:cubicBezTo>
                    <a:pt x="9095" y="1685"/>
                    <a:pt x="9162" y="1654"/>
                    <a:pt x="9180" y="1581"/>
                  </a:cubicBezTo>
                  <a:cubicBezTo>
                    <a:pt x="9216" y="1497"/>
                    <a:pt x="9180" y="1402"/>
                    <a:pt x="9097" y="1378"/>
                  </a:cubicBezTo>
                  <a:cubicBezTo>
                    <a:pt x="8942" y="1319"/>
                    <a:pt x="8799" y="1271"/>
                    <a:pt x="8644" y="1271"/>
                  </a:cubicBezTo>
                  <a:cubicBezTo>
                    <a:pt x="8472" y="841"/>
                    <a:pt x="7989" y="547"/>
                    <a:pt x="7502" y="547"/>
                  </a:cubicBezTo>
                  <a:cubicBezTo>
                    <a:pt x="7450" y="547"/>
                    <a:pt x="7398" y="550"/>
                    <a:pt x="7346" y="557"/>
                  </a:cubicBezTo>
                  <a:cubicBezTo>
                    <a:pt x="7145" y="251"/>
                    <a:pt x="6767" y="81"/>
                    <a:pt x="6386" y="81"/>
                  </a:cubicBezTo>
                  <a:cubicBezTo>
                    <a:pt x="6159" y="81"/>
                    <a:pt x="5931" y="142"/>
                    <a:pt x="5739" y="271"/>
                  </a:cubicBezTo>
                  <a:cubicBezTo>
                    <a:pt x="5542" y="91"/>
                    <a:pt x="5272" y="1"/>
                    <a:pt x="4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6"/>
          <p:cNvSpPr txBox="1"/>
          <p:nvPr/>
        </p:nvSpPr>
        <p:spPr>
          <a:xfrm>
            <a:off x="1581900" y="1370300"/>
            <a:ext cx="2019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Nuevo enfoque</a:t>
            </a:r>
            <a:endParaRPr sz="2000" i="1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grpSp>
        <p:nvGrpSpPr>
          <p:cNvPr id="140" name="Google Shape;140;p16"/>
          <p:cNvGrpSpPr/>
          <p:nvPr/>
        </p:nvGrpSpPr>
        <p:grpSpPr>
          <a:xfrm>
            <a:off x="5970586" y="1284523"/>
            <a:ext cx="457214" cy="526136"/>
            <a:chOff x="3982553" y="1971730"/>
            <a:chExt cx="304566" cy="350501"/>
          </a:xfrm>
        </p:grpSpPr>
        <p:sp>
          <p:nvSpPr>
            <p:cNvPr id="141" name="Google Shape;141;p16"/>
            <p:cNvSpPr/>
            <p:nvPr/>
          </p:nvSpPr>
          <p:spPr>
            <a:xfrm>
              <a:off x="4037535" y="2176558"/>
              <a:ext cx="196513" cy="145673"/>
            </a:xfrm>
            <a:custGeom>
              <a:avLst/>
              <a:gdLst/>
              <a:ahLst/>
              <a:cxnLst/>
              <a:rect l="l" t="t" r="r" b="b"/>
              <a:pathLst>
                <a:path w="6169" h="4573" extrusionOk="0">
                  <a:moveTo>
                    <a:pt x="1441" y="322"/>
                  </a:moveTo>
                  <a:cubicBezTo>
                    <a:pt x="1584" y="322"/>
                    <a:pt x="1727" y="441"/>
                    <a:pt x="1727" y="595"/>
                  </a:cubicBezTo>
                  <a:lnTo>
                    <a:pt x="1727" y="4251"/>
                  </a:lnTo>
                  <a:lnTo>
                    <a:pt x="1167" y="4251"/>
                  </a:lnTo>
                  <a:lnTo>
                    <a:pt x="1167" y="595"/>
                  </a:lnTo>
                  <a:lnTo>
                    <a:pt x="1156" y="595"/>
                  </a:lnTo>
                  <a:cubicBezTo>
                    <a:pt x="1156" y="453"/>
                    <a:pt x="1275" y="322"/>
                    <a:pt x="1441" y="322"/>
                  </a:cubicBezTo>
                  <a:close/>
                  <a:moveTo>
                    <a:pt x="3061" y="322"/>
                  </a:moveTo>
                  <a:cubicBezTo>
                    <a:pt x="3227" y="322"/>
                    <a:pt x="3346" y="441"/>
                    <a:pt x="3346" y="595"/>
                  </a:cubicBezTo>
                  <a:lnTo>
                    <a:pt x="3346" y="4251"/>
                  </a:lnTo>
                  <a:lnTo>
                    <a:pt x="2799" y="4251"/>
                  </a:lnTo>
                  <a:lnTo>
                    <a:pt x="2799" y="595"/>
                  </a:lnTo>
                  <a:lnTo>
                    <a:pt x="2775" y="595"/>
                  </a:lnTo>
                  <a:cubicBezTo>
                    <a:pt x="2775" y="453"/>
                    <a:pt x="2894" y="322"/>
                    <a:pt x="3061" y="322"/>
                  </a:cubicBezTo>
                  <a:close/>
                  <a:moveTo>
                    <a:pt x="4680" y="322"/>
                  </a:moveTo>
                  <a:cubicBezTo>
                    <a:pt x="4835" y="322"/>
                    <a:pt x="4966" y="441"/>
                    <a:pt x="4966" y="595"/>
                  </a:cubicBezTo>
                  <a:lnTo>
                    <a:pt x="4966" y="4251"/>
                  </a:lnTo>
                  <a:lnTo>
                    <a:pt x="4406" y="4251"/>
                  </a:lnTo>
                  <a:lnTo>
                    <a:pt x="4406" y="595"/>
                  </a:lnTo>
                  <a:cubicBezTo>
                    <a:pt x="4406" y="453"/>
                    <a:pt x="4525" y="322"/>
                    <a:pt x="4680" y="322"/>
                  </a:cubicBezTo>
                  <a:close/>
                  <a:moveTo>
                    <a:pt x="1441" y="0"/>
                  </a:moveTo>
                  <a:cubicBezTo>
                    <a:pt x="1108" y="0"/>
                    <a:pt x="846" y="274"/>
                    <a:pt x="846" y="595"/>
                  </a:cubicBezTo>
                  <a:lnTo>
                    <a:pt x="846" y="4251"/>
                  </a:lnTo>
                  <a:lnTo>
                    <a:pt x="322" y="4251"/>
                  </a:lnTo>
                  <a:lnTo>
                    <a:pt x="322" y="2536"/>
                  </a:lnTo>
                  <a:cubicBezTo>
                    <a:pt x="322" y="2441"/>
                    <a:pt x="251" y="2370"/>
                    <a:pt x="155" y="2370"/>
                  </a:cubicBezTo>
                  <a:cubicBezTo>
                    <a:pt x="72" y="2370"/>
                    <a:pt x="1" y="2441"/>
                    <a:pt x="1" y="2536"/>
                  </a:cubicBezTo>
                  <a:lnTo>
                    <a:pt x="1" y="4405"/>
                  </a:lnTo>
                  <a:cubicBezTo>
                    <a:pt x="1" y="4501"/>
                    <a:pt x="72" y="4572"/>
                    <a:pt x="155" y="4572"/>
                  </a:cubicBezTo>
                  <a:lnTo>
                    <a:pt x="6001" y="4572"/>
                  </a:lnTo>
                  <a:cubicBezTo>
                    <a:pt x="6097" y="4572"/>
                    <a:pt x="6168" y="4501"/>
                    <a:pt x="6168" y="4405"/>
                  </a:cubicBezTo>
                  <a:lnTo>
                    <a:pt x="6168" y="834"/>
                  </a:lnTo>
                  <a:cubicBezTo>
                    <a:pt x="6144" y="750"/>
                    <a:pt x="6073" y="679"/>
                    <a:pt x="5978" y="679"/>
                  </a:cubicBezTo>
                  <a:cubicBezTo>
                    <a:pt x="5894" y="679"/>
                    <a:pt x="5811" y="750"/>
                    <a:pt x="5811" y="834"/>
                  </a:cubicBezTo>
                  <a:lnTo>
                    <a:pt x="5811" y="4251"/>
                  </a:lnTo>
                  <a:lnTo>
                    <a:pt x="5299" y="4251"/>
                  </a:lnTo>
                  <a:lnTo>
                    <a:pt x="5299" y="595"/>
                  </a:lnTo>
                  <a:cubicBezTo>
                    <a:pt x="5299" y="274"/>
                    <a:pt x="5025" y="0"/>
                    <a:pt x="4704" y="0"/>
                  </a:cubicBezTo>
                  <a:cubicBezTo>
                    <a:pt x="4370" y="0"/>
                    <a:pt x="4108" y="274"/>
                    <a:pt x="4108" y="595"/>
                  </a:cubicBezTo>
                  <a:lnTo>
                    <a:pt x="4108" y="4251"/>
                  </a:lnTo>
                  <a:lnTo>
                    <a:pt x="3656" y="4251"/>
                  </a:lnTo>
                  <a:lnTo>
                    <a:pt x="3656" y="595"/>
                  </a:lnTo>
                  <a:cubicBezTo>
                    <a:pt x="3656" y="274"/>
                    <a:pt x="3394" y="0"/>
                    <a:pt x="3061" y="0"/>
                  </a:cubicBezTo>
                  <a:cubicBezTo>
                    <a:pt x="2739" y="0"/>
                    <a:pt x="2465" y="274"/>
                    <a:pt x="2465" y="595"/>
                  </a:cubicBezTo>
                  <a:lnTo>
                    <a:pt x="2465" y="4251"/>
                  </a:lnTo>
                  <a:lnTo>
                    <a:pt x="2037" y="4251"/>
                  </a:lnTo>
                  <a:lnTo>
                    <a:pt x="2037" y="595"/>
                  </a:lnTo>
                  <a:cubicBezTo>
                    <a:pt x="2037" y="274"/>
                    <a:pt x="1763" y="0"/>
                    <a:pt x="1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3982553" y="1971730"/>
              <a:ext cx="304566" cy="272360"/>
            </a:xfrm>
            <a:custGeom>
              <a:avLst/>
              <a:gdLst/>
              <a:ahLst/>
              <a:cxnLst/>
              <a:rect l="l" t="t" r="r" b="b"/>
              <a:pathLst>
                <a:path w="9561" h="8550" extrusionOk="0">
                  <a:moveTo>
                    <a:pt x="8632" y="346"/>
                  </a:moveTo>
                  <a:cubicBezTo>
                    <a:pt x="8966" y="346"/>
                    <a:pt x="9239" y="632"/>
                    <a:pt x="9239" y="953"/>
                  </a:cubicBezTo>
                  <a:cubicBezTo>
                    <a:pt x="9239" y="1287"/>
                    <a:pt x="8954" y="1572"/>
                    <a:pt x="8632" y="1572"/>
                  </a:cubicBezTo>
                  <a:lnTo>
                    <a:pt x="929" y="1572"/>
                  </a:lnTo>
                  <a:cubicBezTo>
                    <a:pt x="596" y="1572"/>
                    <a:pt x="322" y="1287"/>
                    <a:pt x="322" y="953"/>
                  </a:cubicBezTo>
                  <a:cubicBezTo>
                    <a:pt x="322" y="632"/>
                    <a:pt x="607" y="346"/>
                    <a:pt x="929" y="346"/>
                  </a:cubicBezTo>
                  <a:close/>
                  <a:moveTo>
                    <a:pt x="6787" y="3835"/>
                  </a:moveTo>
                  <a:cubicBezTo>
                    <a:pt x="6811" y="4073"/>
                    <a:pt x="6930" y="4275"/>
                    <a:pt x="7096" y="4442"/>
                  </a:cubicBezTo>
                  <a:lnTo>
                    <a:pt x="2524" y="4442"/>
                  </a:lnTo>
                  <a:cubicBezTo>
                    <a:pt x="2715" y="4275"/>
                    <a:pt x="2822" y="4049"/>
                    <a:pt x="2858" y="3835"/>
                  </a:cubicBezTo>
                  <a:close/>
                  <a:moveTo>
                    <a:pt x="7870" y="1882"/>
                  </a:moveTo>
                  <a:cubicBezTo>
                    <a:pt x="8573" y="1882"/>
                    <a:pt x="9144" y="2453"/>
                    <a:pt x="9144" y="3156"/>
                  </a:cubicBezTo>
                  <a:cubicBezTo>
                    <a:pt x="9168" y="3870"/>
                    <a:pt x="8597" y="4442"/>
                    <a:pt x="7894" y="4442"/>
                  </a:cubicBezTo>
                  <a:lnTo>
                    <a:pt x="7823" y="4442"/>
                  </a:lnTo>
                  <a:cubicBezTo>
                    <a:pt x="7644" y="4406"/>
                    <a:pt x="7477" y="4335"/>
                    <a:pt x="7334" y="4216"/>
                  </a:cubicBezTo>
                  <a:cubicBezTo>
                    <a:pt x="7203" y="4097"/>
                    <a:pt x="7108" y="3918"/>
                    <a:pt x="7096" y="3716"/>
                  </a:cubicBezTo>
                  <a:cubicBezTo>
                    <a:pt x="7084" y="3513"/>
                    <a:pt x="7156" y="3323"/>
                    <a:pt x="7275" y="3192"/>
                  </a:cubicBezTo>
                  <a:cubicBezTo>
                    <a:pt x="7377" y="3070"/>
                    <a:pt x="7523" y="3011"/>
                    <a:pt x="7672" y="3011"/>
                  </a:cubicBezTo>
                  <a:cubicBezTo>
                    <a:pt x="7801" y="3011"/>
                    <a:pt x="7932" y="3056"/>
                    <a:pt x="8037" y="3144"/>
                  </a:cubicBezTo>
                  <a:cubicBezTo>
                    <a:pt x="8108" y="3215"/>
                    <a:pt x="8156" y="3311"/>
                    <a:pt x="8168" y="3418"/>
                  </a:cubicBezTo>
                  <a:cubicBezTo>
                    <a:pt x="8168" y="3513"/>
                    <a:pt x="8132" y="3620"/>
                    <a:pt x="8061" y="3692"/>
                  </a:cubicBezTo>
                  <a:cubicBezTo>
                    <a:pt x="8001" y="3751"/>
                    <a:pt x="8001" y="3858"/>
                    <a:pt x="8073" y="3918"/>
                  </a:cubicBezTo>
                  <a:cubicBezTo>
                    <a:pt x="8101" y="3946"/>
                    <a:pt x="8140" y="3961"/>
                    <a:pt x="8180" y="3961"/>
                  </a:cubicBezTo>
                  <a:cubicBezTo>
                    <a:pt x="8224" y="3961"/>
                    <a:pt x="8268" y="3943"/>
                    <a:pt x="8299" y="3906"/>
                  </a:cubicBezTo>
                  <a:cubicBezTo>
                    <a:pt x="8430" y="3751"/>
                    <a:pt x="8489" y="3573"/>
                    <a:pt x="8477" y="3382"/>
                  </a:cubicBezTo>
                  <a:cubicBezTo>
                    <a:pt x="8466" y="3192"/>
                    <a:pt x="8394" y="3013"/>
                    <a:pt x="8239" y="2894"/>
                  </a:cubicBezTo>
                  <a:cubicBezTo>
                    <a:pt x="8075" y="2746"/>
                    <a:pt x="7872" y="2674"/>
                    <a:pt x="7672" y="2674"/>
                  </a:cubicBezTo>
                  <a:cubicBezTo>
                    <a:pt x="7437" y="2674"/>
                    <a:pt x="7204" y="2773"/>
                    <a:pt x="7037" y="2965"/>
                  </a:cubicBezTo>
                  <a:cubicBezTo>
                    <a:pt x="6906" y="3120"/>
                    <a:pt x="6811" y="3287"/>
                    <a:pt x="6787" y="3489"/>
                  </a:cubicBezTo>
                  <a:lnTo>
                    <a:pt x="2858" y="3489"/>
                  </a:lnTo>
                  <a:cubicBezTo>
                    <a:pt x="2822" y="3287"/>
                    <a:pt x="2751" y="3120"/>
                    <a:pt x="2596" y="2965"/>
                  </a:cubicBezTo>
                  <a:cubicBezTo>
                    <a:pt x="2453" y="2799"/>
                    <a:pt x="2239" y="2692"/>
                    <a:pt x="2000" y="2680"/>
                  </a:cubicBezTo>
                  <a:cubicBezTo>
                    <a:pt x="1985" y="2679"/>
                    <a:pt x="1970" y="2678"/>
                    <a:pt x="1954" y="2678"/>
                  </a:cubicBezTo>
                  <a:cubicBezTo>
                    <a:pt x="1754" y="2678"/>
                    <a:pt x="1547" y="2750"/>
                    <a:pt x="1381" y="2894"/>
                  </a:cubicBezTo>
                  <a:cubicBezTo>
                    <a:pt x="1227" y="3025"/>
                    <a:pt x="1155" y="3192"/>
                    <a:pt x="1143" y="3382"/>
                  </a:cubicBezTo>
                  <a:cubicBezTo>
                    <a:pt x="1119" y="3573"/>
                    <a:pt x="1203" y="3751"/>
                    <a:pt x="1322" y="3906"/>
                  </a:cubicBezTo>
                  <a:cubicBezTo>
                    <a:pt x="1355" y="3939"/>
                    <a:pt x="1402" y="3957"/>
                    <a:pt x="1447" y="3957"/>
                  </a:cubicBezTo>
                  <a:cubicBezTo>
                    <a:pt x="1485" y="3957"/>
                    <a:pt x="1521" y="3945"/>
                    <a:pt x="1548" y="3918"/>
                  </a:cubicBezTo>
                  <a:cubicBezTo>
                    <a:pt x="1596" y="3858"/>
                    <a:pt x="1619" y="3751"/>
                    <a:pt x="1560" y="3692"/>
                  </a:cubicBezTo>
                  <a:cubicBezTo>
                    <a:pt x="1488" y="3620"/>
                    <a:pt x="1453" y="3513"/>
                    <a:pt x="1453" y="3418"/>
                  </a:cubicBezTo>
                  <a:cubicBezTo>
                    <a:pt x="1453" y="3311"/>
                    <a:pt x="1512" y="3204"/>
                    <a:pt x="1584" y="3144"/>
                  </a:cubicBezTo>
                  <a:cubicBezTo>
                    <a:pt x="1682" y="3068"/>
                    <a:pt x="1800" y="3012"/>
                    <a:pt x="1937" y="3012"/>
                  </a:cubicBezTo>
                  <a:cubicBezTo>
                    <a:pt x="1950" y="3012"/>
                    <a:pt x="1963" y="3012"/>
                    <a:pt x="1977" y="3013"/>
                  </a:cubicBezTo>
                  <a:cubicBezTo>
                    <a:pt x="2120" y="3025"/>
                    <a:pt x="2239" y="3085"/>
                    <a:pt x="2346" y="3192"/>
                  </a:cubicBezTo>
                  <a:cubicBezTo>
                    <a:pt x="2608" y="3489"/>
                    <a:pt x="2584" y="3954"/>
                    <a:pt x="2286" y="4216"/>
                  </a:cubicBezTo>
                  <a:cubicBezTo>
                    <a:pt x="2155" y="4335"/>
                    <a:pt x="1977" y="4406"/>
                    <a:pt x="1798" y="4442"/>
                  </a:cubicBezTo>
                  <a:lnTo>
                    <a:pt x="1727" y="4442"/>
                  </a:lnTo>
                  <a:cubicBezTo>
                    <a:pt x="1024" y="4442"/>
                    <a:pt x="441" y="3858"/>
                    <a:pt x="441" y="3156"/>
                  </a:cubicBezTo>
                  <a:cubicBezTo>
                    <a:pt x="441" y="2465"/>
                    <a:pt x="1024" y="1882"/>
                    <a:pt x="1727" y="1882"/>
                  </a:cubicBezTo>
                  <a:close/>
                  <a:moveTo>
                    <a:pt x="7537" y="4763"/>
                  </a:moveTo>
                  <a:lnTo>
                    <a:pt x="7537" y="5573"/>
                  </a:lnTo>
                  <a:lnTo>
                    <a:pt x="2036" y="5573"/>
                  </a:lnTo>
                  <a:lnTo>
                    <a:pt x="2036" y="4763"/>
                  </a:lnTo>
                  <a:close/>
                  <a:moveTo>
                    <a:pt x="929" y="1"/>
                  </a:moveTo>
                  <a:cubicBezTo>
                    <a:pt x="417" y="1"/>
                    <a:pt x="0" y="418"/>
                    <a:pt x="0" y="941"/>
                  </a:cubicBezTo>
                  <a:cubicBezTo>
                    <a:pt x="0" y="1418"/>
                    <a:pt x="357" y="1811"/>
                    <a:pt x="798" y="1870"/>
                  </a:cubicBezTo>
                  <a:cubicBezTo>
                    <a:pt x="393" y="2168"/>
                    <a:pt x="143" y="2620"/>
                    <a:pt x="143" y="3144"/>
                  </a:cubicBezTo>
                  <a:cubicBezTo>
                    <a:pt x="143" y="4013"/>
                    <a:pt x="834" y="4728"/>
                    <a:pt x="1691" y="4739"/>
                  </a:cubicBezTo>
                  <a:lnTo>
                    <a:pt x="1703" y="4739"/>
                  </a:lnTo>
                  <a:lnTo>
                    <a:pt x="1703" y="5704"/>
                  </a:lnTo>
                  <a:lnTo>
                    <a:pt x="1703" y="8383"/>
                  </a:lnTo>
                  <a:cubicBezTo>
                    <a:pt x="1703" y="8478"/>
                    <a:pt x="1786" y="8549"/>
                    <a:pt x="1869" y="8549"/>
                  </a:cubicBezTo>
                  <a:cubicBezTo>
                    <a:pt x="1965" y="8549"/>
                    <a:pt x="2036" y="8478"/>
                    <a:pt x="2036" y="8383"/>
                  </a:cubicBezTo>
                  <a:lnTo>
                    <a:pt x="2036" y="5894"/>
                  </a:lnTo>
                  <a:lnTo>
                    <a:pt x="7537" y="5894"/>
                  </a:lnTo>
                  <a:lnTo>
                    <a:pt x="7537" y="6692"/>
                  </a:lnTo>
                  <a:cubicBezTo>
                    <a:pt x="7537" y="6775"/>
                    <a:pt x="7620" y="6847"/>
                    <a:pt x="7704" y="6847"/>
                  </a:cubicBezTo>
                  <a:cubicBezTo>
                    <a:pt x="7799" y="6847"/>
                    <a:pt x="7870" y="6775"/>
                    <a:pt x="7870" y="6692"/>
                  </a:cubicBezTo>
                  <a:lnTo>
                    <a:pt x="7870" y="5740"/>
                  </a:lnTo>
                  <a:lnTo>
                    <a:pt x="7870" y="4763"/>
                  </a:lnTo>
                  <a:lnTo>
                    <a:pt x="7918" y="4763"/>
                  </a:lnTo>
                  <a:cubicBezTo>
                    <a:pt x="7930" y="4763"/>
                    <a:pt x="7942" y="4763"/>
                    <a:pt x="7954" y="4751"/>
                  </a:cubicBezTo>
                  <a:cubicBezTo>
                    <a:pt x="8823" y="4728"/>
                    <a:pt x="9501" y="4025"/>
                    <a:pt x="9501" y="3156"/>
                  </a:cubicBezTo>
                  <a:cubicBezTo>
                    <a:pt x="9489" y="2644"/>
                    <a:pt x="9228" y="2168"/>
                    <a:pt x="8823" y="1870"/>
                  </a:cubicBezTo>
                  <a:cubicBezTo>
                    <a:pt x="9251" y="1775"/>
                    <a:pt x="9561" y="1406"/>
                    <a:pt x="9561" y="941"/>
                  </a:cubicBezTo>
                  <a:cubicBezTo>
                    <a:pt x="9561" y="418"/>
                    <a:pt x="9144" y="1"/>
                    <a:pt x="86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16"/>
          <p:cNvSpPr txBox="1"/>
          <p:nvPr/>
        </p:nvSpPr>
        <p:spPr>
          <a:xfrm>
            <a:off x="6345475" y="1347450"/>
            <a:ext cx="127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4 Pilares</a:t>
            </a:r>
            <a:endParaRPr sz="2000" i="1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pic>
        <p:nvPicPr>
          <p:cNvPr id="144" name="Google Shape;14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24527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121573" y="2465125"/>
            <a:ext cx="89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Clase</a:t>
            </a:r>
            <a:endParaRPr sz="2000" i="1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4221" y="3644181"/>
            <a:ext cx="576000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1803472" y="3714797"/>
            <a:ext cx="102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Objeto</a:t>
            </a:r>
            <a:endParaRPr sz="2000" i="1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5322" y="2465125"/>
            <a:ext cx="576000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183675" y="2682925"/>
            <a:ext cx="138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Binding Dinámico</a:t>
            </a:r>
            <a:endParaRPr sz="2000" i="1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grpSp>
        <p:nvGrpSpPr>
          <p:cNvPr id="150" name="Google Shape;150;p16"/>
          <p:cNvGrpSpPr/>
          <p:nvPr/>
        </p:nvGrpSpPr>
        <p:grpSpPr>
          <a:xfrm>
            <a:off x="5936996" y="3754433"/>
            <a:ext cx="524386" cy="377934"/>
            <a:chOff x="3933342" y="4315767"/>
            <a:chExt cx="383632" cy="276449"/>
          </a:xfrm>
        </p:grpSpPr>
        <p:sp>
          <p:nvSpPr>
            <p:cNvPr id="151" name="Google Shape;151;p16"/>
            <p:cNvSpPr/>
            <p:nvPr/>
          </p:nvSpPr>
          <p:spPr>
            <a:xfrm>
              <a:off x="3933342" y="4315767"/>
              <a:ext cx="383632" cy="276449"/>
            </a:xfrm>
            <a:custGeom>
              <a:avLst/>
              <a:gdLst/>
              <a:ahLst/>
              <a:cxnLst/>
              <a:rect l="l" t="t" r="r" b="b"/>
              <a:pathLst>
                <a:path w="12062" h="8692" extrusionOk="0">
                  <a:moveTo>
                    <a:pt x="2061" y="369"/>
                  </a:moveTo>
                  <a:cubicBezTo>
                    <a:pt x="2120" y="369"/>
                    <a:pt x="2168" y="417"/>
                    <a:pt x="2168" y="476"/>
                  </a:cubicBezTo>
                  <a:lnTo>
                    <a:pt x="2168" y="845"/>
                  </a:lnTo>
                  <a:lnTo>
                    <a:pt x="1406" y="845"/>
                  </a:lnTo>
                  <a:lnTo>
                    <a:pt x="1406" y="476"/>
                  </a:lnTo>
                  <a:cubicBezTo>
                    <a:pt x="1406" y="417"/>
                    <a:pt x="1454" y="369"/>
                    <a:pt x="1513" y="369"/>
                  </a:cubicBezTo>
                  <a:close/>
                  <a:moveTo>
                    <a:pt x="10824" y="1262"/>
                  </a:moveTo>
                  <a:cubicBezTo>
                    <a:pt x="10883" y="1262"/>
                    <a:pt x="10931" y="1310"/>
                    <a:pt x="10931" y="1369"/>
                  </a:cubicBezTo>
                  <a:lnTo>
                    <a:pt x="10943" y="1715"/>
                  </a:lnTo>
                  <a:lnTo>
                    <a:pt x="9490" y="1715"/>
                  </a:lnTo>
                  <a:lnTo>
                    <a:pt x="9490" y="1369"/>
                  </a:lnTo>
                  <a:cubicBezTo>
                    <a:pt x="9490" y="1310"/>
                    <a:pt x="9526" y="1262"/>
                    <a:pt x="9586" y="1262"/>
                  </a:cubicBezTo>
                  <a:close/>
                  <a:moveTo>
                    <a:pt x="1513" y="0"/>
                  </a:moveTo>
                  <a:cubicBezTo>
                    <a:pt x="1251" y="0"/>
                    <a:pt x="1049" y="214"/>
                    <a:pt x="1049" y="464"/>
                  </a:cubicBezTo>
                  <a:lnTo>
                    <a:pt x="1049" y="833"/>
                  </a:lnTo>
                  <a:lnTo>
                    <a:pt x="894" y="833"/>
                  </a:lnTo>
                  <a:cubicBezTo>
                    <a:pt x="692" y="833"/>
                    <a:pt x="489" y="905"/>
                    <a:pt x="334" y="1048"/>
                  </a:cubicBezTo>
                  <a:cubicBezTo>
                    <a:pt x="263" y="1107"/>
                    <a:pt x="239" y="1226"/>
                    <a:pt x="299" y="1298"/>
                  </a:cubicBezTo>
                  <a:cubicBezTo>
                    <a:pt x="332" y="1338"/>
                    <a:pt x="385" y="1360"/>
                    <a:pt x="440" y="1360"/>
                  </a:cubicBezTo>
                  <a:cubicBezTo>
                    <a:pt x="482" y="1360"/>
                    <a:pt x="525" y="1347"/>
                    <a:pt x="561" y="1322"/>
                  </a:cubicBezTo>
                  <a:cubicBezTo>
                    <a:pt x="676" y="1220"/>
                    <a:pt x="791" y="1203"/>
                    <a:pt x="908" y="1203"/>
                  </a:cubicBezTo>
                  <a:cubicBezTo>
                    <a:pt x="966" y="1203"/>
                    <a:pt x="1025" y="1207"/>
                    <a:pt x="1084" y="1207"/>
                  </a:cubicBezTo>
                  <a:cubicBezTo>
                    <a:pt x="1116" y="1207"/>
                    <a:pt x="1148" y="1206"/>
                    <a:pt x="1180" y="1203"/>
                  </a:cubicBezTo>
                  <a:lnTo>
                    <a:pt x="2680" y="1203"/>
                  </a:lnTo>
                  <a:cubicBezTo>
                    <a:pt x="2978" y="1203"/>
                    <a:pt x="3216" y="1441"/>
                    <a:pt x="3216" y="1738"/>
                  </a:cubicBezTo>
                  <a:lnTo>
                    <a:pt x="3216" y="2429"/>
                  </a:lnTo>
                  <a:cubicBezTo>
                    <a:pt x="3216" y="2536"/>
                    <a:pt x="3299" y="2607"/>
                    <a:pt x="3394" y="2607"/>
                  </a:cubicBezTo>
                  <a:cubicBezTo>
                    <a:pt x="3501" y="2607"/>
                    <a:pt x="3573" y="2536"/>
                    <a:pt x="3573" y="2429"/>
                  </a:cubicBezTo>
                  <a:lnTo>
                    <a:pt x="3573" y="2072"/>
                  </a:lnTo>
                  <a:lnTo>
                    <a:pt x="11217" y="2072"/>
                  </a:lnTo>
                  <a:cubicBezTo>
                    <a:pt x="11491" y="2084"/>
                    <a:pt x="11705" y="2322"/>
                    <a:pt x="11705" y="2607"/>
                  </a:cubicBezTo>
                  <a:lnTo>
                    <a:pt x="11705" y="2834"/>
                  </a:lnTo>
                  <a:lnTo>
                    <a:pt x="11395" y="2834"/>
                  </a:lnTo>
                  <a:cubicBezTo>
                    <a:pt x="11288" y="2834"/>
                    <a:pt x="11217" y="2905"/>
                    <a:pt x="11217" y="3012"/>
                  </a:cubicBezTo>
                  <a:cubicBezTo>
                    <a:pt x="11217" y="3108"/>
                    <a:pt x="11288" y="3191"/>
                    <a:pt x="11395" y="3191"/>
                  </a:cubicBezTo>
                  <a:lnTo>
                    <a:pt x="11705" y="3191"/>
                  </a:lnTo>
                  <a:lnTo>
                    <a:pt x="11705" y="7441"/>
                  </a:lnTo>
                  <a:lnTo>
                    <a:pt x="10883" y="7441"/>
                  </a:lnTo>
                  <a:cubicBezTo>
                    <a:pt x="10621" y="7441"/>
                    <a:pt x="10395" y="7215"/>
                    <a:pt x="10395" y="6953"/>
                  </a:cubicBezTo>
                  <a:lnTo>
                    <a:pt x="10395" y="3667"/>
                  </a:lnTo>
                  <a:cubicBezTo>
                    <a:pt x="10395" y="3453"/>
                    <a:pt x="10538" y="3262"/>
                    <a:pt x="10740" y="3203"/>
                  </a:cubicBezTo>
                  <a:cubicBezTo>
                    <a:pt x="10824" y="3167"/>
                    <a:pt x="10883" y="3072"/>
                    <a:pt x="10859" y="2977"/>
                  </a:cubicBezTo>
                  <a:cubicBezTo>
                    <a:pt x="10829" y="2906"/>
                    <a:pt x="10747" y="2852"/>
                    <a:pt x="10672" y="2852"/>
                  </a:cubicBezTo>
                  <a:cubicBezTo>
                    <a:pt x="10659" y="2852"/>
                    <a:pt x="10646" y="2854"/>
                    <a:pt x="10633" y="2858"/>
                  </a:cubicBezTo>
                  <a:cubicBezTo>
                    <a:pt x="10276" y="2965"/>
                    <a:pt x="10038" y="3310"/>
                    <a:pt x="10038" y="3667"/>
                  </a:cubicBezTo>
                  <a:lnTo>
                    <a:pt x="10038" y="6953"/>
                  </a:lnTo>
                  <a:cubicBezTo>
                    <a:pt x="10038" y="7418"/>
                    <a:pt x="10419" y="7799"/>
                    <a:pt x="10883" y="7799"/>
                  </a:cubicBezTo>
                  <a:lnTo>
                    <a:pt x="11705" y="7799"/>
                  </a:lnTo>
                  <a:cubicBezTo>
                    <a:pt x="11705" y="8096"/>
                    <a:pt x="11467" y="8334"/>
                    <a:pt x="11169" y="8334"/>
                  </a:cubicBezTo>
                  <a:lnTo>
                    <a:pt x="3394" y="8334"/>
                  </a:lnTo>
                  <a:cubicBezTo>
                    <a:pt x="3478" y="8227"/>
                    <a:pt x="3537" y="8108"/>
                    <a:pt x="3561" y="7977"/>
                  </a:cubicBezTo>
                  <a:cubicBezTo>
                    <a:pt x="3573" y="7870"/>
                    <a:pt x="3513" y="7787"/>
                    <a:pt x="3430" y="7775"/>
                  </a:cubicBezTo>
                  <a:cubicBezTo>
                    <a:pt x="3414" y="7771"/>
                    <a:pt x="3399" y="7770"/>
                    <a:pt x="3384" y="7770"/>
                  </a:cubicBezTo>
                  <a:cubicBezTo>
                    <a:pt x="3299" y="7770"/>
                    <a:pt x="3236" y="7825"/>
                    <a:pt x="3216" y="7906"/>
                  </a:cubicBezTo>
                  <a:cubicBezTo>
                    <a:pt x="3180" y="8156"/>
                    <a:pt x="2954" y="8334"/>
                    <a:pt x="2704" y="8334"/>
                  </a:cubicBezTo>
                  <a:lnTo>
                    <a:pt x="823" y="8334"/>
                  </a:lnTo>
                  <a:cubicBezTo>
                    <a:pt x="572" y="8287"/>
                    <a:pt x="358" y="8072"/>
                    <a:pt x="358" y="7799"/>
                  </a:cubicBezTo>
                  <a:lnTo>
                    <a:pt x="358" y="2774"/>
                  </a:lnTo>
                  <a:lnTo>
                    <a:pt x="358" y="1834"/>
                  </a:lnTo>
                  <a:cubicBezTo>
                    <a:pt x="358" y="1726"/>
                    <a:pt x="287" y="1655"/>
                    <a:pt x="180" y="1655"/>
                  </a:cubicBezTo>
                  <a:cubicBezTo>
                    <a:pt x="72" y="1655"/>
                    <a:pt x="1" y="1726"/>
                    <a:pt x="1" y="1834"/>
                  </a:cubicBezTo>
                  <a:lnTo>
                    <a:pt x="1" y="7799"/>
                  </a:lnTo>
                  <a:cubicBezTo>
                    <a:pt x="1" y="8251"/>
                    <a:pt x="334" y="8608"/>
                    <a:pt x="751" y="8680"/>
                  </a:cubicBezTo>
                  <a:cubicBezTo>
                    <a:pt x="763" y="8680"/>
                    <a:pt x="787" y="8680"/>
                    <a:pt x="811" y="8692"/>
                  </a:cubicBezTo>
                  <a:lnTo>
                    <a:pt x="11169" y="8692"/>
                  </a:lnTo>
                  <a:cubicBezTo>
                    <a:pt x="11657" y="8692"/>
                    <a:pt x="12062" y="8287"/>
                    <a:pt x="12062" y="7799"/>
                  </a:cubicBezTo>
                  <a:lnTo>
                    <a:pt x="12062" y="2607"/>
                  </a:lnTo>
                  <a:cubicBezTo>
                    <a:pt x="12050" y="2155"/>
                    <a:pt x="11717" y="1786"/>
                    <a:pt x="11300" y="1715"/>
                  </a:cubicBezTo>
                  <a:lnTo>
                    <a:pt x="11300" y="1357"/>
                  </a:lnTo>
                  <a:cubicBezTo>
                    <a:pt x="11300" y="1107"/>
                    <a:pt x="11098" y="893"/>
                    <a:pt x="10836" y="893"/>
                  </a:cubicBezTo>
                  <a:lnTo>
                    <a:pt x="9609" y="893"/>
                  </a:lnTo>
                  <a:cubicBezTo>
                    <a:pt x="9347" y="893"/>
                    <a:pt x="9145" y="1107"/>
                    <a:pt x="9145" y="1357"/>
                  </a:cubicBezTo>
                  <a:lnTo>
                    <a:pt x="9145" y="1703"/>
                  </a:lnTo>
                  <a:lnTo>
                    <a:pt x="8621" y="1703"/>
                  </a:lnTo>
                  <a:lnTo>
                    <a:pt x="8252" y="881"/>
                  </a:lnTo>
                  <a:cubicBezTo>
                    <a:pt x="8121" y="595"/>
                    <a:pt x="7823" y="405"/>
                    <a:pt x="7502" y="405"/>
                  </a:cubicBezTo>
                  <a:lnTo>
                    <a:pt x="6049" y="405"/>
                  </a:lnTo>
                  <a:cubicBezTo>
                    <a:pt x="5776" y="405"/>
                    <a:pt x="5525" y="536"/>
                    <a:pt x="5383" y="738"/>
                  </a:cubicBezTo>
                  <a:cubicBezTo>
                    <a:pt x="5323" y="822"/>
                    <a:pt x="5335" y="941"/>
                    <a:pt x="5418" y="1000"/>
                  </a:cubicBezTo>
                  <a:cubicBezTo>
                    <a:pt x="5450" y="1023"/>
                    <a:pt x="5486" y="1033"/>
                    <a:pt x="5523" y="1033"/>
                  </a:cubicBezTo>
                  <a:cubicBezTo>
                    <a:pt x="5583" y="1033"/>
                    <a:pt x="5643" y="1004"/>
                    <a:pt x="5680" y="953"/>
                  </a:cubicBezTo>
                  <a:cubicBezTo>
                    <a:pt x="5764" y="833"/>
                    <a:pt x="5895" y="762"/>
                    <a:pt x="6049" y="762"/>
                  </a:cubicBezTo>
                  <a:lnTo>
                    <a:pt x="7502" y="762"/>
                  </a:lnTo>
                  <a:cubicBezTo>
                    <a:pt x="7681" y="762"/>
                    <a:pt x="7847" y="869"/>
                    <a:pt x="7919" y="1024"/>
                  </a:cubicBezTo>
                  <a:lnTo>
                    <a:pt x="8240" y="1703"/>
                  </a:lnTo>
                  <a:lnTo>
                    <a:pt x="5335" y="1703"/>
                  </a:lnTo>
                  <a:lnTo>
                    <a:pt x="5395" y="1584"/>
                  </a:lnTo>
                  <a:cubicBezTo>
                    <a:pt x="5430" y="1488"/>
                    <a:pt x="5395" y="1381"/>
                    <a:pt x="5299" y="1345"/>
                  </a:cubicBezTo>
                  <a:cubicBezTo>
                    <a:pt x="5276" y="1332"/>
                    <a:pt x="5252" y="1327"/>
                    <a:pt x="5227" y="1327"/>
                  </a:cubicBezTo>
                  <a:cubicBezTo>
                    <a:pt x="5162" y="1327"/>
                    <a:pt x="5096" y="1368"/>
                    <a:pt x="5061" y="1429"/>
                  </a:cubicBezTo>
                  <a:lnTo>
                    <a:pt x="4942" y="1703"/>
                  </a:lnTo>
                  <a:lnTo>
                    <a:pt x="3561" y="1703"/>
                  </a:lnTo>
                  <a:cubicBezTo>
                    <a:pt x="3549" y="1226"/>
                    <a:pt x="3144" y="833"/>
                    <a:pt x="2668" y="833"/>
                  </a:cubicBezTo>
                  <a:lnTo>
                    <a:pt x="2525" y="833"/>
                  </a:lnTo>
                  <a:lnTo>
                    <a:pt x="2525" y="464"/>
                  </a:lnTo>
                  <a:cubicBezTo>
                    <a:pt x="2525" y="214"/>
                    <a:pt x="2311" y="0"/>
                    <a:pt x="20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4035214" y="4410037"/>
              <a:ext cx="11386" cy="140896"/>
            </a:xfrm>
            <a:custGeom>
              <a:avLst/>
              <a:gdLst/>
              <a:ahLst/>
              <a:cxnLst/>
              <a:rect l="l" t="t" r="r" b="b"/>
              <a:pathLst>
                <a:path w="358" h="4430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4251"/>
                  </a:lnTo>
                  <a:cubicBezTo>
                    <a:pt x="1" y="4358"/>
                    <a:pt x="72" y="4430"/>
                    <a:pt x="179" y="4430"/>
                  </a:cubicBezTo>
                  <a:cubicBezTo>
                    <a:pt x="287" y="4430"/>
                    <a:pt x="358" y="4358"/>
                    <a:pt x="358" y="4251"/>
                  </a:cubicBezTo>
                  <a:lnTo>
                    <a:pt x="358" y="179"/>
                  </a:lnTo>
                  <a:cubicBezTo>
                    <a:pt x="358" y="84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4221146" y="4390827"/>
              <a:ext cx="42460" cy="32886"/>
            </a:xfrm>
            <a:custGeom>
              <a:avLst/>
              <a:gdLst/>
              <a:ahLst/>
              <a:cxnLst/>
              <a:rect l="l" t="t" r="r" b="b"/>
              <a:pathLst>
                <a:path w="1335" h="1034" extrusionOk="0">
                  <a:moveTo>
                    <a:pt x="813" y="0"/>
                  </a:moveTo>
                  <a:cubicBezTo>
                    <a:pt x="753" y="0"/>
                    <a:pt x="693" y="29"/>
                    <a:pt x="656" y="81"/>
                  </a:cubicBezTo>
                  <a:cubicBezTo>
                    <a:pt x="596" y="152"/>
                    <a:pt x="620" y="271"/>
                    <a:pt x="703" y="331"/>
                  </a:cubicBezTo>
                  <a:cubicBezTo>
                    <a:pt x="846" y="438"/>
                    <a:pt x="775" y="664"/>
                    <a:pt x="596" y="664"/>
                  </a:cubicBezTo>
                  <a:cubicBezTo>
                    <a:pt x="489" y="664"/>
                    <a:pt x="406" y="557"/>
                    <a:pt x="417" y="450"/>
                  </a:cubicBezTo>
                  <a:cubicBezTo>
                    <a:pt x="429" y="355"/>
                    <a:pt x="370" y="259"/>
                    <a:pt x="275" y="247"/>
                  </a:cubicBezTo>
                  <a:cubicBezTo>
                    <a:pt x="265" y="246"/>
                    <a:pt x="256" y="246"/>
                    <a:pt x="248" y="246"/>
                  </a:cubicBezTo>
                  <a:cubicBezTo>
                    <a:pt x="152" y="246"/>
                    <a:pt x="71" y="303"/>
                    <a:pt x="60" y="390"/>
                  </a:cubicBezTo>
                  <a:cubicBezTo>
                    <a:pt x="1" y="736"/>
                    <a:pt x="251" y="1033"/>
                    <a:pt x="584" y="1033"/>
                  </a:cubicBezTo>
                  <a:cubicBezTo>
                    <a:pt x="1120" y="1009"/>
                    <a:pt x="1334" y="331"/>
                    <a:pt x="918" y="33"/>
                  </a:cubicBezTo>
                  <a:cubicBezTo>
                    <a:pt x="886" y="11"/>
                    <a:pt x="849" y="0"/>
                    <a:pt x="8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4054519" y="4384561"/>
              <a:ext cx="192961" cy="192516"/>
            </a:xfrm>
            <a:custGeom>
              <a:avLst/>
              <a:gdLst/>
              <a:ahLst/>
              <a:cxnLst/>
              <a:rect l="l" t="t" r="r" b="b"/>
              <a:pathLst>
                <a:path w="6067" h="6053" extrusionOk="0">
                  <a:moveTo>
                    <a:pt x="3013" y="1"/>
                  </a:moveTo>
                  <a:cubicBezTo>
                    <a:pt x="2380" y="1"/>
                    <a:pt x="1733" y="201"/>
                    <a:pt x="1168" y="647"/>
                  </a:cubicBezTo>
                  <a:cubicBezTo>
                    <a:pt x="1096" y="706"/>
                    <a:pt x="1073" y="825"/>
                    <a:pt x="1132" y="909"/>
                  </a:cubicBezTo>
                  <a:cubicBezTo>
                    <a:pt x="1166" y="949"/>
                    <a:pt x="1219" y="971"/>
                    <a:pt x="1274" y="971"/>
                  </a:cubicBezTo>
                  <a:cubicBezTo>
                    <a:pt x="1315" y="971"/>
                    <a:pt x="1358" y="958"/>
                    <a:pt x="1394" y="933"/>
                  </a:cubicBezTo>
                  <a:cubicBezTo>
                    <a:pt x="1895" y="538"/>
                    <a:pt x="2466" y="360"/>
                    <a:pt x="3024" y="360"/>
                  </a:cubicBezTo>
                  <a:cubicBezTo>
                    <a:pt x="4402" y="360"/>
                    <a:pt x="5704" y="1444"/>
                    <a:pt x="5704" y="3028"/>
                  </a:cubicBezTo>
                  <a:cubicBezTo>
                    <a:pt x="5704" y="3659"/>
                    <a:pt x="5478" y="4266"/>
                    <a:pt x="5085" y="4743"/>
                  </a:cubicBezTo>
                  <a:cubicBezTo>
                    <a:pt x="4573" y="5350"/>
                    <a:pt x="3835" y="5707"/>
                    <a:pt x="3025" y="5707"/>
                  </a:cubicBezTo>
                  <a:cubicBezTo>
                    <a:pt x="1549" y="5707"/>
                    <a:pt x="358" y="4516"/>
                    <a:pt x="358" y="3052"/>
                  </a:cubicBezTo>
                  <a:cubicBezTo>
                    <a:pt x="358" y="2457"/>
                    <a:pt x="561" y="1897"/>
                    <a:pt x="918" y="1421"/>
                  </a:cubicBezTo>
                  <a:cubicBezTo>
                    <a:pt x="977" y="1349"/>
                    <a:pt x="953" y="1230"/>
                    <a:pt x="882" y="1171"/>
                  </a:cubicBezTo>
                  <a:cubicBezTo>
                    <a:pt x="852" y="1146"/>
                    <a:pt x="814" y="1134"/>
                    <a:pt x="776" y="1134"/>
                  </a:cubicBezTo>
                  <a:cubicBezTo>
                    <a:pt x="722" y="1134"/>
                    <a:pt x="667" y="1158"/>
                    <a:pt x="632" y="1206"/>
                  </a:cubicBezTo>
                  <a:cubicBezTo>
                    <a:pt x="227" y="1742"/>
                    <a:pt x="1" y="2361"/>
                    <a:pt x="1" y="3028"/>
                  </a:cubicBezTo>
                  <a:cubicBezTo>
                    <a:pt x="1" y="4695"/>
                    <a:pt x="1358" y="6052"/>
                    <a:pt x="3025" y="6052"/>
                  </a:cubicBezTo>
                  <a:cubicBezTo>
                    <a:pt x="3930" y="6052"/>
                    <a:pt x="4775" y="5648"/>
                    <a:pt x="5347" y="4969"/>
                  </a:cubicBezTo>
                  <a:cubicBezTo>
                    <a:pt x="5787" y="4433"/>
                    <a:pt x="6049" y="3731"/>
                    <a:pt x="6049" y="3028"/>
                  </a:cubicBezTo>
                  <a:cubicBezTo>
                    <a:pt x="6066" y="1230"/>
                    <a:pt x="458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4085593" y="4420278"/>
              <a:ext cx="145826" cy="120923"/>
            </a:xfrm>
            <a:custGeom>
              <a:avLst/>
              <a:gdLst/>
              <a:ahLst/>
              <a:cxnLst/>
              <a:rect l="l" t="t" r="r" b="b"/>
              <a:pathLst>
                <a:path w="4585" h="3802" extrusionOk="0">
                  <a:moveTo>
                    <a:pt x="2060" y="0"/>
                  </a:moveTo>
                  <a:cubicBezTo>
                    <a:pt x="893" y="0"/>
                    <a:pt x="0" y="1060"/>
                    <a:pt x="191" y="2203"/>
                  </a:cubicBezTo>
                  <a:cubicBezTo>
                    <a:pt x="202" y="2301"/>
                    <a:pt x="282" y="2359"/>
                    <a:pt x="369" y="2359"/>
                  </a:cubicBezTo>
                  <a:cubicBezTo>
                    <a:pt x="377" y="2359"/>
                    <a:pt x="385" y="2359"/>
                    <a:pt x="393" y="2358"/>
                  </a:cubicBezTo>
                  <a:cubicBezTo>
                    <a:pt x="500" y="2346"/>
                    <a:pt x="560" y="2250"/>
                    <a:pt x="548" y="2143"/>
                  </a:cubicBezTo>
                  <a:cubicBezTo>
                    <a:pt x="377" y="1146"/>
                    <a:pt x="1184" y="350"/>
                    <a:pt x="2075" y="350"/>
                  </a:cubicBezTo>
                  <a:cubicBezTo>
                    <a:pt x="2428" y="350"/>
                    <a:pt x="2795" y="475"/>
                    <a:pt x="3120" y="762"/>
                  </a:cubicBezTo>
                  <a:cubicBezTo>
                    <a:pt x="3727" y="1334"/>
                    <a:pt x="3786" y="2310"/>
                    <a:pt x="3191" y="2941"/>
                  </a:cubicBezTo>
                  <a:cubicBezTo>
                    <a:pt x="2884" y="3270"/>
                    <a:pt x="2472" y="3430"/>
                    <a:pt x="2064" y="3430"/>
                  </a:cubicBezTo>
                  <a:cubicBezTo>
                    <a:pt x="1569" y="3430"/>
                    <a:pt x="1079" y="3195"/>
                    <a:pt x="786" y="2739"/>
                  </a:cubicBezTo>
                  <a:cubicBezTo>
                    <a:pt x="751" y="2690"/>
                    <a:pt x="700" y="2666"/>
                    <a:pt x="645" y="2666"/>
                  </a:cubicBezTo>
                  <a:cubicBezTo>
                    <a:pt x="606" y="2666"/>
                    <a:pt x="564" y="2678"/>
                    <a:pt x="524" y="2703"/>
                  </a:cubicBezTo>
                  <a:cubicBezTo>
                    <a:pt x="441" y="2762"/>
                    <a:pt x="429" y="2858"/>
                    <a:pt x="488" y="2953"/>
                  </a:cubicBezTo>
                  <a:cubicBezTo>
                    <a:pt x="859" y="3512"/>
                    <a:pt x="1464" y="3801"/>
                    <a:pt x="2073" y="3801"/>
                  </a:cubicBezTo>
                  <a:cubicBezTo>
                    <a:pt x="2579" y="3801"/>
                    <a:pt x="3087" y="3602"/>
                    <a:pt x="3465" y="3191"/>
                  </a:cubicBezTo>
                  <a:cubicBezTo>
                    <a:pt x="4584" y="1988"/>
                    <a:pt x="3715" y="0"/>
                    <a:pt x="2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4131392" y="4449507"/>
              <a:ext cx="54577" cy="45767"/>
            </a:xfrm>
            <a:custGeom>
              <a:avLst/>
              <a:gdLst/>
              <a:ahLst/>
              <a:cxnLst/>
              <a:rect l="l" t="t" r="r" b="b"/>
              <a:pathLst>
                <a:path w="1716" h="1439" extrusionOk="0">
                  <a:moveTo>
                    <a:pt x="820" y="0"/>
                  </a:moveTo>
                  <a:cubicBezTo>
                    <a:pt x="805" y="0"/>
                    <a:pt x="790" y="3"/>
                    <a:pt x="775" y="10"/>
                  </a:cubicBezTo>
                  <a:cubicBezTo>
                    <a:pt x="203" y="129"/>
                    <a:pt x="1" y="831"/>
                    <a:pt x="394" y="1224"/>
                  </a:cubicBezTo>
                  <a:cubicBezTo>
                    <a:pt x="537" y="1367"/>
                    <a:pt x="724" y="1439"/>
                    <a:pt x="912" y="1439"/>
                  </a:cubicBezTo>
                  <a:cubicBezTo>
                    <a:pt x="1099" y="1439"/>
                    <a:pt x="1287" y="1367"/>
                    <a:pt x="1430" y="1224"/>
                  </a:cubicBezTo>
                  <a:cubicBezTo>
                    <a:pt x="1668" y="986"/>
                    <a:pt x="1715" y="665"/>
                    <a:pt x="1573" y="391"/>
                  </a:cubicBezTo>
                  <a:cubicBezTo>
                    <a:pt x="1546" y="329"/>
                    <a:pt x="1481" y="294"/>
                    <a:pt x="1410" y="294"/>
                  </a:cubicBezTo>
                  <a:cubicBezTo>
                    <a:pt x="1385" y="294"/>
                    <a:pt x="1359" y="298"/>
                    <a:pt x="1334" y="307"/>
                  </a:cubicBezTo>
                  <a:cubicBezTo>
                    <a:pt x="1251" y="343"/>
                    <a:pt x="1215" y="450"/>
                    <a:pt x="1251" y="546"/>
                  </a:cubicBezTo>
                  <a:cubicBezTo>
                    <a:pt x="1311" y="677"/>
                    <a:pt x="1287" y="843"/>
                    <a:pt x="1180" y="962"/>
                  </a:cubicBezTo>
                  <a:cubicBezTo>
                    <a:pt x="1102" y="1034"/>
                    <a:pt x="1007" y="1069"/>
                    <a:pt x="913" y="1069"/>
                  </a:cubicBezTo>
                  <a:cubicBezTo>
                    <a:pt x="820" y="1069"/>
                    <a:pt x="727" y="1034"/>
                    <a:pt x="656" y="962"/>
                  </a:cubicBezTo>
                  <a:cubicBezTo>
                    <a:pt x="441" y="748"/>
                    <a:pt x="561" y="391"/>
                    <a:pt x="846" y="343"/>
                  </a:cubicBezTo>
                  <a:cubicBezTo>
                    <a:pt x="953" y="331"/>
                    <a:pt x="1013" y="236"/>
                    <a:pt x="977" y="141"/>
                  </a:cubicBezTo>
                  <a:cubicBezTo>
                    <a:pt x="958" y="63"/>
                    <a:pt x="890" y="0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Google Shape;157;p16"/>
          <p:cNvSpPr txBox="1"/>
          <p:nvPr/>
        </p:nvSpPr>
        <p:spPr>
          <a:xfrm>
            <a:off x="6497875" y="3749725"/>
            <a:ext cx="138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Instancia</a:t>
            </a:r>
            <a:endParaRPr sz="2000" i="1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</a:t>
            </a:r>
            <a:r>
              <a:rPr lang="en"/>
              <a:t>Mensajes: Componentes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20000" y="2952750"/>
            <a:ext cx="30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OR selector:argumento</a:t>
            </a:r>
            <a:endParaRPr sz="2000" i="1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3754800" y="1477075"/>
            <a:ext cx="579900" cy="34650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4334700" y="1799250"/>
            <a:ext cx="4089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Objeto receptor (OR): objeto que recibe el mensaje.</a:t>
            </a:r>
            <a:endParaRPr sz="2000" i="1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4334700" y="2400025"/>
            <a:ext cx="4089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Selector: nombre del método.</a:t>
            </a:r>
            <a:endParaRPr sz="2000" i="1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4334700" y="3543025"/>
            <a:ext cx="4089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Argumento: valores que se pasan al método en lugar de los parámetros.</a:t>
            </a:r>
            <a:endParaRPr sz="2000" i="1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4334700" y="4457425"/>
            <a:ext cx="4089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El selector y los argumentos forman el mensaje.</a:t>
            </a:r>
            <a:endParaRPr sz="2000" i="1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Mensajes: Tipos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99450" y="1365250"/>
            <a:ext cx="30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Mensajes Unarios</a:t>
            </a:r>
            <a:endParaRPr sz="24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899451" y="1945575"/>
            <a:ext cx="750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Son aquellos mensajes que NO tienen argumentos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899450" y="2402775"/>
            <a:ext cx="2648400" cy="1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Ejemplos: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5 Factorial.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19,76 rounded.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‘abcd’ size.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a1 verPrecio.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3722750" y="2402775"/>
            <a:ext cx="4680300" cy="24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Tomando el ejemplo de “5 Factorial”: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Objeto Receptor: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Selector: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Argumentos: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Mensajes: Tipos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99450" y="1365250"/>
            <a:ext cx="30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Mensajes Unarios</a:t>
            </a:r>
            <a:endParaRPr sz="24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899451" y="1945575"/>
            <a:ext cx="750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Son aquellos mensajes que NO tienen argumentos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3722750" y="2402775"/>
            <a:ext cx="4680300" cy="24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Tomando el ejemplo de “5 Factorial”: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Objeto Receptor: </a:t>
            </a:r>
            <a:r>
              <a:rPr lang="en" sz="20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5.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Selector: </a:t>
            </a:r>
            <a:r>
              <a:rPr lang="en" sz="20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Factorial.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Mensaje: </a:t>
            </a:r>
            <a:r>
              <a:rPr lang="en" sz="20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Factorial.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Argumentos: </a:t>
            </a:r>
            <a:r>
              <a:rPr lang="en" sz="20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No tiene.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899450" y="2402775"/>
            <a:ext cx="2648400" cy="1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Ejemplos: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5 Factorial.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19,76 rounded.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‘abcd’ size.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a1 verPrecio.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Mensajes: Tipos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899450" y="1365250"/>
            <a:ext cx="30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Mensajes Binarios</a:t>
            </a:r>
            <a:endParaRPr sz="24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899451" y="2097975"/>
            <a:ext cx="750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Tienen un sólo argumento. Se utilizan para operaciones lógico matemáticas.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679675" y="2555175"/>
            <a:ext cx="3875700" cy="24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Tomando el ejemplo de “3&lt;5”: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Objeto Receptor: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Selector: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Mensaje: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Argumentos: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899450" y="2555175"/>
            <a:ext cx="3034800" cy="1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Ejemplos: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3&lt;5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‘abc’~=’def’.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true and:[false].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a1 modPrecio: otroPre.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Mensajes: Tipos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99450" y="1365250"/>
            <a:ext cx="303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Mensajes Binarios</a:t>
            </a:r>
            <a:endParaRPr sz="24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899451" y="2097975"/>
            <a:ext cx="750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Tienen un sólo argumento. Se utilizan para operaciones lógico matemáticas.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79675" y="2555175"/>
            <a:ext cx="3875700" cy="24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Tomando el ejemplo de “3&lt;5”: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Objeto Receptor: </a:t>
            </a:r>
            <a:r>
              <a:rPr lang="en" sz="20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3.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Selector: </a:t>
            </a:r>
            <a:r>
              <a:rPr lang="en" sz="20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&lt;.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Mensaje: </a:t>
            </a:r>
            <a:r>
              <a:rPr lang="en" sz="20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&lt;5.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Argumentos: </a:t>
            </a:r>
            <a:r>
              <a:rPr lang="en" sz="20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5.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899450" y="2555175"/>
            <a:ext cx="3034800" cy="1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Ejemplos: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3&lt;5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‘abc’~=’def’.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true and:[false].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a1 modPrecio: otroPre.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Mensajes: Tipos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99450" y="1365250"/>
            <a:ext cx="471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Mensajes de Palabra Clave</a:t>
            </a:r>
            <a:endParaRPr sz="24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899451" y="2402775"/>
            <a:ext cx="750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Son mensajes asociados con una o más palabras clave que van asociadas a un argumento por cada una de ellas, acompañadas de ‘:’.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899450" y="2971500"/>
            <a:ext cx="6071700" cy="1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Ejemplos: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5 between: 3 and: 6.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lvl="0" algn="just"/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‘Hello world’ copyFrom: 1 to: 5. 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Agencia crear: nom cuil: unCuil dom: unDom.</a:t>
            </a:r>
            <a:b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</a:b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Mensajes: Tipos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899450" y="1365250"/>
            <a:ext cx="471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Mensajes de Palabra Clave</a:t>
            </a:r>
            <a:endParaRPr sz="24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899451" y="2402775"/>
            <a:ext cx="750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Son mensajes asociados con una o más palabras clave que van asociadas a un argumento por cada una de ellas, acompañadas de ‘:’.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899450" y="2859975"/>
            <a:ext cx="7355700" cy="20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Tomando el ejemplo de “5 between: 3 and: 6.”: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Objeto Receptor: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Selector: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Mensaje: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Argumentos: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Mensajes: Tipos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899450" y="1365250"/>
            <a:ext cx="471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Mensajes de Palabra Clave</a:t>
            </a:r>
            <a:endParaRPr sz="24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899450" y="1822450"/>
            <a:ext cx="75036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Son mensajes asociados con una o más palabras clave que van asociadas a un argumento por cada una de ellas, acompañadas de ‘:’.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899450" y="2859975"/>
            <a:ext cx="7355700" cy="20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Tomando el ejemplo de “5 between: 3 and: 6.”: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Objeto Receptor: </a:t>
            </a:r>
            <a:r>
              <a:rPr lang="en" sz="20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5.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Selector: </a:t>
            </a:r>
            <a:r>
              <a:rPr lang="en" sz="20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between: and:.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Mensaje: </a:t>
            </a:r>
            <a:r>
              <a:rPr lang="en" sz="20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between: 3 and: 6.</a:t>
            </a:r>
            <a:endParaRPr sz="2000" b="1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Argumentos: </a:t>
            </a:r>
            <a:r>
              <a:rPr lang="en" sz="20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3 y 6.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>
            <a:spLocks noGrp="1"/>
          </p:cNvSpPr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&lt;/</a:t>
            </a:r>
            <a:r>
              <a:rPr lang="en"/>
              <a:t>Mensajes: Orden de ejecución</a:t>
            </a:r>
            <a:endParaRPr/>
          </a:p>
        </p:txBody>
      </p:sp>
      <p:grpSp>
        <p:nvGrpSpPr>
          <p:cNvPr id="234" name="Google Shape;234;p25"/>
          <p:cNvGrpSpPr/>
          <p:nvPr/>
        </p:nvGrpSpPr>
        <p:grpSpPr>
          <a:xfrm>
            <a:off x="698938" y="1006125"/>
            <a:ext cx="1825500" cy="1924626"/>
            <a:chOff x="1701550" y="2780275"/>
            <a:chExt cx="1825500" cy="1924626"/>
          </a:xfrm>
        </p:grpSpPr>
        <p:sp>
          <p:nvSpPr>
            <p:cNvPr id="235" name="Google Shape;235;p25"/>
            <p:cNvSpPr txBox="1"/>
            <p:nvPr/>
          </p:nvSpPr>
          <p:spPr>
            <a:xfrm>
              <a:off x="1701550" y="3674401"/>
              <a:ext cx="1825500" cy="10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Expresiones entre paréntesis</a:t>
              </a:r>
              <a:endParaRPr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36" name="Google Shape;236;p25"/>
            <p:cNvSpPr txBox="1"/>
            <p:nvPr/>
          </p:nvSpPr>
          <p:spPr>
            <a:xfrm>
              <a:off x="1946100" y="2780275"/>
              <a:ext cx="13362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{01</a:t>
              </a:r>
              <a:r>
                <a:rPr lang="en" sz="3000">
                  <a:solidFill>
                    <a:schemeClr val="l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237" name="Google Shape;237;p25"/>
          <p:cNvGrpSpPr/>
          <p:nvPr/>
        </p:nvGrpSpPr>
        <p:grpSpPr>
          <a:xfrm>
            <a:off x="2656688" y="993551"/>
            <a:ext cx="1825500" cy="1924535"/>
            <a:chOff x="3659300" y="2780275"/>
            <a:chExt cx="1825500" cy="1828016"/>
          </a:xfrm>
        </p:grpSpPr>
        <p:sp>
          <p:nvSpPr>
            <p:cNvPr id="238" name="Google Shape;238;p25"/>
            <p:cNvSpPr txBox="1"/>
            <p:nvPr/>
          </p:nvSpPr>
          <p:spPr>
            <a:xfrm>
              <a:off x="3659300" y="3674391"/>
              <a:ext cx="18255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Expresiones Unarias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39" name="Google Shape;239;p25"/>
            <p:cNvSpPr txBox="1"/>
            <p:nvPr/>
          </p:nvSpPr>
          <p:spPr>
            <a:xfrm>
              <a:off x="3903884" y="2780275"/>
              <a:ext cx="13362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{02</a:t>
              </a:r>
              <a:r>
                <a:rPr lang="en" sz="3000">
                  <a:solidFill>
                    <a:schemeClr val="accent1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240" name="Google Shape;240;p25"/>
          <p:cNvGrpSpPr/>
          <p:nvPr/>
        </p:nvGrpSpPr>
        <p:grpSpPr>
          <a:xfrm>
            <a:off x="4614438" y="1006125"/>
            <a:ext cx="1825500" cy="1924626"/>
            <a:chOff x="5617050" y="2780275"/>
            <a:chExt cx="1825500" cy="1924626"/>
          </a:xfrm>
        </p:grpSpPr>
        <p:sp>
          <p:nvSpPr>
            <p:cNvPr id="241" name="Google Shape;241;p25"/>
            <p:cNvSpPr txBox="1"/>
            <p:nvPr/>
          </p:nvSpPr>
          <p:spPr>
            <a:xfrm>
              <a:off x="5617050" y="3674401"/>
              <a:ext cx="1825500" cy="10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Expresiones Binarias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42" name="Google Shape;242;p25"/>
            <p:cNvSpPr txBox="1"/>
            <p:nvPr/>
          </p:nvSpPr>
          <p:spPr>
            <a:xfrm>
              <a:off x="5861628" y="2780275"/>
              <a:ext cx="13362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{03</a:t>
              </a:r>
              <a:r>
                <a:rPr lang="en" sz="3000">
                  <a:solidFill>
                    <a:schemeClr val="accen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cxnSp>
        <p:nvCxnSpPr>
          <p:cNvPr id="243" name="Google Shape;243;p25"/>
          <p:cNvCxnSpPr>
            <a:stCxn id="236" idx="3"/>
            <a:endCxn id="239" idx="1"/>
          </p:cNvCxnSpPr>
          <p:nvPr/>
        </p:nvCxnSpPr>
        <p:spPr>
          <a:xfrm>
            <a:off x="2279688" y="1322325"/>
            <a:ext cx="621600" cy="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44" name="Google Shape;244;p25"/>
          <p:cNvCxnSpPr>
            <a:stCxn id="239" idx="3"/>
            <a:endCxn id="242" idx="1"/>
          </p:cNvCxnSpPr>
          <p:nvPr/>
        </p:nvCxnSpPr>
        <p:spPr>
          <a:xfrm rot="10800000" flipH="1">
            <a:off x="4237472" y="1322247"/>
            <a:ext cx="621600" cy="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25"/>
          <p:cNvCxnSpPr>
            <a:stCxn id="236" idx="2"/>
            <a:endCxn id="235" idx="0"/>
          </p:cNvCxnSpPr>
          <p:nvPr/>
        </p:nvCxnSpPr>
        <p:spPr>
          <a:xfrm>
            <a:off x="1611588" y="1638525"/>
            <a:ext cx="0" cy="26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25"/>
          <p:cNvCxnSpPr>
            <a:stCxn id="239" idx="2"/>
            <a:endCxn id="238" idx="0"/>
          </p:cNvCxnSpPr>
          <p:nvPr/>
        </p:nvCxnSpPr>
        <p:spPr>
          <a:xfrm>
            <a:off x="3569372" y="1659342"/>
            <a:ext cx="0" cy="275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247;p25"/>
          <p:cNvCxnSpPr>
            <a:stCxn id="242" idx="2"/>
            <a:endCxn id="241" idx="0"/>
          </p:cNvCxnSpPr>
          <p:nvPr/>
        </p:nvCxnSpPr>
        <p:spPr>
          <a:xfrm>
            <a:off x="5527115" y="1638525"/>
            <a:ext cx="0" cy="26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8" name="Google Shape;248;p25"/>
          <p:cNvGrpSpPr/>
          <p:nvPr/>
        </p:nvGrpSpPr>
        <p:grpSpPr>
          <a:xfrm>
            <a:off x="6619568" y="999529"/>
            <a:ext cx="1825500" cy="1924626"/>
            <a:chOff x="5617050" y="2780275"/>
            <a:chExt cx="1825500" cy="1924626"/>
          </a:xfrm>
        </p:grpSpPr>
        <p:sp>
          <p:nvSpPr>
            <p:cNvPr id="249" name="Google Shape;249;p25"/>
            <p:cNvSpPr txBox="1"/>
            <p:nvPr/>
          </p:nvSpPr>
          <p:spPr>
            <a:xfrm>
              <a:off x="5617050" y="3674401"/>
              <a:ext cx="1825500" cy="10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Expresiones de Palabra Clave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50" name="Google Shape;250;p25"/>
            <p:cNvSpPr txBox="1"/>
            <p:nvPr/>
          </p:nvSpPr>
          <p:spPr>
            <a:xfrm>
              <a:off x="5861628" y="2780275"/>
              <a:ext cx="13362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{04</a:t>
              </a:r>
              <a:r>
                <a:rPr lang="en" sz="3000">
                  <a:solidFill>
                    <a:schemeClr val="accent3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cxnSp>
        <p:nvCxnSpPr>
          <p:cNvPr id="251" name="Google Shape;251;p25"/>
          <p:cNvCxnSpPr>
            <a:endCxn id="250" idx="1"/>
          </p:cNvCxnSpPr>
          <p:nvPr/>
        </p:nvCxnSpPr>
        <p:spPr>
          <a:xfrm rot="10800000" flipH="1">
            <a:off x="6242546" y="1315729"/>
            <a:ext cx="621600" cy="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25"/>
          <p:cNvCxnSpPr>
            <a:stCxn id="250" idx="2"/>
            <a:endCxn id="249" idx="0"/>
          </p:cNvCxnSpPr>
          <p:nvPr/>
        </p:nvCxnSpPr>
        <p:spPr>
          <a:xfrm>
            <a:off x="7532246" y="1631929"/>
            <a:ext cx="0" cy="26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5"/>
          <p:cNvSpPr txBox="1"/>
          <p:nvPr/>
        </p:nvSpPr>
        <p:spPr>
          <a:xfrm>
            <a:off x="698950" y="2988925"/>
            <a:ext cx="3880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Todas de izquierda a derecha.</a:t>
            </a:r>
            <a:endParaRPr sz="1200" b="1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698950" y="3446125"/>
            <a:ext cx="38802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Ejemplo: 4 + 2*5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4 + 2 = 6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6 * 5 = 30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Entonces: 4 + 2*5 = 30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4859075" y="3290625"/>
            <a:ext cx="3968400" cy="1204500"/>
          </a:xfrm>
          <a:prstGeom prst="roundRect">
            <a:avLst>
              <a:gd name="adj" fmla="val 16667"/>
            </a:avLst>
          </a:prstGeom>
          <a:solidFill>
            <a:srgbClr val="69E781">
              <a:alpha val="4177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5449082" y="3262286"/>
            <a:ext cx="3328800" cy="9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Smalltalk no separa en términos al resolver operaciones matemáticas por lo que 4+2*5 lo resuelve (4+2)*5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57" name="Google Shape;2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1198" y="3660650"/>
            <a:ext cx="398125" cy="46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</a:t>
            </a:r>
            <a:r>
              <a:rPr lang="en"/>
              <a:t>Variables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885275" y="1223925"/>
            <a:ext cx="7503600" cy="7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No es necesario declararlas pero se enuncian al principio de la aplicación entre pipes y separadas por espacio: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885275" y="2138325"/>
            <a:ext cx="75036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|</a:t>
            </a:r>
            <a:r>
              <a:rPr lang="en" sz="2000" i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var1  var2  var3  …  varN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|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885275" y="2747925"/>
            <a:ext cx="7503600" cy="10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var1 := ‘Paradigmas de Programación’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var2 := ‘Comisión S21’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var3 := Curso crearCurso: var1 comisión: var2.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</a:t>
            </a:r>
            <a:r>
              <a:rPr lang="en"/>
              <a:t>Estructuras de Decisión</a:t>
            </a:r>
            <a:endParaRPr/>
          </a:p>
        </p:txBody>
      </p:sp>
      <p:sp>
        <p:nvSpPr>
          <p:cNvPr id="271" name="Google Shape;271;p27"/>
          <p:cNvSpPr txBox="1"/>
          <p:nvPr/>
        </p:nvSpPr>
        <p:spPr>
          <a:xfrm>
            <a:off x="885275" y="1223925"/>
            <a:ext cx="7503600" cy="37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3 Opciones: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(condición) ifTrue: [bloque].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(condición) ifTrue: [bloque] ifFalse: [bloque].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(condición) ifFalse: [bloque].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Ejemplo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a:=25.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b:=5.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(a&lt;b) ifTrue: [MessageBox notify: ‘A es menor’] ifFalse [</a:t>
            </a:r>
            <a:b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</a:b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(a=b) ifFalse: [MessageBox notify: ‘B es menor’]].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Estructuras de Repetición</a:t>
            </a:r>
            <a:endParaRPr/>
          </a:p>
        </p:txBody>
      </p:sp>
      <p:sp>
        <p:nvSpPr>
          <p:cNvPr id="277" name="Google Shape;277;p28"/>
          <p:cNvSpPr txBox="1"/>
          <p:nvPr/>
        </p:nvSpPr>
        <p:spPr>
          <a:xfrm>
            <a:off x="885275" y="1223925"/>
            <a:ext cx="7503600" cy="37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Dinámica: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AutoNum type="arabicPeriod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[condición] whileTrue: [bloque].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AutoNum type="arabicPeriod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[condición] whileFalse: [bloque].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Ejemplo: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|suma i|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i:=1.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suma:=0.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[i &lt;= 10] whileTrue: [suma := suma + i.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i:=i+1].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&lt;/</a:t>
            </a:r>
            <a:r>
              <a:rPr lang="en"/>
              <a:t>Estructuras de Repetición</a:t>
            </a:r>
            <a:endParaRPr/>
          </a:p>
        </p:txBody>
      </p:sp>
      <p:sp>
        <p:nvSpPr>
          <p:cNvPr id="283" name="Google Shape;283;p29"/>
          <p:cNvSpPr txBox="1"/>
          <p:nvPr/>
        </p:nvSpPr>
        <p:spPr>
          <a:xfrm>
            <a:off x="885275" y="1223925"/>
            <a:ext cx="7503600" cy="37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Estática: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valorInicial to: valorFinal do:[:variableDelLoop | </a:t>
            </a:r>
            <a:r>
              <a:rPr lang="en" sz="2000" i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cuerpo del loop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|suma|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suma:=0.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1 to: 10 do: [:i | suma := suma + i].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 txBox="1">
            <a:spLocks noGrp="1"/>
          </p:cNvSpPr>
          <p:nvPr>
            <p:ph type="title"/>
          </p:nvPr>
        </p:nvSpPr>
        <p:spPr>
          <a:xfrm>
            <a:off x="720000" y="2347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</a:t>
            </a:r>
            <a:r>
              <a:rPr lang="en"/>
              <a:t>Ejercicios</a:t>
            </a:r>
            <a:endParaRPr/>
          </a:p>
        </p:txBody>
      </p:sp>
      <p:sp>
        <p:nvSpPr>
          <p:cNvPr id="289" name="Google Shape;289;p30"/>
          <p:cNvSpPr txBox="1"/>
          <p:nvPr/>
        </p:nvSpPr>
        <p:spPr>
          <a:xfrm>
            <a:off x="885275" y="919125"/>
            <a:ext cx="7503600" cy="37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Indicar tipo de mensaje, sus componentes y valor de retorno.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‘pantalón’ reverse.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2 * 4.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3 between: 1 and: 6.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true and: [false].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5 negated.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‘hello ‘, ‘world’.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‘sol’ at: 1.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>
            <a:spLocks noGrp="1"/>
          </p:cNvSpPr>
          <p:nvPr>
            <p:ph type="title"/>
          </p:nvPr>
        </p:nvSpPr>
        <p:spPr>
          <a:xfrm>
            <a:off x="720000" y="2347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</a:t>
            </a:r>
            <a:r>
              <a:rPr lang="en"/>
              <a:t>Ejercicios</a:t>
            </a:r>
            <a:endParaRPr/>
          </a:p>
        </p:txBody>
      </p:sp>
      <p:sp>
        <p:nvSpPr>
          <p:cNvPr id="295" name="Google Shape;295;p31"/>
          <p:cNvSpPr txBox="1"/>
          <p:nvPr/>
        </p:nvSpPr>
        <p:spPr>
          <a:xfrm>
            <a:off x="885275" y="919125"/>
            <a:ext cx="7503600" cy="37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Indicar tipo de mensaje, sus componentes y valor de retorno.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true &amp; true.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#(‘alumno’ ‘profesor’ ‘aula’) size.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25 notNil.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(2/3) + (3/5) negated. (</a:t>
            </a:r>
            <a:r>
              <a:rPr lang="en" sz="2000" i="1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las fracciones van entre ()).</a:t>
            </a:r>
            <a:endParaRPr sz="2000" i="1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4 + 8 factorial between 3 + 4 * 10 and: ‘hola’ size * 8.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‘objetos’ includes: $e.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‘Hoy es un día nublado y frío’ copyFrom: 1 to: 13.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#calor asString.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 txBox="1">
            <a:spLocks noGrp="1"/>
          </p:cNvSpPr>
          <p:nvPr>
            <p:ph type="title"/>
          </p:nvPr>
        </p:nvSpPr>
        <p:spPr>
          <a:xfrm>
            <a:off x="2981363" y="1949525"/>
            <a:ext cx="4614900" cy="12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Dolphin Smalltalk Mostrar Ambiente</a:t>
            </a:r>
            <a:endParaRPr sz="3600"/>
          </a:p>
        </p:txBody>
      </p:sp>
      <p:pic>
        <p:nvPicPr>
          <p:cNvPr id="301" name="Google Shape;301;p32" title="dolph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662" y="1949502"/>
            <a:ext cx="1385725" cy="127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6796</TotalTime>
  <Words>931</Words>
  <Application>Microsoft Office PowerPoint</Application>
  <PresentationFormat>Presentación en pantalla (16:9)</PresentationFormat>
  <Paragraphs>183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Nunito Light</vt:lpstr>
      <vt:lpstr>Quantico</vt:lpstr>
      <vt:lpstr>Source Code Pro</vt:lpstr>
      <vt:lpstr>New Operating System Design Pitch Deck  Infographics by Slidesgo</vt:lpstr>
      <vt:lpstr>Paradigmas de Programación</vt:lpstr>
      <vt:lpstr>Presentación de PowerPoint</vt:lpstr>
      <vt:lpstr>&lt;/Repaso</vt:lpstr>
      <vt:lpstr>&lt;/Mensajes: Componentes</vt:lpstr>
      <vt:lpstr>&lt;/Mensajes: Tipos</vt:lpstr>
      <vt:lpstr>&lt;/Mensajes: Tipos</vt:lpstr>
      <vt:lpstr>&lt;/Mensajes: Tipos</vt:lpstr>
      <vt:lpstr>&lt;/Mensajes: Tipos</vt:lpstr>
      <vt:lpstr>&lt;/Mensajes: Tipos</vt:lpstr>
      <vt:lpstr>&lt;/Mensajes: Tipos</vt:lpstr>
      <vt:lpstr>&lt;/Mensajes: Tipos</vt:lpstr>
      <vt:lpstr>&lt;/Mensajes: Orden de ejecución</vt:lpstr>
      <vt:lpstr>&lt;/Variables</vt:lpstr>
      <vt:lpstr>&lt;/Estructuras de Decisión</vt:lpstr>
      <vt:lpstr>&lt;/Estructuras de Repetición</vt:lpstr>
      <vt:lpstr>&lt;/Estructuras de Repetición</vt:lpstr>
      <vt:lpstr>&lt;/Ejercicios</vt:lpstr>
      <vt:lpstr>&lt;/Ejercicios</vt:lpstr>
      <vt:lpstr>Dolphin Smalltalk Mostrar Ambiente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Paradigmas de Programación</dc:title>
  <cp:lastModifiedBy>Paternoster, Felix</cp:lastModifiedBy>
  <cp:revision>2</cp:revision>
  <dcterms:modified xsi:type="dcterms:W3CDTF">2025-09-03T12:43:56Z</dcterms:modified>
</cp:coreProperties>
</file>