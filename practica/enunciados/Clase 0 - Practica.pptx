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Quantico" panose="020B0604020202020204" charset="0"/>
      <p:regular r:id="rId14"/>
      <p:bold r:id="rId15"/>
      <p:italic r:id="rId16"/>
      <p:boldItalic r:id="rId17"/>
    </p:embeddedFont>
    <p:embeddedFont>
      <p:font typeface="Source Code Pro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c431c309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c431c309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063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c431c309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c431c309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d94438ed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d94438ed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c431c309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5c431c309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d94438ed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d94438ed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16199860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f16199860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c431c309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5c431c309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f161998605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f161998605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ater@frlp.utn.edu.a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traversa.facundo@gmail.com" TargetMode="External"/><Relationship Id="rId4" Type="http://schemas.openxmlformats.org/officeDocument/2006/relationships/hyperlink" Target="mailto:gbaez@frlp.utn.edu.a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pater@frlp.utn.edu.a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3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73" name="Google Shape;73;p13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13"/>
          <p:cNvGrpSpPr/>
          <p:nvPr/>
        </p:nvGrpSpPr>
        <p:grpSpPr>
          <a:xfrm>
            <a:off x="2848350" y="3365325"/>
            <a:ext cx="3447300" cy="962400"/>
            <a:chOff x="4924175" y="3441525"/>
            <a:chExt cx="3447300" cy="962400"/>
          </a:xfrm>
        </p:grpSpPr>
        <p:sp>
          <p:nvSpPr>
            <p:cNvPr id="76" name="Google Shape;76;p13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/>
          <p:nvPr/>
        </p:nvSpPr>
        <p:spPr>
          <a:xfrm>
            <a:off x="14645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7008338" y="224680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2062200" y="1038700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Paradigmas de Programación</a:t>
            </a:r>
            <a:endParaRPr sz="3900">
              <a:solidFill>
                <a:schemeClr val="accent2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Clase 0</a:t>
            </a:r>
            <a:br>
              <a:rPr lang="en" sz="2500"/>
            </a:br>
            <a:r>
              <a:rPr lang="en" sz="2500"/>
              <a:t>UTN - FRLP</a:t>
            </a:r>
            <a:endParaRPr sz="2500"/>
          </a:p>
        </p:txBody>
      </p:sp>
      <p:grpSp>
        <p:nvGrpSpPr>
          <p:cNvPr id="82" name="Google Shape;82;p13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83" name="Google Shape;83;p13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84" name="Google Shape;84;p13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13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87" name="Google Shape;87;p13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3170" extrusionOk="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avLst/>
                <a:gdLst/>
                <a:ahLst/>
                <a:cxnLst/>
                <a:rect l="l" t="t" r="r" b="b"/>
                <a:pathLst>
                  <a:path w="11410" h="234" extrusionOk="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avLst/>
                <a:gdLst/>
                <a:ahLst/>
                <a:cxnLst/>
                <a:rect l="l" t="t" r="r" b="b"/>
                <a:pathLst>
                  <a:path w="7340" h="235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13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236" extrusionOk="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133750"/>
            <a:ext cx="77040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&lt;</a:t>
            </a:r>
            <a:r>
              <a:rPr lang="en" dirty="0"/>
              <a:t> </a:t>
            </a:r>
            <a:r>
              <a:rPr lang="en" dirty="0" smtClean="0"/>
              <a:t>Presentación S23</a:t>
            </a:r>
            <a:endParaRPr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20000" y="363775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 smtClean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Docente</a:t>
            </a:r>
            <a:endParaRPr sz="2000" dirty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/>
              <a:t>Felix Paternoster: </a:t>
            </a:r>
            <a:r>
              <a:rPr lang="en" sz="2000" u="sng" dirty="0">
                <a:solidFill>
                  <a:schemeClr val="hlink"/>
                </a:solidFill>
                <a:hlinkClick r:id="rId3"/>
              </a:rPr>
              <a:t>pater@frlp.utn.edu.ar</a:t>
            </a:r>
            <a:endParaRPr sz="2000" dirty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lang="en" sz="2000" dirty="0" smtClean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 smtClean="0"/>
              <a:t>Ayudantes</a:t>
            </a:r>
            <a:endParaRPr sz="2000" dirty="0"/>
          </a:p>
          <a:p>
            <a:pPr lvl="0" indent="0" algn="ctr">
              <a:spcBef>
                <a:spcPts val="1000"/>
              </a:spcBef>
              <a:buNone/>
            </a:pPr>
            <a:r>
              <a:rPr lang="en" sz="2000" dirty="0" smtClean="0">
                <a:solidFill>
                  <a:schemeClr val="hlink"/>
                </a:solidFill>
              </a:rPr>
              <a:t>Gonzalo </a:t>
            </a:r>
            <a:r>
              <a:rPr lang="en" sz="2000" dirty="0" smtClean="0">
                <a:solidFill>
                  <a:schemeClr val="hlink"/>
                </a:solidFill>
              </a:rPr>
              <a:t>Baez: </a:t>
            </a:r>
            <a:r>
              <a:rPr lang="es-AR" sz="2000" u="sng" dirty="0" smtClean="0">
                <a:solidFill>
                  <a:schemeClr val="hlink"/>
                </a:solidFill>
                <a:hlinkClick r:id="rId4"/>
              </a:rPr>
              <a:t>gbaez@frlp.utn.edu.ar</a:t>
            </a:r>
            <a:endParaRPr lang="es-AR" sz="2000" u="sng" dirty="0" smtClean="0">
              <a:solidFill>
                <a:schemeClr val="hlink"/>
              </a:solidFill>
            </a:endParaRPr>
          </a:p>
          <a:p>
            <a:pPr lvl="0" indent="0" algn="ctr">
              <a:spcBef>
                <a:spcPts val="1000"/>
              </a:spcBef>
              <a:buNone/>
            </a:pPr>
            <a:r>
              <a:rPr lang="es-ES" sz="2000" dirty="0" smtClean="0">
                <a:solidFill>
                  <a:schemeClr val="hlink"/>
                </a:solidFill>
              </a:rPr>
              <a:t>Ignacio </a:t>
            </a:r>
            <a:r>
              <a:rPr lang="es-ES" sz="2000" dirty="0">
                <a:solidFill>
                  <a:schemeClr val="hlink"/>
                </a:solidFill>
              </a:rPr>
              <a:t>Gallo: </a:t>
            </a:r>
            <a:r>
              <a:rPr lang="es-ES" sz="2000" u="sng" dirty="0">
                <a:solidFill>
                  <a:schemeClr val="hlink"/>
                </a:solidFill>
              </a:rPr>
              <a:t>ignacio.fixer@gmail.com</a:t>
            </a:r>
            <a:endParaRPr lang="en" sz="2000" u="sng" dirty="0" smtClean="0">
              <a:solidFill>
                <a:schemeClr val="hlink"/>
              </a:solidFill>
            </a:endParaRPr>
          </a:p>
          <a:p>
            <a:pPr lvl="0" indent="0" algn="ctr">
              <a:spcBef>
                <a:spcPts val="1000"/>
              </a:spcBef>
              <a:buNone/>
            </a:pPr>
            <a:r>
              <a:rPr lang="en" sz="2000" dirty="0" smtClean="0">
                <a:solidFill>
                  <a:schemeClr val="hlink"/>
                </a:solidFill>
              </a:rPr>
              <a:t>Facundo Traversa: </a:t>
            </a:r>
            <a:r>
              <a:rPr lang="es-AR" sz="2000" u="sng" dirty="0" smtClean="0">
                <a:solidFill>
                  <a:schemeClr val="hlink"/>
                </a:solidFill>
                <a:hlinkClick r:id="rId5"/>
              </a:rPr>
              <a:t>traversa.facundo@gmail.com</a:t>
            </a:r>
            <a:endParaRPr lang="es-AR" sz="2000" u="sng" dirty="0" smtClean="0">
              <a:solidFill>
                <a:schemeClr val="hlink"/>
              </a:solidFill>
            </a:endParaRPr>
          </a:p>
          <a:p>
            <a:pPr indent="0" algn="ctr">
              <a:spcBef>
                <a:spcPts val="1000"/>
              </a:spcBef>
              <a:buNone/>
            </a:pPr>
            <a:r>
              <a:rPr lang="en" sz="2000" dirty="0">
                <a:solidFill>
                  <a:schemeClr val="hlink"/>
                </a:solidFill>
              </a:rPr>
              <a:t>Agustin Manrique: </a:t>
            </a:r>
            <a:r>
              <a:rPr lang="es-AR" sz="2000" u="sng" dirty="0">
                <a:solidFill>
                  <a:schemeClr val="hlink"/>
                </a:solidFill>
              </a:rPr>
              <a:t>agustinmanriquee@gmail.com</a:t>
            </a:r>
            <a:endParaRPr lang="en" sz="2000" u="sng" dirty="0">
              <a:solidFill>
                <a:schemeClr val="hlink"/>
              </a:solidFill>
            </a:endParaRPr>
          </a:p>
          <a:p>
            <a:pPr lvl="0" indent="0" algn="ctr">
              <a:spcBef>
                <a:spcPts val="1000"/>
              </a:spcBef>
              <a:buNone/>
            </a:pPr>
            <a:endParaRPr lang="en" sz="2000" u="sng" dirty="0" smtClean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133750"/>
            <a:ext cx="7704000" cy="6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&lt;</a:t>
            </a:r>
            <a:r>
              <a:rPr lang="en" dirty="0"/>
              <a:t> </a:t>
            </a:r>
            <a:r>
              <a:rPr lang="en" dirty="0" smtClean="0"/>
              <a:t>Presentación S24</a:t>
            </a:r>
            <a:endParaRPr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20000" y="363775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 smtClean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Docente</a:t>
            </a:r>
            <a:endParaRPr sz="2000" dirty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/>
              <a:t>Felix Paternoster: </a:t>
            </a:r>
            <a:r>
              <a:rPr lang="en" sz="2000" u="sng" dirty="0">
                <a:solidFill>
                  <a:schemeClr val="hlink"/>
                </a:solidFill>
                <a:hlinkClick r:id="rId3"/>
              </a:rPr>
              <a:t>pater@frlp.utn.edu.ar</a:t>
            </a:r>
            <a:endParaRPr sz="2000" dirty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lang="en" sz="2000" dirty="0" smtClean="0"/>
          </a:p>
          <a:p>
            <a:pPr marL="45720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 smtClean="0"/>
              <a:t>Ayudantes</a:t>
            </a:r>
            <a:endParaRPr sz="2000" dirty="0"/>
          </a:p>
          <a:p>
            <a:pPr lvl="0" indent="0" algn="ctr">
              <a:spcBef>
                <a:spcPts val="1000"/>
              </a:spcBef>
              <a:buNone/>
            </a:pPr>
            <a:r>
              <a:rPr lang="en" sz="2000" dirty="0" smtClean="0">
                <a:solidFill>
                  <a:schemeClr val="hlink"/>
                </a:solidFill>
              </a:rPr>
              <a:t>Agustin </a:t>
            </a:r>
            <a:r>
              <a:rPr lang="en" sz="2000" dirty="0" smtClean="0">
                <a:solidFill>
                  <a:schemeClr val="hlink"/>
                </a:solidFill>
              </a:rPr>
              <a:t>Manrique: </a:t>
            </a:r>
            <a:r>
              <a:rPr lang="es-AR" sz="2000" u="sng" dirty="0" smtClean="0">
                <a:solidFill>
                  <a:schemeClr val="hlink"/>
                </a:solidFill>
              </a:rPr>
              <a:t>agustinmanriquee@gmail.com</a:t>
            </a:r>
            <a:endParaRPr lang="en" sz="2000" u="sng" dirty="0" smtClean="0">
              <a:solidFill>
                <a:schemeClr val="hlink"/>
              </a:solidFill>
            </a:endParaRPr>
          </a:p>
          <a:p>
            <a:pPr lvl="0" indent="0" algn="ctr">
              <a:spcBef>
                <a:spcPts val="1000"/>
              </a:spcBef>
              <a:buNone/>
            </a:pPr>
            <a:r>
              <a:rPr lang="en" sz="2000" dirty="0" smtClean="0">
                <a:solidFill>
                  <a:schemeClr val="hlink"/>
                </a:solidFill>
              </a:rPr>
              <a:t>Facundo Traversa: </a:t>
            </a:r>
            <a:r>
              <a:rPr lang="es-AR" sz="2000" u="sng" dirty="0">
                <a:solidFill>
                  <a:schemeClr val="hlink"/>
                </a:solidFill>
              </a:rPr>
              <a:t>traversa.facundo@gmail.com</a:t>
            </a:r>
            <a:endParaRPr lang="en" sz="2000" u="sng" dirty="0" smtClean="0">
              <a:solidFill>
                <a:schemeClr val="hlink"/>
              </a:solidFill>
            </a:endParaRPr>
          </a:p>
          <a:p>
            <a:pPr lvl="0" indent="0" algn="ctr">
              <a:spcBef>
                <a:spcPts val="1000"/>
              </a:spcBef>
              <a:buNone/>
            </a:pPr>
            <a:r>
              <a:rPr lang="en" sz="2000" dirty="0" smtClean="0">
                <a:solidFill>
                  <a:schemeClr val="hlink"/>
                </a:solidFill>
              </a:rPr>
              <a:t>Tomas Usatorre: </a:t>
            </a:r>
            <a:r>
              <a:rPr lang="es-AR" sz="2000" u="sng" dirty="0" smtClean="0">
                <a:solidFill>
                  <a:schemeClr val="hlink"/>
                </a:solidFill>
              </a:rPr>
              <a:t>tomyusatorre@gmail.com</a:t>
            </a:r>
            <a:endParaRPr sz="2000" dirty="0" smtClean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66620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&lt;/</a:t>
            </a:r>
            <a:r>
              <a:rPr lang="en" dirty="0"/>
              <a:t>Desarrollo de la clase </a:t>
            </a:r>
            <a:r>
              <a:rPr lang="en" dirty="0" smtClean="0"/>
              <a:t>0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720000" y="1298550"/>
            <a:ext cx="6708000" cy="3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Presentación.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Pautas de la materia.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Trabajo Integrador.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Programas a utilizar.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Introducción a la materia. Contraste con Algoritmos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Presentación</a:t>
            </a:r>
            <a:endParaRPr/>
          </a:p>
        </p:txBody>
      </p:sp>
      <p:grpSp>
        <p:nvGrpSpPr>
          <p:cNvPr id="111" name="Google Shape;111;p16"/>
          <p:cNvGrpSpPr/>
          <p:nvPr/>
        </p:nvGrpSpPr>
        <p:grpSpPr>
          <a:xfrm>
            <a:off x="720000" y="1419229"/>
            <a:ext cx="3295200" cy="666900"/>
            <a:chOff x="720000" y="1419229"/>
            <a:chExt cx="3295200" cy="6669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2679000" y="1436479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{01</a:t>
              </a:r>
              <a:r>
                <a:rPr lang="en" sz="30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grpSp>
          <p:nvGrpSpPr>
            <p:cNvPr id="113" name="Google Shape;113;p16"/>
            <p:cNvGrpSpPr/>
            <p:nvPr/>
          </p:nvGrpSpPr>
          <p:grpSpPr>
            <a:xfrm>
              <a:off x="720000" y="1419229"/>
              <a:ext cx="1959000" cy="666900"/>
              <a:chOff x="713225" y="1434675"/>
              <a:chExt cx="1959000" cy="666900"/>
            </a:xfrm>
          </p:grpSpPr>
          <p:sp>
            <p:nvSpPr>
              <p:cNvPr id="114" name="Google Shape;114;p16"/>
              <p:cNvSpPr txBox="1"/>
              <p:nvPr/>
            </p:nvSpPr>
            <p:spPr>
              <a:xfrm>
                <a:off x="713225" y="1434675"/>
                <a:ext cx="195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chemeClr val="dk1"/>
                    </a:solidFill>
                    <a:latin typeface="Quantico"/>
                    <a:ea typeface="Quantico"/>
                    <a:cs typeface="Quantico"/>
                    <a:sym typeface="Quantico"/>
                  </a:rPr>
                  <a:t>Introducción</a:t>
                </a:r>
                <a:endParaRPr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endParaRPr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713225" y="1735875"/>
                <a:ext cx="1959000" cy="36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endParaRPr>
              </a:p>
            </p:txBody>
          </p:sp>
        </p:grpSp>
      </p:grpSp>
      <p:grpSp>
        <p:nvGrpSpPr>
          <p:cNvPr id="116" name="Google Shape;116;p16"/>
          <p:cNvGrpSpPr/>
          <p:nvPr/>
        </p:nvGrpSpPr>
        <p:grpSpPr>
          <a:xfrm>
            <a:off x="718900" y="3510762"/>
            <a:ext cx="3295325" cy="725850"/>
            <a:chOff x="719875" y="2278287"/>
            <a:chExt cx="3295325" cy="725850"/>
          </a:xfrm>
        </p:grpSpPr>
        <p:sp>
          <p:nvSpPr>
            <p:cNvPr id="117" name="Google Shape;117;p16"/>
            <p:cNvSpPr txBox="1"/>
            <p:nvPr/>
          </p:nvSpPr>
          <p:spPr>
            <a:xfrm>
              <a:off x="2679000" y="2278287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{03</a:t>
              </a:r>
              <a:r>
                <a:rPr lang="en" sz="30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719875" y="2546937"/>
              <a:ext cx="195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Paradigma Funcional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5130725" y="1436479"/>
            <a:ext cx="3295200" cy="870050"/>
            <a:chOff x="5130725" y="1436479"/>
            <a:chExt cx="3295200" cy="870050"/>
          </a:xfrm>
        </p:grpSpPr>
        <p:sp>
          <p:nvSpPr>
            <p:cNvPr id="120" name="Google Shape;120;p16"/>
            <p:cNvSpPr txBox="1"/>
            <p:nvPr/>
          </p:nvSpPr>
          <p:spPr>
            <a:xfrm flipH="1">
              <a:off x="5130725" y="1436479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{02</a:t>
              </a:r>
              <a:r>
                <a:rPr lang="en" sz="30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 flipH="1">
              <a:off x="6466925" y="1849329"/>
              <a:ext cx="195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Paradigma Orientado a Objetos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5129750" y="3510762"/>
            <a:ext cx="3295200" cy="797718"/>
            <a:chOff x="5130725" y="2278287"/>
            <a:chExt cx="3295200" cy="797718"/>
          </a:xfrm>
        </p:grpSpPr>
        <p:sp>
          <p:nvSpPr>
            <p:cNvPr id="123" name="Google Shape;123;p16"/>
            <p:cNvSpPr txBox="1"/>
            <p:nvPr/>
          </p:nvSpPr>
          <p:spPr>
            <a:xfrm flipH="1">
              <a:off x="5130725" y="2278287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{04</a:t>
              </a:r>
              <a:r>
                <a:rPr lang="en" sz="30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 flipH="1">
              <a:off x="6466925" y="2618806"/>
              <a:ext cx="1959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Paradigma Lógico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125" name="Google Shape;125;p16"/>
          <p:cNvCxnSpPr>
            <a:stCxn id="112" idx="3"/>
            <a:endCxn id="120" idx="3"/>
          </p:cNvCxnSpPr>
          <p:nvPr/>
        </p:nvCxnSpPr>
        <p:spPr>
          <a:xfrm>
            <a:off x="4015200" y="1752679"/>
            <a:ext cx="11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16"/>
          <p:cNvCxnSpPr>
            <a:stCxn id="120" idx="2"/>
            <a:endCxn id="117" idx="0"/>
          </p:cNvCxnSpPr>
          <p:nvPr/>
        </p:nvCxnSpPr>
        <p:spPr>
          <a:xfrm rot="5400000">
            <a:off x="3851525" y="1563379"/>
            <a:ext cx="1441800" cy="24528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6"/>
          <p:cNvCxnSpPr>
            <a:stCxn id="123" idx="3"/>
            <a:endCxn id="117" idx="3"/>
          </p:cNvCxnSpPr>
          <p:nvPr/>
        </p:nvCxnSpPr>
        <p:spPr>
          <a:xfrm rot="10800000">
            <a:off x="4014350" y="3826962"/>
            <a:ext cx="11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Pautas de la materia</a:t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7960150" y="3070053"/>
            <a:ext cx="264084" cy="347783"/>
            <a:chOff x="864062" y="2884503"/>
            <a:chExt cx="264084" cy="347783"/>
          </a:xfrm>
        </p:grpSpPr>
        <p:sp>
          <p:nvSpPr>
            <p:cNvPr id="134" name="Google Shape;134;p17"/>
            <p:cNvSpPr/>
            <p:nvPr/>
          </p:nvSpPr>
          <p:spPr>
            <a:xfrm>
              <a:off x="944783" y="2884503"/>
              <a:ext cx="102263" cy="122982"/>
            </a:xfrm>
            <a:custGeom>
              <a:avLst/>
              <a:gdLst/>
              <a:ahLst/>
              <a:cxnLst/>
              <a:rect l="l" t="t" r="r" b="b"/>
              <a:pathLst>
                <a:path w="3228" h="3882" extrusionOk="0">
                  <a:moveTo>
                    <a:pt x="1608" y="0"/>
                  </a:moveTo>
                  <a:cubicBezTo>
                    <a:pt x="715" y="0"/>
                    <a:pt x="1" y="727"/>
                    <a:pt x="1" y="1608"/>
                  </a:cubicBezTo>
                  <a:cubicBezTo>
                    <a:pt x="1" y="2286"/>
                    <a:pt x="418" y="2882"/>
                    <a:pt x="1060" y="3120"/>
                  </a:cubicBezTo>
                  <a:lnTo>
                    <a:pt x="1477" y="3810"/>
                  </a:lnTo>
                  <a:cubicBezTo>
                    <a:pt x="1501" y="3858"/>
                    <a:pt x="1549" y="3882"/>
                    <a:pt x="1608" y="3882"/>
                  </a:cubicBezTo>
                  <a:cubicBezTo>
                    <a:pt x="1668" y="3882"/>
                    <a:pt x="1715" y="3858"/>
                    <a:pt x="1739" y="3810"/>
                  </a:cubicBezTo>
                  <a:lnTo>
                    <a:pt x="2156" y="3120"/>
                  </a:lnTo>
                  <a:cubicBezTo>
                    <a:pt x="2561" y="2977"/>
                    <a:pt x="2906" y="2667"/>
                    <a:pt x="3085" y="2263"/>
                  </a:cubicBezTo>
                  <a:cubicBezTo>
                    <a:pt x="3108" y="2191"/>
                    <a:pt x="3085" y="2084"/>
                    <a:pt x="3001" y="2060"/>
                  </a:cubicBezTo>
                  <a:cubicBezTo>
                    <a:pt x="2982" y="2051"/>
                    <a:pt x="2961" y="2046"/>
                    <a:pt x="2940" y="2046"/>
                  </a:cubicBezTo>
                  <a:cubicBezTo>
                    <a:pt x="2883" y="2046"/>
                    <a:pt x="2825" y="2079"/>
                    <a:pt x="2799" y="2132"/>
                  </a:cubicBezTo>
                  <a:cubicBezTo>
                    <a:pt x="2644" y="2465"/>
                    <a:pt x="2370" y="2727"/>
                    <a:pt x="2013" y="2834"/>
                  </a:cubicBezTo>
                  <a:cubicBezTo>
                    <a:pt x="1977" y="2846"/>
                    <a:pt x="1930" y="2858"/>
                    <a:pt x="1918" y="2905"/>
                  </a:cubicBezTo>
                  <a:lnTo>
                    <a:pt x="1608" y="3406"/>
                  </a:lnTo>
                  <a:lnTo>
                    <a:pt x="1299" y="2905"/>
                  </a:lnTo>
                  <a:cubicBezTo>
                    <a:pt x="1275" y="2870"/>
                    <a:pt x="1251" y="2846"/>
                    <a:pt x="1203" y="2834"/>
                  </a:cubicBezTo>
                  <a:cubicBezTo>
                    <a:pt x="668" y="2655"/>
                    <a:pt x="310" y="2155"/>
                    <a:pt x="310" y="1596"/>
                  </a:cubicBezTo>
                  <a:cubicBezTo>
                    <a:pt x="310" y="905"/>
                    <a:pt x="894" y="322"/>
                    <a:pt x="1608" y="322"/>
                  </a:cubicBezTo>
                  <a:cubicBezTo>
                    <a:pt x="2311" y="322"/>
                    <a:pt x="2870" y="881"/>
                    <a:pt x="2906" y="1572"/>
                  </a:cubicBezTo>
                  <a:cubicBezTo>
                    <a:pt x="2906" y="1667"/>
                    <a:pt x="2977" y="1739"/>
                    <a:pt x="3061" y="1739"/>
                  </a:cubicBezTo>
                  <a:cubicBezTo>
                    <a:pt x="3156" y="1739"/>
                    <a:pt x="3227" y="1667"/>
                    <a:pt x="3227" y="1572"/>
                  </a:cubicBezTo>
                  <a:cubicBezTo>
                    <a:pt x="3215" y="1167"/>
                    <a:pt x="3049" y="762"/>
                    <a:pt x="2739" y="465"/>
                  </a:cubicBezTo>
                  <a:cubicBezTo>
                    <a:pt x="2442" y="167"/>
                    <a:pt x="2037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963664" y="2903733"/>
              <a:ext cx="65261" cy="64152"/>
            </a:xfrm>
            <a:custGeom>
              <a:avLst/>
              <a:gdLst/>
              <a:ahLst/>
              <a:cxnLst/>
              <a:rect l="l" t="t" r="r" b="b"/>
              <a:pathLst>
                <a:path w="2060" h="2025" extrusionOk="0">
                  <a:moveTo>
                    <a:pt x="1012" y="584"/>
                  </a:moveTo>
                  <a:cubicBezTo>
                    <a:pt x="1250" y="584"/>
                    <a:pt x="1441" y="774"/>
                    <a:pt x="1441" y="1013"/>
                  </a:cubicBezTo>
                  <a:cubicBezTo>
                    <a:pt x="1441" y="1251"/>
                    <a:pt x="1250" y="1453"/>
                    <a:pt x="1012" y="1453"/>
                  </a:cubicBezTo>
                  <a:cubicBezTo>
                    <a:pt x="774" y="1453"/>
                    <a:pt x="584" y="1251"/>
                    <a:pt x="584" y="1013"/>
                  </a:cubicBezTo>
                  <a:cubicBezTo>
                    <a:pt x="584" y="774"/>
                    <a:pt x="774" y="584"/>
                    <a:pt x="1012" y="584"/>
                  </a:cubicBezTo>
                  <a:close/>
                  <a:moveTo>
                    <a:pt x="1012" y="1"/>
                  </a:moveTo>
                  <a:cubicBezTo>
                    <a:pt x="929" y="1"/>
                    <a:pt x="845" y="72"/>
                    <a:pt x="845" y="167"/>
                  </a:cubicBezTo>
                  <a:lnTo>
                    <a:pt x="845" y="274"/>
                  </a:lnTo>
                  <a:cubicBezTo>
                    <a:pt x="762" y="286"/>
                    <a:pt x="667" y="334"/>
                    <a:pt x="595" y="370"/>
                  </a:cubicBezTo>
                  <a:lnTo>
                    <a:pt x="524" y="298"/>
                  </a:lnTo>
                  <a:cubicBezTo>
                    <a:pt x="494" y="268"/>
                    <a:pt x="453" y="254"/>
                    <a:pt x="411" y="254"/>
                  </a:cubicBezTo>
                  <a:cubicBezTo>
                    <a:pt x="369" y="254"/>
                    <a:pt x="328" y="268"/>
                    <a:pt x="298" y="298"/>
                  </a:cubicBezTo>
                  <a:cubicBezTo>
                    <a:pt x="238" y="358"/>
                    <a:pt x="238" y="465"/>
                    <a:pt x="298" y="524"/>
                  </a:cubicBezTo>
                  <a:lnTo>
                    <a:pt x="369" y="596"/>
                  </a:lnTo>
                  <a:cubicBezTo>
                    <a:pt x="333" y="667"/>
                    <a:pt x="286" y="763"/>
                    <a:pt x="274" y="858"/>
                  </a:cubicBezTo>
                  <a:lnTo>
                    <a:pt x="167" y="858"/>
                  </a:lnTo>
                  <a:cubicBezTo>
                    <a:pt x="72" y="858"/>
                    <a:pt x="0" y="929"/>
                    <a:pt x="0" y="1013"/>
                  </a:cubicBezTo>
                  <a:cubicBezTo>
                    <a:pt x="0" y="1108"/>
                    <a:pt x="72" y="1179"/>
                    <a:pt x="167" y="1179"/>
                  </a:cubicBezTo>
                  <a:lnTo>
                    <a:pt x="274" y="1179"/>
                  </a:lnTo>
                  <a:cubicBezTo>
                    <a:pt x="286" y="1275"/>
                    <a:pt x="333" y="1358"/>
                    <a:pt x="369" y="1429"/>
                  </a:cubicBezTo>
                  <a:lnTo>
                    <a:pt x="298" y="1513"/>
                  </a:lnTo>
                  <a:cubicBezTo>
                    <a:pt x="238" y="1572"/>
                    <a:pt x="238" y="1667"/>
                    <a:pt x="298" y="1727"/>
                  </a:cubicBezTo>
                  <a:cubicBezTo>
                    <a:pt x="333" y="1763"/>
                    <a:pt x="369" y="1775"/>
                    <a:pt x="417" y="1775"/>
                  </a:cubicBezTo>
                  <a:cubicBezTo>
                    <a:pt x="464" y="1775"/>
                    <a:pt x="512" y="1763"/>
                    <a:pt x="536" y="1727"/>
                  </a:cubicBezTo>
                  <a:lnTo>
                    <a:pt x="607" y="1656"/>
                  </a:lnTo>
                  <a:cubicBezTo>
                    <a:pt x="691" y="1703"/>
                    <a:pt x="774" y="1751"/>
                    <a:pt x="869" y="1763"/>
                  </a:cubicBezTo>
                  <a:lnTo>
                    <a:pt x="869" y="1870"/>
                  </a:lnTo>
                  <a:cubicBezTo>
                    <a:pt x="869" y="1953"/>
                    <a:pt x="941" y="2025"/>
                    <a:pt x="1024" y="2025"/>
                  </a:cubicBezTo>
                  <a:cubicBezTo>
                    <a:pt x="1119" y="2025"/>
                    <a:pt x="1191" y="1953"/>
                    <a:pt x="1191" y="1870"/>
                  </a:cubicBezTo>
                  <a:lnTo>
                    <a:pt x="1191" y="1763"/>
                  </a:lnTo>
                  <a:cubicBezTo>
                    <a:pt x="1286" y="1751"/>
                    <a:pt x="1369" y="1703"/>
                    <a:pt x="1441" y="1656"/>
                  </a:cubicBezTo>
                  <a:lnTo>
                    <a:pt x="1524" y="1727"/>
                  </a:lnTo>
                  <a:cubicBezTo>
                    <a:pt x="1548" y="1763"/>
                    <a:pt x="1596" y="1775"/>
                    <a:pt x="1643" y="1775"/>
                  </a:cubicBezTo>
                  <a:cubicBezTo>
                    <a:pt x="1679" y="1775"/>
                    <a:pt x="1727" y="1763"/>
                    <a:pt x="1762" y="1727"/>
                  </a:cubicBezTo>
                  <a:cubicBezTo>
                    <a:pt x="1822" y="1667"/>
                    <a:pt x="1822" y="1572"/>
                    <a:pt x="1762" y="1513"/>
                  </a:cubicBezTo>
                  <a:lnTo>
                    <a:pt x="1679" y="1429"/>
                  </a:lnTo>
                  <a:cubicBezTo>
                    <a:pt x="1727" y="1358"/>
                    <a:pt x="1774" y="1275"/>
                    <a:pt x="1786" y="1179"/>
                  </a:cubicBezTo>
                  <a:lnTo>
                    <a:pt x="1893" y="1179"/>
                  </a:lnTo>
                  <a:cubicBezTo>
                    <a:pt x="1977" y="1179"/>
                    <a:pt x="2060" y="1108"/>
                    <a:pt x="2060" y="1013"/>
                  </a:cubicBezTo>
                  <a:cubicBezTo>
                    <a:pt x="2012" y="929"/>
                    <a:pt x="1953" y="858"/>
                    <a:pt x="1857" y="858"/>
                  </a:cubicBezTo>
                  <a:lnTo>
                    <a:pt x="1762" y="858"/>
                  </a:lnTo>
                  <a:cubicBezTo>
                    <a:pt x="1738" y="763"/>
                    <a:pt x="1703" y="667"/>
                    <a:pt x="1655" y="596"/>
                  </a:cubicBezTo>
                  <a:lnTo>
                    <a:pt x="1727" y="524"/>
                  </a:lnTo>
                  <a:cubicBezTo>
                    <a:pt x="1786" y="465"/>
                    <a:pt x="1786" y="358"/>
                    <a:pt x="1727" y="298"/>
                  </a:cubicBezTo>
                  <a:cubicBezTo>
                    <a:pt x="1697" y="268"/>
                    <a:pt x="1655" y="254"/>
                    <a:pt x="1613" y="254"/>
                  </a:cubicBezTo>
                  <a:cubicBezTo>
                    <a:pt x="1572" y="254"/>
                    <a:pt x="1530" y="268"/>
                    <a:pt x="1500" y="298"/>
                  </a:cubicBezTo>
                  <a:lnTo>
                    <a:pt x="1429" y="370"/>
                  </a:lnTo>
                  <a:cubicBezTo>
                    <a:pt x="1357" y="334"/>
                    <a:pt x="1262" y="286"/>
                    <a:pt x="1179" y="274"/>
                  </a:cubicBezTo>
                  <a:lnTo>
                    <a:pt x="1179" y="167"/>
                  </a:lnTo>
                  <a:cubicBezTo>
                    <a:pt x="1179" y="72"/>
                    <a:pt x="1107" y="1"/>
                    <a:pt x="1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864062" y="2987843"/>
              <a:ext cx="264084" cy="244443"/>
            </a:xfrm>
            <a:custGeom>
              <a:avLst/>
              <a:gdLst/>
              <a:ahLst/>
              <a:cxnLst/>
              <a:rect l="l" t="t" r="r" b="b"/>
              <a:pathLst>
                <a:path w="8336" h="7716" extrusionOk="0">
                  <a:moveTo>
                    <a:pt x="2513" y="1"/>
                  </a:moveTo>
                  <a:cubicBezTo>
                    <a:pt x="2477" y="1"/>
                    <a:pt x="2418" y="13"/>
                    <a:pt x="2370" y="24"/>
                  </a:cubicBezTo>
                  <a:cubicBezTo>
                    <a:pt x="1834" y="167"/>
                    <a:pt x="1442" y="667"/>
                    <a:pt x="1442" y="1263"/>
                  </a:cubicBezTo>
                  <a:lnTo>
                    <a:pt x="1442" y="1358"/>
                  </a:lnTo>
                  <a:cubicBezTo>
                    <a:pt x="953" y="1513"/>
                    <a:pt x="632" y="2013"/>
                    <a:pt x="632" y="2560"/>
                  </a:cubicBezTo>
                  <a:cubicBezTo>
                    <a:pt x="632" y="2751"/>
                    <a:pt x="680" y="2941"/>
                    <a:pt x="751" y="3120"/>
                  </a:cubicBezTo>
                  <a:cubicBezTo>
                    <a:pt x="287" y="3453"/>
                    <a:pt x="1" y="4001"/>
                    <a:pt x="1" y="4596"/>
                  </a:cubicBezTo>
                  <a:cubicBezTo>
                    <a:pt x="1" y="4966"/>
                    <a:pt x="108" y="5323"/>
                    <a:pt x="322" y="5620"/>
                  </a:cubicBezTo>
                  <a:cubicBezTo>
                    <a:pt x="346" y="5675"/>
                    <a:pt x="395" y="5699"/>
                    <a:pt x="446" y="5699"/>
                  </a:cubicBezTo>
                  <a:cubicBezTo>
                    <a:pt x="473" y="5699"/>
                    <a:pt x="500" y="5692"/>
                    <a:pt x="525" y="5680"/>
                  </a:cubicBezTo>
                  <a:cubicBezTo>
                    <a:pt x="620" y="5644"/>
                    <a:pt x="644" y="5537"/>
                    <a:pt x="584" y="5442"/>
                  </a:cubicBezTo>
                  <a:cubicBezTo>
                    <a:pt x="406" y="5192"/>
                    <a:pt x="322" y="4894"/>
                    <a:pt x="322" y="4596"/>
                  </a:cubicBezTo>
                  <a:cubicBezTo>
                    <a:pt x="322" y="4061"/>
                    <a:pt x="596" y="3573"/>
                    <a:pt x="1037" y="3311"/>
                  </a:cubicBezTo>
                  <a:cubicBezTo>
                    <a:pt x="1037" y="3311"/>
                    <a:pt x="1049" y="3311"/>
                    <a:pt x="1049" y="3299"/>
                  </a:cubicBezTo>
                  <a:cubicBezTo>
                    <a:pt x="1049" y="3299"/>
                    <a:pt x="1327" y="3093"/>
                    <a:pt x="1883" y="3093"/>
                  </a:cubicBezTo>
                  <a:cubicBezTo>
                    <a:pt x="1925" y="3093"/>
                    <a:pt x="1968" y="3094"/>
                    <a:pt x="2013" y="3096"/>
                  </a:cubicBezTo>
                  <a:cubicBezTo>
                    <a:pt x="2108" y="3096"/>
                    <a:pt x="2180" y="3037"/>
                    <a:pt x="2180" y="2941"/>
                  </a:cubicBezTo>
                  <a:cubicBezTo>
                    <a:pt x="2180" y="2858"/>
                    <a:pt x="2120" y="2775"/>
                    <a:pt x="2025" y="2775"/>
                  </a:cubicBezTo>
                  <a:cubicBezTo>
                    <a:pt x="2000" y="2774"/>
                    <a:pt x="1975" y="2774"/>
                    <a:pt x="1950" y="2774"/>
                  </a:cubicBezTo>
                  <a:cubicBezTo>
                    <a:pt x="1502" y="2774"/>
                    <a:pt x="1182" y="2874"/>
                    <a:pt x="1013" y="2953"/>
                  </a:cubicBezTo>
                  <a:cubicBezTo>
                    <a:pt x="953" y="2834"/>
                    <a:pt x="941" y="2703"/>
                    <a:pt x="941" y="2560"/>
                  </a:cubicBezTo>
                  <a:cubicBezTo>
                    <a:pt x="941" y="2108"/>
                    <a:pt x="1239" y="1727"/>
                    <a:pt x="1644" y="1632"/>
                  </a:cubicBezTo>
                  <a:cubicBezTo>
                    <a:pt x="1680" y="1632"/>
                    <a:pt x="1882" y="1632"/>
                    <a:pt x="2013" y="1763"/>
                  </a:cubicBezTo>
                  <a:cubicBezTo>
                    <a:pt x="2120" y="1870"/>
                    <a:pt x="2180" y="2025"/>
                    <a:pt x="2180" y="2239"/>
                  </a:cubicBezTo>
                  <a:cubicBezTo>
                    <a:pt x="2180" y="2334"/>
                    <a:pt x="2251" y="2406"/>
                    <a:pt x="2323" y="2406"/>
                  </a:cubicBezTo>
                  <a:cubicBezTo>
                    <a:pt x="2418" y="2406"/>
                    <a:pt x="2489" y="2334"/>
                    <a:pt x="2489" y="2239"/>
                  </a:cubicBezTo>
                  <a:cubicBezTo>
                    <a:pt x="2489" y="1929"/>
                    <a:pt x="2394" y="1691"/>
                    <a:pt x="2215" y="1525"/>
                  </a:cubicBezTo>
                  <a:cubicBezTo>
                    <a:pt x="2073" y="1394"/>
                    <a:pt x="1882" y="1334"/>
                    <a:pt x="1763" y="1322"/>
                  </a:cubicBezTo>
                  <a:lnTo>
                    <a:pt x="1763" y="1275"/>
                  </a:lnTo>
                  <a:cubicBezTo>
                    <a:pt x="1763" y="846"/>
                    <a:pt x="2037" y="453"/>
                    <a:pt x="2430" y="358"/>
                  </a:cubicBezTo>
                  <a:cubicBezTo>
                    <a:pt x="2477" y="334"/>
                    <a:pt x="2513" y="334"/>
                    <a:pt x="2561" y="322"/>
                  </a:cubicBezTo>
                  <a:lnTo>
                    <a:pt x="2846" y="322"/>
                  </a:lnTo>
                  <a:cubicBezTo>
                    <a:pt x="3370" y="322"/>
                    <a:pt x="3799" y="751"/>
                    <a:pt x="3799" y="1275"/>
                  </a:cubicBezTo>
                  <a:lnTo>
                    <a:pt x="3799" y="4608"/>
                  </a:lnTo>
                  <a:cubicBezTo>
                    <a:pt x="3311" y="4644"/>
                    <a:pt x="2858" y="4835"/>
                    <a:pt x="2513" y="5180"/>
                  </a:cubicBezTo>
                  <a:cubicBezTo>
                    <a:pt x="2477" y="5216"/>
                    <a:pt x="2454" y="5311"/>
                    <a:pt x="2489" y="5370"/>
                  </a:cubicBezTo>
                  <a:cubicBezTo>
                    <a:pt x="2513" y="5430"/>
                    <a:pt x="2573" y="5442"/>
                    <a:pt x="2620" y="5442"/>
                  </a:cubicBezTo>
                  <a:cubicBezTo>
                    <a:pt x="2668" y="5442"/>
                    <a:pt x="2715" y="5430"/>
                    <a:pt x="2739" y="5394"/>
                  </a:cubicBezTo>
                  <a:cubicBezTo>
                    <a:pt x="3037" y="5097"/>
                    <a:pt x="3454" y="4918"/>
                    <a:pt x="3894" y="4918"/>
                  </a:cubicBezTo>
                  <a:cubicBezTo>
                    <a:pt x="4168" y="5192"/>
                    <a:pt x="4335" y="5573"/>
                    <a:pt x="4335" y="5978"/>
                  </a:cubicBezTo>
                  <a:cubicBezTo>
                    <a:pt x="4335" y="6382"/>
                    <a:pt x="4168" y="6763"/>
                    <a:pt x="3894" y="7037"/>
                  </a:cubicBezTo>
                  <a:cubicBezTo>
                    <a:pt x="3656" y="7263"/>
                    <a:pt x="3335" y="7394"/>
                    <a:pt x="3013" y="7394"/>
                  </a:cubicBezTo>
                  <a:cubicBezTo>
                    <a:pt x="2358" y="7394"/>
                    <a:pt x="1811" y="6882"/>
                    <a:pt x="1703" y="6204"/>
                  </a:cubicBezTo>
                  <a:cubicBezTo>
                    <a:pt x="1763" y="6097"/>
                    <a:pt x="1942" y="5787"/>
                    <a:pt x="2215" y="5680"/>
                  </a:cubicBezTo>
                  <a:cubicBezTo>
                    <a:pt x="2299" y="5656"/>
                    <a:pt x="2358" y="5561"/>
                    <a:pt x="2323" y="5489"/>
                  </a:cubicBezTo>
                  <a:cubicBezTo>
                    <a:pt x="2304" y="5413"/>
                    <a:pt x="2239" y="5375"/>
                    <a:pt x="2171" y="5375"/>
                  </a:cubicBezTo>
                  <a:cubicBezTo>
                    <a:pt x="2154" y="5375"/>
                    <a:pt x="2137" y="5377"/>
                    <a:pt x="2120" y="5382"/>
                  </a:cubicBezTo>
                  <a:cubicBezTo>
                    <a:pt x="1775" y="5513"/>
                    <a:pt x="1549" y="5847"/>
                    <a:pt x="1442" y="6013"/>
                  </a:cubicBezTo>
                  <a:cubicBezTo>
                    <a:pt x="1287" y="5978"/>
                    <a:pt x="1132" y="5918"/>
                    <a:pt x="989" y="5835"/>
                  </a:cubicBezTo>
                  <a:cubicBezTo>
                    <a:pt x="956" y="5816"/>
                    <a:pt x="920" y="5806"/>
                    <a:pt x="887" y="5806"/>
                  </a:cubicBezTo>
                  <a:cubicBezTo>
                    <a:pt x="837" y="5806"/>
                    <a:pt x="791" y="5828"/>
                    <a:pt x="763" y="5870"/>
                  </a:cubicBezTo>
                  <a:cubicBezTo>
                    <a:pt x="715" y="5954"/>
                    <a:pt x="727" y="6049"/>
                    <a:pt x="810" y="6097"/>
                  </a:cubicBezTo>
                  <a:cubicBezTo>
                    <a:pt x="989" y="6216"/>
                    <a:pt x="1191" y="6287"/>
                    <a:pt x="1406" y="6323"/>
                  </a:cubicBezTo>
                  <a:cubicBezTo>
                    <a:pt x="1549" y="7121"/>
                    <a:pt x="2239" y="7716"/>
                    <a:pt x="3025" y="7716"/>
                  </a:cubicBezTo>
                  <a:cubicBezTo>
                    <a:pt x="3430" y="7716"/>
                    <a:pt x="3823" y="7561"/>
                    <a:pt x="4120" y="7275"/>
                  </a:cubicBezTo>
                  <a:lnTo>
                    <a:pt x="4168" y="7228"/>
                  </a:lnTo>
                  <a:lnTo>
                    <a:pt x="4216" y="7275"/>
                  </a:lnTo>
                  <a:cubicBezTo>
                    <a:pt x="4251" y="7299"/>
                    <a:pt x="4287" y="7335"/>
                    <a:pt x="4323" y="7359"/>
                  </a:cubicBezTo>
                  <a:cubicBezTo>
                    <a:pt x="4609" y="7597"/>
                    <a:pt x="4966" y="7716"/>
                    <a:pt x="5311" y="7716"/>
                  </a:cubicBezTo>
                  <a:cubicBezTo>
                    <a:pt x="6109" y="7716"/>
                    <a:pt x="6787" y="7121"/>
                    <a:pt x="6942" y="6323"/>
                  </a:cubicBezTo>
                  <a:cubicBezTo>
                    <a:pt x="7168" y="6287"/>
                    <a:pt x="7371" y="6204"/>
                    <a:pt x="7561" y="6085"/>
                  </a:cubicBezTo>
                  <a:cubicBezTo>
                    <a:pt x="7633" y="6037"/>
                    <a:pt x="7657" y="5954"/>
                    <a:pt x="7621" y="5870"/>
                  </a:cubicBezTo>
                  <a:cubicBezTo>
                    <a:pt x="7589" y="5816"/>
                    <a:pt x="7538" y="5781"/>
                    <a:pt x="7478" y="5781"/>
                  </a:cubicBezTo>
                  <a:cubicBezTo>
                    <a:pt x="7448" y="5781"/>
                    <a:pt x="7415" y="5791"/>
                    <a:pt x="7383" y="5811"/>
                  </a:cubicBezTo>
                  <a:cubicBezTo>
                    <a:pt x="7240" y="5918"/>
                    <a:pt x="7061" y="5978"/>
                    <a:pt x="6883" y="6013"/>
                  </a:cubicBezTo>
                  <a:cubicBezTo>
                    <a:pt x="6787" y="5835"/>
                    <a:pt x="6573" y="5513"/>
                    <a:pt x="6204" y="5382"/>
                  </a:cubicBezTo>
                  <a:cubicBezTo>
                    <a:pt x="6187" y="5377"/>
                    <a:pt x="6171" y="5375"/>
                    <a:pt x="6154" y="5375"/>
                  </a:cubicBezTo>
                  <a:cubicBezTo>
                    <a:pt x="6089" y="5375"/>
                    <a:pt x="6030" y="5413"/>
                    <a:pt x="6002" y="5489"/>
                  </a:cubicBezTo>
                  <a:cubicBezTo>
                    <a:pt x="5978" y="5573"/>
                    <a:pt x="6025" y="5656"/>
                    <a:pt x="6109" y="5680"/>
                  </a:cubicBezTo>
                  <a:cubicBezTo>
                    <a:pt x="6383" y="5787"/>
                    <a:pt x="6561" y="6097"/>
                    <a:pt x="6621" y="6204"/>
                  </a:cubicBezTo>
                  <a:cubicBezTo>
                    <a:pt x="6525" y="6882"/>
                    <a:pt x="5966" y="7394"/>
                    <a:pt x="5311" y="7394"/>
                  </a:cubicBezTo>
                  <a:cubicBezTo>
                    <a:pt x="5037" y="7394"/>
                    <a:pt x="4751" y="7287"/>
                    <a:pt x="4513" y="7109"/>
                  </a:cubicBezTo>
                  <a:cubicBezTo>
                    <a:pt x="4478" y="7085"/>
                    <a:pt x="4454" y="7061"/>
                    <a:pt x="4418" y="7037"/>
                  </a:cubicBezTo>
                  <a:cubicBezTo>
                    <a:pt x="4394" y="7025"/>
                    <a:pt x="4382" y="6990"/>
                    <a:pt x="4347" y="6966"/>
                  </a:cubicBezTo>
                  <a:cubicBezTo>
                    <a:pt x="4537" y="6680"/>
                    <a:pt x="4644" y="6323"/>
                    <a:pt x="4644" y="5966"/>
                  </a:cubicBezTo>
                  <a:cubicBezTo>
                    <a:pt x="4644" y="5859"/>
                    <a:pt x="4632" y="5775"/>
                    <a:pt x="4620" y="5680"/>
                  </a:cubicBezTo>
                  <a:lnTo>
                    <a:pt x="4620" y="5680"/>
                  </a:lnTo>
                  <a:cubicBezTo>
                    <a:pt x="5430" y="5859"/>
                    <a:pt x="5728" y="6251"/>
                    <a:pt x="5823" y="6430"/>
                  </a:cubicBezTo>
                  <a:cubicBezTo>
                    <a:pt x="5844" y="6482"/>
                    <a:pt x="5910" y="6516"/>
                    <a:pt x="5973" y="6516"/>
                  </a:cubicBezTo>
                  <a:cubicBezTo>
                    <a:pt x="5983" y="6516"/>
                    <a:pt x="5992" y="6515"/>
                    <a:pt x="6002" y="6513"/>
                  </a:cubicBezTo>
                  <a:cubicBezTo>
                    <a:pt x="6109" y="6501"/>
                    <a:pt x="6168" y="6382"/>
                    <a:pt x="6121" y="6275"/>
                  </a:cubicBezTo>
                  <a:cubicBezTo>
                    <a:pt x="5990" y="6025"/>
                    <a:pt x="5633" y="5561"/>
                    <a:pt x="4656" y="5370"/>
                  </a:cubicBezTo>
                  <a:cubicBezTo>
                    <a:pt x="4646" y="5367"/>
                    <a:pt x="4634" y="5365"/>
                    <a:pt x="4622" y="5365"/>
                  </a:cubicBezTo>
                  <a:cubicBezTo>
                    <a:pt x="4594" y="5365"/>
                    <a:pt x="4562" y="5374"/>
                    <a:pt x="4537" y="5382"/>
                  </a:cubicBezTo>
                  <a:cubicBezTo>
                    <a:pt x="4501" y="5239"/>
                    <a:pt x="4418" y="5097"/>
                    <a:pt x="4347" y="4977"/>
                  </a:cubicBezTo>
                  <a:cubicBezTo>
                    <a:pt x="4359" y="4954"/>
                    <a:pt x="4394" y="4942"/>
                    <a:pt x="4418" y="4906"/>
                  </a:cubicBezTo>
                  <a:cubicBezTo>
                    <a:pt x="4859" y="4906"/>
                    <a:pt x="5252" y="5073"/>
                    <a:pt x="5573" y="5382"/>
                  </a:cubicBezTo>
                  <a:cubicBezTo>
                    <a:pt x="5597" y="5418"/>
                    <a:pt x="5644" y="5430"/>
                    <a:pt x="5692" y="5430"/>
                  </a:cubicBezTo>
                  <a:cubicBezTo>
                    <a:pt x="5752" y="5430"/>
                    <a:pt x="5787" y="5394"/>
                    <a:pt x="5823" y="5358"/>
                  </a:cubicBezTo>
                  <a:cubicBezTo>
                    <a:pt x="5847" y="5299"/>
                    <a:pt x="5847" y="5204"/>
                    <a:pt x="5787" y="5156"/>
                  </a:cubicBezTo>
                  <a:cubicBezTo>
                    <a:pt x="5454" y="4823"/>
                    <a:pt x="4990" y="4608"/>
                    <a:pt x="4513" y="4596"/>
                  </a:cubicBezTo>
                  <a:lnTo>
                    <a:pt x="4513" y="1251"/>
                  </a:lnTo>
                  <a:cubicBezTo>
                    <a:pt x="4513" y="727"/>
                    <a:pt x="4942" y="298"/>
                    <a:pt x="5466" y="298"/>
                  </a:cubicBezTo>
                  <a:lnTo>
                    <a:pt x="5752" y="298"/>
                  </a:lnTo>
                  <a:cubicBezTo>
                    <a:pt x="5787" y="298"/>
                    <a:pt x="5835" y="310"/>
                    <a:pt x="5883" y="310"/>
                  </a:cubicBezTo>
                  <a:cubicBezTo>
                    <a:pt x="6287" y="417"/>
                    <a:pt x="6549" y="786"/>
                    <a:pt x="6549" y="1227"/>
                  </a:cubicBezTo>
                  <a:lnTo>
                    <a:pt x="6549" y="1275"/>
                  </a:lnTo>
                  <a:cubicBezTo>
                    <a:pt x="6418" y="1287"/>
                    <a:pt x="6240" y="1334"/>
                    <a:pt x="6085" y="1489"/>
                  </a:cubicBezTo>
                  <a:cubicBezTo>
                    <a:pt x="5906" y="1644"/>
                    <a:pt x="5823" y="1882"/>
                    <a:pt x="5823" y="2203"/>
                  </a:cubicBezTo>
                  <a:cubicBezTo>
                    <a:pt x="5823" y="2287"/>
                    <a:pt x="5883" y="2346"/>
                    <a:pt x="5954" y="2358"/>
                  </a:cubicBezTo>
                  <a:cubicBezTo>
                    <a:pt x="5967" y="2361"/>
                    <a:pt x="5979" y="2362"/>
                    <a:pt x="5990" y="2362"/>
                  </a:cubicBezTo>
                  <a:cubicBezTo>
                    <a:pt x="6077" y="2362"/>
                    <a:pt x="6133" y="2287"/>
                    <a:pt x="6133" y="2203"/>
                  </a:cubicBezTo>
                  <a:cubicBezTo>
                    <a:pt x="6133" y="1977"/>
                    <a:pt x="6192" y="1822"/>
                    <a:pt x="6299" y="1727"/>
                  </a:cubicBezTo>
                  <a:cubicBezTo>
                    <a:pt x="6430" y="1584"/>
                    <a:pt x="6621" y="1584"/>
                    <a:pt x="6668" y="1584"/>
                  </a:cubicBezTo>
                  <a:cubicBezTo>
                    <a:pt x="7073" y="1679"/>
                    <a:pt x="7371" y="2060"/>
                    <a:pt x="7371" y="2513"/>
                  </a:cubicBezTo>
                  <a:cubicBezTo>
                    <a:pt x="7371" y="2644"/>
                    <a:pt x="7335" y="2775"/>
                    <a:pt x="7299" y="2918"/>
                  </a:cubicBezTo>
                  <a:cubicBezTo>
                    <a:pt x="7138" y="2832"/>
                    <a:pt x="6840" y="2736"/>
                    <a:pt x="6424" y="2736"/>
                  </a:cubicBezTo>
                  <a:cubicBezTo>
                    <a:pt x="6380" y="2736"/>
                    <a:pt x="6334" y="2737"/>
                    <a:pt x="6287" y="2739"/>
                  </a:cubicBezTo>
                  <a:cubicBezTo>
                    <a:pt x="6192" y="2739"/>
                    <a:pt x="6133" y="2799"/>
                    <a:pt x="6121" y="2882"/>
                  </a:cubicBezTo>
                  <a:cubicBezTo>
                    <a:pt x="6109" y="2989"/>
                    <a:pt x="6192" y="3061"/>
                    <a:pt x="6287" y="3061"/>
                  </a:cubicBezTo>
                  <a:cubicBezTo>
                    <a:pt x="6317" y="3059"/>
                    <a:pt x="6346" y="3059"/>
                    <a:pt x="6374" y="3059"/>
                  </a:cubicBezTo>
                  <a:cubicBezTo>
                    <a:pt x="6937" y="3059"/>
                    <a:pt x="7240" y="3275"/>
                    <a:pt x="7252" y="3275"/>
                  </a:cubicBezTo>
                  <a:lnTo>
                    <a:pt x="7264" y="3287"/>
                  </a:lnTo>
                  <a:cubicBezTo>
                    <a:pt x="7716" y="3537"/>
                    <a:pt x="7978" y="4025"/>
                    <a:pt x="7978" y="4561"/>
                  </a:cubicBezTo>
                  <a:cubicBezTo>
                    <a:pt x="7978" y="4858"/>
                    <a:pt x="7895" y="5144"/>
                    <a:pt x="7740" y="5382"/>
                  </a:cubicBezTo>
                  <a:cubicBezTo>
                    <a:pt x="7692" y="5454"/>
                    <a:pt x="7716" y="5549"/>
                    <a:pt x="7776" y="5608"/>
                  </a:cubicBezTo>
                  <a:cubicBezTo>
                    <a:pt x="7799" y="5632"/>
                    <a:pt x="7835" y="5632"/>
                    <a:pt x="7871" y="5632"/>
                  </a:cubicBezTo>
                  <a:cubicBezTo>
                    <a:pt x="7930" y="5632"/>
                    <a:pt x="7978" y="5608"/>
                    <a:pt x="8014" y="5561"/>
                  </a:cubicBezTo>
                  <a:cubicBezTo>
                    <a:pt x="8204" y="5263"/>
                    <a:pt x="8311" y="4918"/>
                    <a:pt x="8311" y="4561"/>
                  </a:cubicBezTo>
                  <a:cubicBezTo>
                    <a:pt x="8335" y="4001"/>
                    <a:pt x="8061" y="3453"/>
                    <a:pt x="7597" y="3120"/>
                  </a:cubicBezTo>
                  <a:cubicBezTo>
                    <a:pt x="7680" y="2941"/>
                    <a:pt x="7716" y="2751"/>
                    <a:pt x="7716" y="2560"/>
                  </a:cubicBezTo>
                  <a:cubicBezTo>
                    <a:pt x="7716" y="2013"/>
                    <a:pt x="7371" y="1537"/>
                    <a:pt x="6895" y="1358"/>
                  </a:cubicBezTo>
                  <a:lnTo>
                    <a:pt x="6895" y="1263"/>
                  </a:lnTo>
                  <a:cubicBezTo>
                    <a:pt x="6895" y="679"/>
                    <a:pt x="6525" y="179"/>
                    <a:pt x="5978" y="24"/>
                  </a:cubicBezTo>
                  <a:cubicBezTo>
                    <a:pt x="5930" y="13"/>
                    <a:pt x="5871" y="13"/>
                    <a:pt x="5823" y="1"/>
                  </a:cubicBezTo>
                  <a:lnTo>
                    <a:pt x="5478" y="1"/>
                  </a:lnTo>
                  <a:cubicBezTo>
                    <a:pt x="4787" y="1"/>
                    <a:pt x="4216" y="560"/>
                    <a:pt x="4216" y="1263"/>
                  </a:cubicBezTo>
                  <a:lnTo>
                    <a:pt x="4216" y="4692"/>
                  </a:lnTo>
                  <a:lnTo>
                    <a:pt x="4168" y="4727"/>
                  </a:lnTo>
                  <a:lnTo>
                    <a:pt x="4120" y="4692"/>
                  </a:lnTo>
                  <a:lnTo>
                    <a:pt x="4120" y="1263"/>
                  </a:lnTo>
                  <a:cubicBezTo>
                    <a:pt x="4120" y="560"/>
                    <a:pt x="3561" y="1"/>
                    <a:pt x="2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022494" y="3006724"/>
              <a:ext cx="44162" cy="22271"/>
            </a:xfrm>
            <a:custGeom>
              <a:avLst/>
              <a:gdLst/>
              <a:ahLst/>
              <a:cxnLst/>
              <a:rect l="l" t="t" r="r" b="b"/>
              <a:pathLst>
                <a:path w="1394" h="703" extrusionOk="0">
                  <a:moveTo>
                    <a:pt x="454" y="0"/>
                  </a:moveTo>
                  <a:cubicBezTo>
                    <a:pt x="402" y="0"/>
                    <a:pt x="350" y="4"/>
                    <a:pt x="298" y="12"/>
                  </a:cubicBezTo>
                  <a:lnTo>
                    <a:pt x="155" y="24"/>
                  </a:lnTo>
                  <a:cubicBezTo>
                    <a:pt x="60" y="48"/>
                    <a:pt x="0" y="119"/>
                    <a:pt x="12" y="202"/>
                  </a:cubicBezTo>
                  <a:cubicBezTo>
                    <a:pt x="34" y="290"/>
                    <a:pt x="96" y="347"/>
                    <a:pt x="170" y="347"/>
                  </a:cubicBezTo>
                  <a:cubicBezTo>
                    <a:pt x="177" y="347"/>
                    <a:pt x="184" y="346"/>
                    <a:pt x="191" y="345"/>
                  </a:cubicBezTo>
                  <a:lnTo>
                    <a:pt x="346" y="321"/>
                  </a:lnTo>
                  <a:cubicBezTo>
                    <a:pt x="370" y="319"/>
                    <a:pt x="394" y="318"/>
                    <a:pt x="417" y="318"/>
                  </a:cubicBezTo>
                  <a:cubicBezTo>
                    <a:pt x="675" y="318"/>
                    <a:pt x="908" y="436"/>
                    <a:pt x="1072" y="643"/>
                  </a:cubicBezTo>
                  <a:cubicBezTo>
                    <a:pt x="1108" y="679"/>
                    <a:pt x="1143" y="702"/>
                    <a:pt x="1203" y="702"/>
                  </a:cubicBezTo>
                  <a:cubicBezTo>
                    <a:pt x="1239" y="702"/>
                    <a:pt x="1286" y="679"/>
                    <a:pt x="1298" y="667"/>
                  </a:cubicBezTo>
                  <a:cubicBezTo>
                    <a:pt x="1370" y="607"/>
                    <a:pt x="1394" y="524"/>
                    <a:pt x="1334" y="440"/>
                  </a:cubicBezTo>
                  <a:cubicBezTo>
                    <a:pt x="1126" y="171"/>
                    <a:pt x="802" y="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086234" y="3100244"/>
              <a:ext cx="28322" cy="37002"/>
            </a:xfrm>
            <a:custGeom>
              <a:avLst/>
              <a:gdLst/>
              <a:ahLst/>
              <a:cxnLst/>
              <a:rect l="l" t="t" r="r" b="b"/>
              <a:pathLst>
                <a:path w="894" h="1168" extrusionOk="0">
                  <a:moveTo>
                    <a:pt x="181" y="1"/>
                  </a:moveTo>
                  <a:cubicBezTo>
                    <a:pt x="115" y="1"/>
                    <a:pt x="55" y="44"/>
                    <a:pt x="36" y="108"/>
                  </a:cubicBezTo>
                  <a:cubicBezTo>
                    <a:pt x="1" y="203"/>
                    <a:pt x="48" y="286"/>
                    <a:pt x="132" y="322"/>
                  </a:cubicBezTo>
                  <a:cubicBezTo>
                    <a:pt x="525" y="441"/>
                    <a:pt x="572" y="1025"/>
                    <a:pt x="572" y="1025"/>
                  </a:cubicBezTo>
                  <a:cubicBezTo>
                    <a:pt x="572" y="1108"/>
                    <a:pt x="644" y="1168"/>
                    <a:pt x="727" y="1168"/>
                  </a:cubicBezTo>
                  <a:lnTo>
                    <a:pt x="751" y="1168"/>
                  </a:lnTo>
                  <a:cubicBezTo>
                    <a:pt x="822" y="1168"/>
                    <a:pt x="894" y="1096"/>
                    <a:pt x="894" y="1001"/>
                  </a:cubicBezTo>
                  <a:cubicBezTo>
                    <a:pt x="894" y="977"/>
                    <a:pt x="846" y="203"/>
                    <a:pt x="239" y="13"/>
                  </a:cubicBezTo>
                  <a:cubicBezTo>
                    <a:pt x="220" y="4"/>
                    <a:pt x="200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023634" y="3077941"/>
              <a:ext cx="26041" cy="49167"/>
            </a:xfrm>
            <a:custGeom>
              <a:avLst/>
              <a:gdLst/>
              <a:ahLst/>
              <a:cxnLst/>
              <a:rect l="l" t="t" r="r" b="b"/>
              <a:pathLst>
                <a:path w="822" h="1552" extrusionOk="0">
                  <a:moveTo>
                    <a:pt x="646" y="0"/>
                  </a:moveTo>
                  <a:cubicBezTo>
                    <a:pt x="617" y="0"/>
                    <a:pt x="588" y="9"/>
                    <a:pt x="560" y="26"/>
                  </a:cubicBezTo>
                  <a:cubicBezTo>
                    <a:pt x="345" y="181"/>
                    <a:pt x="0" y="538"/>
                    <a:pt x="0" y="1383"/>
                  </a:cubicBezTo>
                  <a:cubicBezTo>
                    <a:pt x="0" y="1462"/>
                    <a:pt x="74" y="1551"/>
                    <a:pt x="163" y="1551"/>
                  </a:cubicBezTo>
                  <a:cubicBezTo>
                    <a:pt x="168" y="1551"/>
                    <a:pt x="173" y="1551"/>
                    <a:pt x="179" y="1550"/>
                  </a:cubicBezTo>
                  <a:cubicBezTo>
                    <a:pt x="250" y="1526"/>
                    <a:pt x="310" y="1455"/>
                    <a:pt x="310" y="1383"/>
                  </a:cubicBezTo>
                  <a:cubicBezTo>
                    <a:pt x="310" y="681"/>
                    <a:pt x="584" y="395"/>
                    <a:pt x="726" y="312"/>
                  </a:cubicBezTo>
                  <a:cubicBezTo>
                    <a:pt x="786" y="264"/>
                    <a:pt x="822" y="205"/>
                    <a:pt x="798" y="133"/>
                  </a:cubicBezTo>
                  <a:cubicBezTo>
                    <a:pt x="781" y="49"/>
                    <a:pt x="716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924413" y="3006819"/>
              <a:ext cx="44162" cy="22176"/>
            </a:xfrm>
            <a:custGeom>
              <a:avLst/>
              <a:gdLst/>
              <a:ahLst/>
              <a:cxnLst/>
              <a:rect l="l" t="t" r="r" b="b"/>
              <a:pathLst>
                <a:path w="1394" h="700" extrusionOk="0">
                  <a:moveTo>
                    <a:pt x="963" y="1"/>
                  </a:moveTo>
                  <a:cubicBezTo>
                    <a:pt x="614" y="1"/>
                    <a:pt x="272" y="163"/>
                    <a:pt x="60" y="437"/>
                  </a:cubicBezTo>
                  <a:cubicBezTo>
                    <a:pt x="1" y="521"/>
                    <a:pt x="25" y="616"/>
                    <a:pt x="96" y="664"/>
                  </a:cubicBezTo>
                  <a:cubicBezTo>
                    <a:pt x="120" y="676"/>
                    <a:pt x="156" y="699"/>
                    <a:pt x="179" y="699"/>
                  </a:cubicBezTo>
                  <a:cubicBezTo>
                    <a:pt x="227" y="699"/>
                    <a:pt x="287" y="664"/>
                    <a:pt x="322" y="640"/>
                  </a:cubicBezTo>
                  <a:cubicBezTo>
                    <a:pt x="464" y="433"/>
                    <a:pt x="716" y="315"/>
                    <a:pt x="976" y="315"/>
                  </a:cubicBezTo>
                  <a:cubicBezTo>
                    <a:pt x="1000" y="315"/>
                    <a:pt x="1025" y="316"/>
                    <a:pt x="1049" y="318"/>
                  </a:cubicBezTo>
                  <a:lnTo>
                    <a:pt x="1191" y="342"/>
                  </a:lnTo>
                  <a:cubicBezTo>
                    <a:pt x="1200" y="343"/>
                    <a:pt x="1208" y="344"/>
                    <a:pt x="1215" y="344"/>
                  </a:cubicBezTo>
                  <a:cubicBezTo>
                    <a:pt x="1298" y="344"/>
                    <a:pt x="1359" y="287"/>
                    <a:pt x="1370" y="199"/>
                  </a:cubicBezTo>
                  <a:cubicBezTo>
                    <a:pt x="1394" y="116"/>
                    <a:pt x="1334" y="21"/>
                    <a:pt x="1239" y="21"/>
                  </a:cubicBezTo>
                  <a:lnTo>
                    <a:pt x="1096" y="9"/>
                  </a:lnTo>
                  <a:cubicBezTo>
                    <a:pt x="1052" y="3"/>
                    <a:pt x="1007" y="1"/>
                    <a:pt x="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929703" y="3158757"/>
              <a:ext cx="56232" cy="41849"/>
            </a:xfrm>
            <a:custGeom>
              <a:avLst/>
              <a:gdLst/>
              <a:ahLst/>
              <a:cxnLst/>
              <a:rect l="l" t="t" r="r" b="b"/>
              <a:pathLst>
                <a:path w="1775" h="1321" extrusionOk="0">
                  <a:moveTo>
                    <a:pt x="1604" y="1"/>
                  </a:moveTo>
                  <a:cubicBezTo>
                    <a:pt x="1586" y="1"/>
                    <a:pt x="1567" y="4"/>
                    <a:pt x="1548" y="11"/>
                  </a:cubicBezTo>
                  <a:cubicBezTo>
                    <a:pt x="179" y="309"/>
                    <a:pt x="36" y="1095"/>
                    <a:pt x="12" y="1118"/>
                  </a:cubicBezTo>
                  <a:cubicBezTo>
                    <a:pt x="1" y="1214"/>
                    <a:pt x="60" y="1297"/>
                    <a:pt x="155" y="1321"/>
                  </a:cubicBezTo>
                  <a:lnTo>
                    <a:pt x="179" y="1321"/>
                  </a:lnTo>
                  <a:cubicBezTo>
                    <a:pt x="251" y="1321"/>
                    <a:pt x="334" y="1261"/>
                    <a:pt x="346" y="1178"/>
                  </a:cubicBezTo>
                  <a:cubicBezTo>
                    <a:pt x="346" y="1178"/>
                    <a:pt x="477" y="571"/>
                    <a:pt x="1620" y="333"/>
                  </a:cubicBezTo>
                  <a:cubicBezTo>
                    <a:pt x="1715" y="309"/>
                    <a:pt x="1775" y="213"/>
                    <a:pt x="1739" y="130"/>
                  </a:cubicBezTo>
                  <a:cubicBezTo>
                    <a:pt x="1729" y="54"/>
                    <a:pt x="1674" y="1"/>
                    <a:pt x="1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876512" y="3100244"/>
              <a:ext cx="28322" cy="37002"/>
            </a:xfrm>
            <a:custGeom>
              <a:avLst/>
              <a:gdLst/>
              <a:ahLst/>
              <a:cxnLst/>
              <a:rect l="l" t="t" r="r" b="b"/>
              <a:pathLst>
                <a:path w="894" h="1168" extrusionOk="0">
                  <a:moveTo>
                    <a:pt x="714" y="1"/>
                  </a:moveTo>
                  <a:cubicBezTo>
                    <a:pt x="694" y="1"/>
                    <a:pt x="675" y="4"/>
                    <a:pt x="656" y="13"/>
                  </a:cubicBezTo>
                  <a:cubicBezTo>
                    <a:pt x="60" y="203"/>
                    <a:pt x="1" y="965"/>
                    <a:pt x="1" y="1001"/>
                  </a:cubicBezTo>
                  <a:cubicBezTo>
                    <a:pt x="1" y="1096"/>
                    <a:pt x="60" y="1168"/>
                    <a:pt x="144" y="1168"/>
                  </a:cubicBezTo>
                  <a:lnTo>
                    <a:pt x="156" y="1168"/>
                  </a:lnTo>
                  <a:cubicBezTo>
                    <a:pt x="251" y="1168"/>
                    <a:pt x="322" y="1108"/>
                    <a:pt x="322" y="1025"/>
                  </a:cubicBezTo>
                  <a:cubicBezTo>
                    <a:pt x="322" y="1025"/>
                    <a:pt x="358" y="441"/>
                    <a:pt x="751" y="322"/>
                  </a:cubicBezTo>
                  <a:cubicBezTo>
                    <a:pt x="846" y="286"/>
                    <a:pt x="894" y="203"/>
                    <a:pt x="858" y="108"/>
                  </a:cubicBezTo>
                  <a:cubicBezTo>
                    <a:pt x="840" y="44"/>
                    <a:pt x="779" y="1"/>
                    <a:pt x="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941393" y="3077941"/>
              <a:ext cx="26453" cy="49484"/>
            </a:xfrm>
            <a:custGeom>
              <a:avLst/>
              <a:gdLst/>
              <a:ahLst/>
              <a:cxnLst/>
              <a:rect l="l" t="t" r="r" b="b"/>
              <a:pathLst>
                <a:path w="835" h="1562" extrusionOk="0">
                  <a:moveTo>
                    <a:pt x="185" y="0"/>
                  </a:moveTo>
                  <a:cubicBezTo>
                    <a:pt x="112" y="0"/>
                    <a:pt x="41" y="49"/>
                    <a:pt x="24" y="133"/>
                  </a:cubicBezTo>
                  <a:cubicBezTo>
                    <a:pt x="1" y="193"/>
                    <a:pt x="36" y="264"/>
                    <a:pt x="96" y="312"/>
                  </a:cubicBezTo>
                  <a:cubicBezTo>
                    <a:pt x="239" y="419"/>
                    <a:pt x="513" y="681"/>
                    <a:pt x="513" y="1395"/>
                  </a:cubicBezTo>
                  <a:cubicBezTo>
                    <a:pt x="513" y="1491"/>
                    <a:pt x="584" y="1562"/>
                    <a:pt x="679" y="1562"/>
                  </a:cubicBezTo>
                  <a:cubicBezTo>
                    <a:pt x="763" y="1562"/>
                    <a:pt x="834" y="1491"/>
                    <a:pt x="834" y="1395"/>
                  </a:cubicBezTo>
                  <a:cubicBezTo>
                    <a:pt x="834" y="538"/>
                    <a:pt x="513" y="181"/>
                    <a:pt x="274" y="26"/>
                  </a:cubicBezTo>
                  <a:cubicBezTo>
                    <a:pt x="247" y="9"/>
                    <a:pt x="216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7918475" y="2298096"/>
            <a:ext cx="347435" cy="345534"/>
            <a:chOff x="3527780" y="2885263"/>
            <a:chExt cx="347435" cy="345534"/>
          </a:xfrm>
        </p:grpSpPr>
        <p:sp>
          <p:nvSpPr>
            <p:cNvPr id="145" name="Google Shape;145;p17"/>
            <p:cNvSpPr/>
            <p:nvPr/>
          </p:nvSpPr>
          <p:spPr>
            <a:xfrm>
              <a:off x="3527780" y="2885263"/>
              <a:ext cx="347435" cy="345534"/>
            </a:xfrm>
            <a:custGeom>
              <a:avLst/>
              <a:gdLst/>
              <a:ahLst/>
              <a:cxnLst/>
              <a:rect l="l" t="t" r="r" b="b"/>
              <a:pathLst>
                <a:path w="10967" h="10907" extrusionOk="0">
                  <a:moveTo>
                    <a:pt x="3751" y="298"/>
                  </a:moveTo>
                  <a:cubicBezTo>
                    <a:pt x="3811" y="298"/>
                    <a:pt x="3847" y="345"/>
                    <a:pt x="3847" y="405"/>
                  </a:cubicBezTo>
                  <a:cubicBezTo>
                    <a:pt x="3847" y="464"/>
                    <a:pt x="3811" y="512"/>
                    <a:pt x="3751" y="512"/>
                  </a:cubicBezTo>
                  <a:cubicBezTo>
                    <a:pt x="3692" y="512"/>
                    <a:pt x="3644" y="464"/>
                    <a:pt x="3644" y="405"/>
                  </a:cubicBezTo>
                  <a:cubicBezTo>
                    <a:pt x="3656" y="345"/>
                    <a:pt x="3704" y="298"/>
                    <a:pt x="3751" y="298"/>
                  </a:cubicBezTo>
                  <a:close/>
                  <a:moveTo>
                    <a:pt x="5490" y="298"/>
                  </a:moveTo>
                  <a:cubicBezTo>
                    <a:pt x="5549" y="298"/>
                    <a:pt x="5597" y="345"/>
                    <a:pt x="5597" y="405"/>
                  </a:cubicBezTo>
                  <a:cubicBezTo>
                    <a:pt x="5597" y="464"/>
                    <a:pt x="5549" y="512"/>
                    <a:pt x="5490" y="512"/>
                  </a:cubicBezTo>
                  <a:cubicBezTo>
                    <a:pt x="5430" y="512"/>
                    <a:pt x="5382" y="464"/>
                    <a:pt x="5382" y="405"/>
                  </a:cubicBezTo>
                  <a:cubicBezTo>
                    <a:pt x="5382" y="345"/>
                    <a:pt x="5430" y="298"/>
                    <a:pt x="5490" y="298"/>
                  </a:cubicBezTo>
                  <a:close/>
                  <a:moveTo>
                    <a:pt x="7216" y="298"/>
                  </a:moveTo>
                  <a:cubicBezTo>
                    <a:pt x="7276" y="298"/>
                    <a:pt x="7323" y="345"/>
                    <a:pt x="7323" y="405"/>
                  </a:cubicBezTo>
                  <a:cubicBezTo>
                    <a:pt x="7323" y="464"/>
                    <a:pt x="7276" y="512"/>
                    <a:pt x="7216" y="512"/>
                  </a:cubicBezTo>
                  <a:cubicBezTo>
                    <a:pt x="7156" y="512"/>
                    <a:pt x="7109" y="464"/>
                    <a:pt x="7109" y="405"/>
                  </a:cubicBezTo>
                  <a:cubicBezTo>
                    <a:pt x="7109" y="345"/>
                    <a:pt x="7156" y="298"/>
                    <a:pt x="7216" y="298"/>
                  </a:cubicBezTo>
                  <a:close/>
                  <a:moveTo>
                    <a:pt x="394" y="3632"/>
                  </a:moveTo>
                  <a:cubicBezTo>
                    <a:pt x="453" y="3632"/>
                    <a:pt x="501" y="3679"/>
                    <a:pt x="501" y="3739"/>
                  </a:cubicBezTo>
                  <a:cubicBezTo>
                    <a:pt x="501" y="3798"/>
                    <a:pt x="453" y="3846"/>
                    <a:pt x="394" y="3846"/>
                  </a:cubicBezTo>
                  <a:cubicBezTo>
                    <a:pt x="334" y="3846"/>
                    <a:pt x="287" y="3798"/>
                    <a:pt x="287" y="3739"/>
                  </a:cubicBezTo>
                  <a:cubicBezTo>
                    <a:pt x="287" y="3679"/>
                    <a:pt x="334" y="3632"/>
                    <a:pt x="394" y="3632"/>
                  </a:cubicBezTo>
                  <a:close/>
                  <a:moveTo>
                    <a:pt x="10562" y="3655"/>
                  </a:moveTo>
                  <a:cubicBezTo>
                    <a:pt x="10621" y="3655"/>
                    <a:pt x="10669" y="3691"/>
                    <a:pt x="10669" y="3763"/>
                  </a:cubicBezTo>
                  <a:cubicBezTo>
                    <a:pt x="10669" y="3822"/>
                    <a:pt x="10621" y="3858"/>
                    <a:pt x="10562" y="3858"/>
                  </a:cubicBezTo>
                  <a:cubicBezTo>
                    <a:pt x="10502" y="3858"/>
                    <a:pt x="10454" y="3822"/>
                    <a:pt x="10454" y="3763"/>
                  </a:cubicBezTo>
                  <a:cubicBezTo>
                    <a:pt x="10454" y="3691"/>
                    <a:pt x="10502" y="3655"/>
                    <a:pt x="10562" y="3655"/>
                  </a:cubicBezTo>
                  <a:close/>
                  <a:moveTo>
                    <a:pt x="394" y="5382"/>
                  </a:moveTo>
                  <a:cubicBezTo>
                    <a:pt x="453" y="5382"/>
                    <a:pt x="501" y="5417"/>
                    <a:pt x="501" y="5477"/>
                  </a:cubicBezTo>
                  <a:cubicBezTo>
                    <a:pt x="501" y="5548"/>
                    <a:pt x="453" y="5584"/>
                    <a:pt x="394" y="5584"/>
                  </a:cubicBezTo>
                  <a:cubicBezTo>
                    <a:pt x="334" y="5584"/>
                    <a:pt x="287" y="5548"/>
                    <a:pt x="287" y="5477"/>
                  </a:cubicBezTo>
                  <a:cubicBezTo>
                    <a:pt x="287" y="5417"/>
                    <a:pt x="334" y="5382"/>
                    <a:pt x="394" y="5382"/>
                  </a:cubicBezTo>
                  <a:close/>
                  <a:moveTo>
                    <a:pt x="10562" y="5382"/>
                  </a:moveTo>
                  <a:cubicBezTo>
                    <a:pt x="10621" y="5382"/>
                    <a:pt x="10669" y="5429"/>
                    <a:pt x="10669" y="5489"/>
                  </a:cubicBezTo>
                  <a:cubicBezTo>
                    <a:pt x="10669" y="5548"/>
                    <a:pt x="10621" y="5584"/>
                    <a:pt x="10562" y="5584"/>
                  </a:cubicBezTo>
                  <a:cubicBezTo>
                    <a:pt x="10502" y="5584"/>
                    <a:pt x="10454" y="5548"/>
                    <a:pt x="10454" y="5489"/>
                  </a:cubicBezTo>
                  <a:cubicBezTo>
                    <a:pt x="10454" y="5429"/>
                    <a:pt x="10502" y="5382"/>
                    <a:pt x="10562" y="5382"/>
                  </a:cubicBezTo>
                  <a:close/>
                  <a:moveTo>
                    <a:pt x="394" y="7108"/>
                  </a:moveTo>
                  <a:cubicBezTo>
                    <a:pt x="453" y="7108"/>
                    <a:pt x="501" y="7144"/>
                    <a:pt x="501" y="7215"/>
                  </a:cubicBezTo>
                  <a:cubicBezTo>
                    <a:pt x="501" y="7275"/>
                    <a:pt x="453" y="7311"/>
                    <a:pt x="394" y="7311"/>
                  </a:cubicBezTo>
                  <a:cubicBezTo>
                    <a:pt x="334" y="7311"/>
                    <a:pt x="287" y="7275"/>
                    <a:pt x="287" y="7215"/>
                  </a:cubicBezTo>
                  <a:cubicBezTo>
                    <a:pt x="287" y="7144"/>
                    <a:pt x="334" y="7108"/>
                    <a:pt x="394" y="7108"/>
                  </a:cubicBezTo>
                  <a:close/>
                  <a:moveTo>
                    <a:pt x="10562" y="7120"/>
                  </a:moveTo>
                  <a:cubicBezTo>
                    <a:pt x="10621" y="7120"/>
                    <a:pt x="10669" y="7168"/>
                    <a:pt x="10669" y="7227"/>
                  </a:cubicBezTo>
                  <a:cubicBezTo>
                    <a:pt x="10669" y="7287"/>
                    <a:pt x="10621" y="7334"/>
                    <a:pt x="10562" y="7334"/>
                  </a:cubicBezTo>
                  <a:cubicBezTo>
                    <a:pt x="10502" y="7334"/>
                    <a:pt x="10454" y="7287"/>
                    <a:pt x="10454" y="7227"/>
                  </a:cubicBezTo>
                  <a:cubicBezTo>
                    <a:pt x="10454" y="7168"/>
                    <a:pt x="10502" y="7120"/>
                    <a:pt x="10562" y="7120"/>
                  </a:cubicBezTo>
                  <a:close/>
                  <a:moveTo>
                    <a:pt x="3751" y="10454"/>
                  </a:moveTo>
                  <a:cubicBezTo>
                    <a:pt x="3811" y="10454"/>
                    <a:pt x="3847" y="10501"/>
                    <a:pt x="3847" y="10561"/>
                  </a:cubicBezTo>
                  <a:cubicBezTo>
                    <a:pt x="3847" y="10621"/>
                    <a:pt x="3811" y="10668"/>
                    <a:pt x="3751" y="10668"/>
                  </a:cubicBezTo>
                  <a:cubicBezTo>
                    <a:pt x="3692" y="10668"/>
                    <a:pt x="3644" y="10621"/>
                    <a:pt x="3644" y="10561"/>
                  </a:cubicBezTo>
                  <a:cubicBezTo>
                    <a:pt x="3644" y="10501"/>
                    <a:pt x="3680" y="10454"/>
                    <a:pt x="3751" y="10454"/>
                  </a:cubicBezTo>
                  <a:close/>
                  <a:moveTo>
                    <a:pt x="5490" y="10454"/>
                  </a:moveTo>
                  <a:cubicBezTo>
                    <a:pt x="5549" y="10454"/>
                    <a:pt x="5597" y="10501"/>
                    <a:pt x="5597" y="10561"/>
                  </a:cubicBezTo>
                  <a:cubicBezTo>
                    <a:pt x="5597" y="10621"/>
                    <a:pt x="5537" y="10668"/>
                    <a:pt x="5490" y="10668"/>
                  </a:cubicBezTo>
                  <a:cubicBezTo>
                    <a:pt x="5430" y="10668"/>
                    <a:pt x="5382" y="10621"/>
                    <a:pt x="5382" y="10561"/>
                  </a:cubicBezTo>
                  <a:cubicBezTo>
                    <a:pt x="5382" y="10501"/>
                    <a:pt x="5430" y="10454"/>
                    <a:pt x="5490" y="10454"/>
                  </a:cubicBezTo>
                  <a:close/>
                  <a:moveTo>
                    <a:pt x="7216" y="10454"/>
                  </a:moveTo>
                  <a:cubicBezTo>
                    <a:pt x="7276" y="10454"/>
                    <a:pt x="7323" y="10501"/>
                    <a:pt x="7323" y="10561"/>
                  </a:cubicBezTo>
                  <a:cubicBezTo>
                    <a:pt x="7323" y="10621"/>
                    <a:pt x="7276" y="10668"/>
                    <a:pt x="7216" y="10668"/>
                  </a:cubicBezTo>
                  <a:cubicBezTo>
                    <a:pt x="7156" y="10668"/>
                    <a:pt x="7109" y="10621"/>
                    <a:pt x="7109" y="10561"/>
                  </a:cubicBezTo>
                  <a:cubicBezTo>
                    <a:pt x="7109" y="10501"/>
                    <a:pt x="7156" y="10454"/>
                    <a:pt x="7216" y="10454"/>
                  </a:cubicBezTo>
                  <a:close/>
                  <a:moveTo>
                    <a:pt x="3811" y="0"/>
                  </a:moveTo>
                  <a:cubicBezTo>
                    <a:pt x="3561" y="0"/>
                    <a:pt x="3394" y="203"/>
                    <a:pt x="3394" y="417"/>
                  </a:cubicBezTo>
                  <a:cubicBezTo>
                    <a:pt x="3394" y="595"/>
                    <a:pt x="3489" y="750"/>
                    <a:pt x="3656" y="810"/>
                  </a:cubicBezTo>
                  <a:lnTo>
                    <a:pt x="3656" y="1738"/>
                  </a:lnTo>
                  <a:lnTo>
                    <a:pt x="1965" y="1738"/>
                  </a:lnTo>
                  <a:cubicBezTo>
                    <a:pt x="1870" y="1738"/>
                    <a:pt x="1799" y="1810"/>
                    <a:pt x="1799" y="1893"/>
                  </a:cubicBezTo>
                  <a:lnTo>
                    <a:pt x="1799" y="3596"/>
                  </a:lnTo>
                  <a:lnTo>
                    <a:pt x="799" y="3596"/>
                  </a:lnTo>
                  <a:cubicBezTo>
                    <a:pt x="739" y="3441"/>
                    <a:pt x="596" y="3322"/>
                    <a:pt x="418" y="3322"/>
                  </a:cubicBezTo>
                  <a:cubicBezTo>
                    <a:pt x="179" y="3322"/>
                    <a:pt x="1" y="3524"/>
                    <a:pt x="1" y="3739"/>
                  </a:cubicBezTo>
                  <a:cubicBezTo>
                    <a:pt x="1" y="3977"/>
                    <a:pt x="191" y="4155"/>
                    <a:pt x="418" y="4155"/>
                  </a:cubicBezTo>
                  <a:cubicBezTo>
                    <a:pt x="596" y="4155"/>
                    <a:pt x="739" y="4048"/>
                    <a:pt x="799" y="3893"/>
                  </a:cubicBezTo>
                  <a:lnTo>
                    <a:pt x="1727" y="3893"/>
                  </a:lnTo>
                  <a:lnTo>
                    <a:pt x="1727" y="5310"/>
                  </a:lnTo>
                  <a:lnTo>
                    <a:pt x="799" y="5310"/>
                  </a:lnTo>
                  <a:cubicBezTo>
                    <a:pt x="739" y="5156"/>
                    <a:pt x="596" y="5036"/>
                    <a:pt x="418" y="5036"/>
                  </a:cubicBezTo>
                  <a:cubicBezTo>
                    <a:pt x="179" y="5036"/>
                    <a:pt x="1" y="5227"/>
                    <a:pt x="1" y="5453"/>
                  </a:cubicBezTo>
                  <a:cubicBezTo>
                    <a:pt x="1" y="5691"/>
                    <a:pt x="191" y="5870"/>
                    <a:pt x="418" y="5870"/>
                  </a:cubicBezTo>
                  <a:cubicBezTo>
                    <a:pt x="596" y="5870"/>
                    <a:pt x="739" y="5763"/>
                    <a:pt x="799" y="5608"/>
                  </a:cubicBezTo>
                  <a:lnTo>
                    <a:pt x="1727" y="5608"/>
                  </a:lnTo>
                  <a:lnTo>
                    <a:pt x="1727" y="7013"/>
                  </a:lnTo>
                  <a:lnTo>
                    <a:pt x="799" y="7013"/>
                  </a:lnTo>
                  <a:cubicBezTo>
                    <a:pt x="739" y="6870"/>
                    <a:pt x="596" y="6751"/>
                    <a:pt x="418" y="6751"/>
                  </a:cubicBezTo>
                  <a:cubicBezTo>
                    <a:pt x="179" y="6751"/>
                    <a:pt x="1" y="6941"/>
                    <a:pt x="1" y="7168"/>
                  </a:cubicBezTo>
                  <a:cubicBezTo>
                    <a:pt x="1" y="7406"/>
                    <a:pt x="191" y="7584"/>
                    <a:pt x="418" y="7584"/>
                  </a:cubicBezTo>
                  <a:cubicBezTo>
                    <a:pt x="596" y="7584"/>
                    <a:pt x="739" y="7477"/>
                    <a:pt x="799" y="7311"/>
                  </a:cubicBezTo>
                  <a:lnTo>
                    <a:pt x="1727" y="7311"/>
                  </a:lnTo>
                  <a:lnTo>
                    <a:pt x="1727" y="9013"/>
                  </a:lnTo>
                  <a:cubicBezTo>
                    <a:pt x="1727" y="9097"/>
                    <a:pt x="1799" y="9180"/>
                    <a:pt x="1882" y="9180"/>
                  </a:cubicBezTo>
                  <a:lnTo>
                    <a:pt x="3585" y="9180"/>
                  </a:lnTo>
                  <a:lnTo>
                    <a:pt x="3585" y="10097"/>
                  </a:lnTo>
                  <a:cubicBezTo>
                    <a:pt x="3430" y="10156"/>
                    <a:pt x="3311" y="10311"/>
                    <a:pt x="3311" y="10490"/>
                  </a:cubicBezTo>
                  <a:cubicBezTo>
                    <a:pt x="3311" y="10728"/>
                    <a:pt x="3513" y="10906"/>
                    <a:pt x="3727" y="10906"/>
                  </a:cubicBezTo>
                  <a:cubicBezTo>
                    <a:pt x="3966" y="10906"/>
                    <a:pt x="4144" y="10704"/>
                    <a:pt x="4144" y="10490"/>
                  </a:cubicBezTo>
                  <a:cubicBezTo>
                    <a:pt x="4144" y="10311"/>
                    <a:pt x="4049" y="10156"/>
                    <a:pt x="3882" y="10097"/>
                  </a:cubicBezTo>
                  <a:lnTo>
                    <a:pt x="3882" y="9180"/>
                  </a:lnTo>
                  <a:lnTo>
                    <a:pt x="5299" y="9180"/>
                  </a:lnTo>
                  <a:lnTo>
                    <a:pt x="5299" y="10097"/>
                  </a:lnTo>
                  <a:cubicBezTo>
                    <a:pt x="5144" y="10156"/>
                    <a:pt x="5025" y="10311"/>
                    <a:pt x="5025" y="10490"/>
                  </a:cubicBezTo>
                  <a:cubicBezTo>
                    <a:pt x="5025" y="10728"/>
                    <a:pt x="5216" y="10906"/>
                    <a:pt x="5442" y="10906"/>
                  </a:cubicBezTo>
                  <a:cubicBezTo>
                    <a:pt x="5680" y="10906"/>
                    <a:pt x="5859" y="10704"/>
                    <a:pt x="5859" y="10490"/>
                  </a:cubicBezTo>
                  <a:cubicBezTo>
                    <a:pt x="5859" y="10311"/>
                    <a:pt x="5752" y="10156"/>
                    <a:pt x="5597" y="10097"/>
                  </a:cubicBezTo>
                  <a:lnTo>
                    <a:pt x="5597" y="9180"/>
                  </a:lnTo>
                  <a:lnTo>
                    <a:pt x="7002" y="9180"/>
                  </a:lnTo>
                  <a:lnTo>
                    <a:pt x="7002" y="10097"/>
                  </a:lnTo>
                  <a:cubicBezTo>
                    <a:pt x="6859" y="10156"/>
                    <a:pt x="6740" y="10311"/>
                    <a:pt x="6740" y="10490"/>
                  </a:cubicBezTo>
                  <a:cubicBezTo>
                    <a:pt x="6740" y="10728"/>
                    <a:pt x="6930" y="10906"/>
                    <a:pt x="7156" y="10906"/>
                  </a:cubicBezTo>
                  <a:cubicBezTo>
                    <a:pt x="7383" y="10906"/>
                    <a:pt x="7573" y="10704"/>
                    <a:pt x="7573" y="10490"/>
                  </a:cubicBezTo>
                  <a:cubicBezTo>
                    <a:pt x="7573" y="10311"/>
                    <a:pt x="7466" y="10156"/>
                    <a:pt x="7299" y="10097"/>
                  </a:cubicBezTo>
                  <a:lnTo>
                    <a:pt x="7299" y="9180"/>
                  </a:lnTo>
                  <a:lnTo>
                    <a:pt x="9002" y="9180"/>
                  </a:lnTo>
                  <a:cubicBezTo>
                    <a:pt x="9085" y="9180"/>
                    <a:pt x="9169" y="9097"/>
                    <a:pt x="9169" y="9013"/>
                  </a:cubicBezTo>
                  <a:lnTo>
                    <a:pt x="9169" y="7311"/>
                  </a:lnTo>
                  <a:lnTo>
                    <a:pt x="10085" y="7311"/>
                  </a:lnTo>
                  <a:cubicBezTo>
                    <a:pt x="10145" y="7465"/>
                    <a:pt x="10300" y="7584"/>
                    <a:pt x="10478" y="7584"/>
                  </a:cubicBezTo>
                  <a:cubicBezTo>
                    <a:pt x="10716" y="7584"/>
                    <a:pt x="10895" y="7394"/>
                    <a:pt x="10895" y="7168"/>
                  </a:cubicBezTo>
                  <a:cubicBezTo>
                    <a:pt x="10895" y="6930"/>
                    <a:pt x="10693" y="6751"/>
                    <a:pt x="10478" y="6751"/>
                  </a:cubicBezTo>
                  <a:cubicBezTo>
                    <a:pt x="10300" y="6751"/>
                    <a:pt x="10145" y="6858"/>
                    <a:pt x="10085" y="7013"/>
                  </a:cubicBezTo>
                  <a:lnTo>
                    <a:pt x="9169" y="7013"/>
                  </a:lnTo>
                  <a:lnTo>
                    <a:pt x="9240" y="5644"/>
                  </a:lnTo>
                  <a:lnTo>
                    <a:pt x="10157" y="5644"/>
                  </a:lnTo>
                  <a:cubicBezTo>
                    <a:pt x="10216" y="5798"/>
                    <a:pt x="10371" y="5918"/>
                    <a:pt x="10550" y="5918"/>
                  </a:cubicBezTo>
                  <a:cubicBezTo>
                    <a:pt x="10788" y="5918"/>
                    <a:pt x="10966" y="5727"/>
                    <a:pt x="10966" y="5501"/>
                  </a:cubicBezTo>
                  <a:cubicBezTo>
                    <a:pt x="10966" y="5263"/>
                    <a:pt x="10776" y="5084"/>
                    <a:pt x="10550" y="5084"/>
                  </a:cubicBezTo>
                  <a:cubicBezTo>
                    <a:pt x="10371" y="5084"/>
                    <a:pt x="10216" y="5191"/>
                    <a:pt x="10157" y="5346"/>
                  </a:cubicBezTo>
                  <a:lnTo>
                    <a:pt x="9240" y="5346"/>
                  </a:lnTo>
                  <a:lnTo>
                    <a:pt x="9240" y="3905"/>
                  </a:lnTo>
                  <a:lnTo>
                    <a:pt x="10157" y="3905"/>
                  </a:lnTo>
                  <a:cubicBezTo>
                    <a:pt x="10216" y="4060"/>
                    <a:pt x="10371" y="4179"/>
                    <a:pt x="10550" y="4179"/>
                  </a:cubicBezTo>
                  <a:cubicBezTo>
                    <a:pt x="10788" y="4179"/>
                    <a:pt x="10966" y="3977"/>
                    <a:pt x="10966" y="3763"/>
                  </a:cubicBezTo>
                  <a:cubicBezTo>
                    <a:pt x="10966" y="3524"/>
                    <a:pt x="10776" y="3346"/>
                    <a:pt x="10550" y="3346"/>
                  </a:cubicBezTo>
                  <a:cubicBezTo>
                    <a:pt x="10371" y="3346"/>
                    <a:pt x="10216" y="3441"/>
                    <a:pt x="10157" y="3608"/>
                  </a:cubicBezTo>
                  <a:lnTo>
                    <a:pt x="9240" y="3608"/>
                  </a:lnTo>
                  <a:lnTo>
                    <a:pt x="9240" y="1917"/>
                  </a:lnTo>
                  <a:cubicBezTo>
                    <a:pt x="9240" y="1822"/>
                    <a:pt x="9169" y="1750"/>
                    <a:pt x="9073" y="1750"/>
                  </a:cubicBezTo>
                  <a:lnTo>
                    <a:pt x="8395" y="1750"/>
                  </a:lnTo>
                  <a:cubicBezTo>
                    <a:pt x="8299" y="1750"/>
                    <a:pt x="8228" y="1822"/>
                    <a:pt x="8228" y="1917"/>
                  </a:cubicBezTo>
                  <a:cubicBezTo>
                    <a:pt x="8228" y="2000"/>
                    <a:pt x="8299" y="2072"/>
                    <a:pt x="8395" y="2072"/>
                  </a:cubicBezTo>
                  <a:lnTo>
                    <a:pt x="8930" y="2072"/>
                  </a:lnTo>
                  <a:lnTo>
                    <a:pt x="8930" y="3763"/>
                  </a:lnTo>
                  <a:lnTo>
                    <a:pt x="8930" y="5489"/>
                  </a:lnTo>
                  <a:lnTo>
                    <a:pt x="8930" y="7215"/>
                  </a:lnTo>
                  <a:lnTo>
                    <a:pt x="8930" y="8906"/>
                  </a:lnTo>
                  <a:lnTo>
                    <a:pt x="2049" y="8906"/>
                  </a:lnTo>
                  <a:lnTo>
                    <a:pt x="2049" y="7215"/>
                  </a:lnTo>
                  <a:lnTo>
                    <a:pt x="2049" y="5489"/>
                  </a:lnTo>
                  <a:lnTo>
                    <a:pt x="2049" y="3763"/>
                  </a:lnTo>
                  <a:lnTo>
                    <a:pt x="2049" y="2060"/>
                  </a:lnTo>
                  <a:lnTo>
                    <a:pt x="7752" y="2060"/>
                  </a:lnTo>
                  <a:cubicBezTo>
                    <a:pt x="7835" y="2060"/>
                    <a:pt x="7918" y="1988"/>
                    <a:pt x="7918" y="1893"/>
                  </a:cubicBezTo>
                  <a:cubicBezTo>
                    <a:pt x="7918" y="1810"/>
                    <a:pt x="7835" y="1738"/>
                    <a:pt x="7752" y="1738"/>
                  </a:cubicBezTo>
                  <a:lnTo>
                    <a:pt x="7383" y="1738"/>
                  </a:lnTo>
                  <a:lnTo>
                    <a:pt x="7383" y="810"/>
                  </a:lnTo>
                  <a:cubicBezTo>
                    <a:pt x="7526" y="750"/>
                    <a:pt x="7645" y="595"/>
                    <a:pt x="7645" y="417"/>
                  </a:cubicBezTo>
                  <a:cubicBezTo>
                    <a:pt x="7645" y="179"/>
                    <a:pt x="7454" y="0"/>
                    <a:pt x="7228" y="0"/>
                  </a:cubicBezTo>
                  <a:cubicBezTo>
                    <a:pt x="6990" y="0"/>
                    <a:pt x="6811" y="203"/>
                    <a:pt x="6811" y="417"/>
                  </a:cubicBezTo>
                  <a:cubicBezTo>
                    <a:pt x="6811" y="595"/>
                    <a:pt x="6918" y="750"/>
                    <a:pt x="7085" y="810"/>
                  </a:cubicBezTo>
                  <a:lnTo>
                    <a:pt x="7085" y="1738"/>
                  </a:lnTo>
                  <a:lnTo>
                    <a:pt x="5668" y="1738"/>
                  </a:lnTo>
                  <a:lnTo>
                    <a:pt x="5668" y="810"/>
                  </a:lnTo>
                  <a:cubicBezTo>
                    <a:pt x="5811" y="750"/>
                    <a:pt x="5930" y="595"/>
                    <a:pt x="5930" y="417"/>
                  </a:cubicBezTo>
                  <a:cubicBezTo>
                    <a:pt x="5930" y="179"/>
                    <a:pt x="5740" y="0"/>
                    <a:pt x="5513" y="0"/>
                  </a:cubicBezTo>
                  <a:cubicBezTo>
                    <a:pt x="5275" y="0"/>
                    <a:pt x="5097" y="203"/>
                    <a:pt x="5097" y="417"/>
                  </a:cubicBezTo>
                  <a:cubicBezTo>
                    <a:pt x="5097" y="595"/>
                    <a:pt x="5204" y="750"/>
                    <a:pt x="5371" y="810"/>
                  </a:cubicBezTo>
                  <a:lnTo>
                    <a:pt x="5371" y="1738"/>
                  </a:lnTo>
                  <a:lnTo>
                    <a:pt x="3954" y="1738"/>
                  </a:lnTo>
                  <a:lnTo>
                    <a:pt x="3954" y="810"/>
                  </a:lnTo>
                  <a:cubicBezTo>
                    <a:pt x="4108" y="750"/>
                    <a:pt x="4216" y="595"/>
                    <a:pt x="4216" y="417"/>
                  </a:cubicBezTo>
                  <a:cubicBezTo>
                    <a:pt x="4216" y="179"/>
                    <a:pt x="4025" y="0"/>
                    <a:pt x="3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599440" y="2956543"/>
              <a:ext cx="204494" cy="204843"/>
            </a:xfrm>
            <a:custGeom>
              <a:avLst/>
              <a:gdLst/>
              <a:ahLst/>
              <a:cxnLst/>
              <a:rect l="l" t="t" r="r" b="b"/>
              <a:pathLst>
                <a:path w="6455" h="6466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4644"/>
                  </a:lnTo>
                  <a:cubicBezTo>
                    <a:pt x="1" y="4739"/>
                    <a:pt x="72" y="4811"/>
                    <a:pt x="156" y="4811"/>
                  </a:cubicBezTo>
                  <a:cubicBezTo>
                    <a:pt x="251" y="4811"/>
                    <a:pt x="322" y="4739"/>
                    <a:pt x="322" y="4644"/>
                  </a:cubicBezTo>
                  <a:lnTo>
                    <a:pt x="322" y="334"/>
                  </a:lnTo>
                  <a:lnTo>
                    <a:pt x="6133" y="334"/>
                  </a:lnTo>
                  <a:lnTo>
                    <a:pt x="6133" y="6132"/>
                  </a:lnTo>
                  <a:lnTo>
                    <a:pt x="322" y="6132"/>
                  </a:lnTo>
                  <a:lnTo>
                    <a:pt x="322" y="5287"/>
                  </a:lnTo>
                  <a:cubicBezTo>
                    <a:pt x="322" y="5203"/>
                    <a:pt x="251" y="5120"/>
                    <a:pt x="156" y="5120"/>
                  </a:cubicBezTo>
                  <a:cubicBezTo>
                    <a:pt x="72" y="5120"/>
                    <a:pt x="1" y="5203"/>
                    <a:pt x="1" y="5287"/>
                  </a:cubicBezTo>
                  <a:lnTo>
                    <a:pt x="1" y="6299"/>
                  </a:lnTo>
                  <a:cubicBezTo>
                    <a:pt x="1" y="6394"/>
                    <a:pt x="72" y="6466"/>
                    <a:pt x="156" y="6466"/>
                  </a:cubicBezTo>
                  <a:lnTo>
                    <a:pt x="6287" y="6466"/>
                  </a:lnTo>
                  <a:cubicBezTo>
                    <a:pt x="6383" y="6466"/>
                    <a:pt x="6454" y="6394"/>
                    <a:pt x="6454" y="6299"/>
                  </a:cubicBezTo>
                  <a:lnTo>
                    <a:pt x="6454" y="167"/>
                  </a:lnTo>
                  <a:cubicBezTo>
                    <a:pt x="6442" y="84"/>
                    <a:pt x="6383" y="0"/>
                    <a:pt x="6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3661691" y="3018763"/>
              <a:ext cx="79992" cy="80372"/>
            </a:xfrm>
            <a:custGeom>
              <a:avLst/>
              <a:gdLst/>
              <a:ahLst/>
              <a:cxnLst/>
              <a:rect l="l" t="t" r="r" b="b"/>
              <a:pathLst>
                <a:path w="2525" h="2537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2370"/>
                  </a:lnTo>
                  <a:cubicBezTo>
                    <a:pt x="1" y="2466"/>
                    <a:pt x="72" y="2537"/>
                    <a:pt x="155" y="2537"/>
                  </a:cubicBezTo>
                  <a:lnTo>
                    <a:pt x="1013" y="2537"/>
                  </a:lnTo>
                  <a:cubicBezTo>
                    <a:pt x="1096" y="2537"/>
                    <a:pt x="1167" y="2466"/>
                    <a:pt x="1167" y="2370"/>
                  </a:cubicBezTo>
                  <a:cubicBezTo>
                    <a:pt x="1167" y="2287"/>
                    <a:pt x="1096" y="2204"/>
                    <a:pt x="1013" y="2204"/>
                  </a:cubicBezTo>
                  <a:lnTo>
                    <a:pt x="322" y="2204"/>
                  </a:lnTo>
                  <a:lnTo>
                    <a:pt x="322" y="322"/>
                  </a:lnTo>
                  <a:lnTo>
                    <a:pt x="2215" y="322"/>
                  </a:lnTo>
                  <a:lnTo>
                    <a:pt x="2215" y="2204"/>
                  </a:lnTo>
                  <a:lnTo>
                    <a:pt x="1632" y="2204"/>
                  </a:lnTo>
                  <a:cubicBezTo>
                    <a:pt x="1548" y="2204"/>
                    <a:pt x="1465" y="2287"/>
                    <a:pt x="1465" y="2370"/>
                  </a:cubicBezTo>
                  <a:cubicBezTo>
                    <a:pt x="1465" y="2466"/>
                    <a:pt x="1548" y="2537"/>
                    <a:pt x="1632" y="2537"/>
                  </a:cubicBezTo>
                  <a:lnTo>
                    <a:pt x="2346" y="2537"/>
                  </a:lnTo>
                  <a:cubicBezTo>
                    <a:pt x="2441" y="2537"/>
                    <a:pt x="2513" y="2466"/>
                    <a:pt x="2513" y="2370"/>
                  </a:cubicBezTo>
                  <a:lnTo>
                    <a:pt x="2513" y="168"/>
                  </a:lnTo>
                  <a:cubicBezTo>
                    <a:pt x="2525" y="84"/>
                    <a:pt x="2453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3625101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651522" y="2982552"/>
              <a:ext cx="18881" cy="18533"/>
            </a:xfrm>
            <a:custGeom>
              <a:avLst/>
              <a:gdLst/>
              <a:ahLst/>
              <a:cxnLst/>
              <a:rect l="l" t="t" r="r" b="b"/>
              <a:pathLst>
                <a:path w="596" h="585" extrusionOk="0">
                  <a:moveTo>
                    <a:pt x="167" y="1"/>
                  </a:moveTo>
                  <a:cubicBezTo>
                    <a:pt x="83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8"/>
                  </a:cubicBezTo>
                  <a:lnTo>
                    <a:pt x="583" y="168"/>
                  </a:lnTo>
                  <a:cubicBezTo>
                    <a:pt x="595" y="72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67905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370582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3732591" y="2982552"/>
              <a:ext cx="18533" cy="18533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59773" y="2982552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625101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84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651522" y="3116844"/>
              <a:ext cx="18881" cy="18501"/>
            </a:xfrm>
            <a:custGeom>
              <a:avLst/>
              <a:gdLst/>
              <a:ahLst/>
              <a:cxnLst/>
              <a:rect l="l" t="t" r="r" b="b"/>
              <a:pathLst>
                <a:path w="596" h="584" extrusionOk="0">
                  <a:moveTo>
                    <a:pt x="167" y="1"/>
                  </a:moveTo>
                  <a:cubicBezTo>
                    <a:pt x="83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7"/>
                  </a:cubicBezTo>
                  <a:lnTo>
                    <a:pt x="583" y="167"/>
                  </a:lnTo>
                  <a:cubicBezTo>
                    <a:pt x="595" y="84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367905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370582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732591" y="3116844"/>
              <a:ext cx="18533" cy="18501"/>
            </a:xfrm>
            <a:custGeom>
              <a:avLst/>
              <a:gdLst/>
              <a:ahLst/>
              <a:cxnLst/>
              <a:rect l="l" t="t" r="r" b="b"/>
              <a:pathLst>
                <a:path w="585" h="584" extrusionOk="0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759773" y="311684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625101" y="300935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3625101" y="3036503"/>
              <a:ext cx="18501" cy="18153"/>
            </a:xfrm>
            <a:custGeom>
              <a:avLst/>
              <a:gdLst/>
              <a:ahLst/>
              <a:cxnLst/>
              <a:rect l="l" t="t" r="r" b="b"/>
              <a:pathLst>
                <a:path w="584" h="573" extrusionOk="0">
                  <a:moveTo>
                    <a:pt x="167" y="1"/>
                  </a:moveTo>
                  <a:cubicBezTo>
                    <a:pt x="84" y="1"/>
                    <a:pt x="1" y="72"/>
                    <a:pt x="1" y="155"/>
                  </a:cubicBezTo>
                  <a:lnTo>
                    <a:pt x="1" y="417"/>
                  </a:lnTo>
                  <a:cubicBezTo>
                    <a:pt x="1" y="501"/>
                    <a:pt x="84" y="572"/>
                    <a:pt x="167" y="572"/>
                  </a:cubicBezTo>
                  <a:lnTo>
                    <a:pt x="417" y="572"/>
                  </a:lnTo>
                  <a:cubicBezTo>
                    <a:pt x="513" y="572"/>
                    <a:pt x="584" y="501"/>
                    <a:pt x="584" y="417"/>
                  </a:cubicBezTo>
                  <a:lnTo>
                    <a:pt x="584" y="155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625101" y="3063273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01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01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625101" y="309007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72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759773" y="300935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759773" y="3036503"/>
              <a:ext cx="18121" cy="1815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155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417"/>
                  </a:lnTo>
                  <a:cubicBezTo>
                    <a:pt x="0" y="501"/>
                    <a:pt x="72" y="572"/>
                    <a:pt x="155" y="572"/>
                  </a:cubicBezTo>
                  <a:lnTo>
                    <a:pt x="417" y="572"/>
                  </a:lnTo>
                  <a:cubicBezTo>
                    <a:pt x="500" y="572"/>
                    <a:pt x="572" y="501"/>
                    <a:pt x="572" y="417"/>
                  </a:cubicBezTo>
                  <a:lnTo>
                    <a:pt x="572" y="155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3759773" y="3063273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01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01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759773" y="309007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72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7984671" y="3842588"/>
            <a:ext cx="215044" cy="348924"/>
            <a:chOff x="2691555" y="2884503"/>
            <a:chExt cx="215044" cy="348924"/>
          </a:xfrm>
        </p:grpSpPr>
        <p:sp>
          <p:nvSpPr>
            <p:cNvPr id="169" name="Google Shape;169;p17"/>
            <p:cNvSpPr/>
            <p:nvPr/>
          </p:nvSpPr>
          <p:spPr>
            <a:xfrm>
              <a:off x="2691555" y="2884503"/>
              <a:ext cx="215044" cy="348924"/>
            </a:xfrm>
            <a:custGeom>
              <a:avLst/>
              <a:gdLst/>
              <a:ahLst/>
              <a:cxnLst/>
              <a:rect l="l" t="t" r="r" b="b"/>
              <a:pathLst>
                <a:path w="6788" h="11014" extrusionOk="0">
                  <a:moveTo>
                    <a:pt x="632" y="4941"/>
                  </a:moveTo>
                  <a:lnTo>
                    <a:pt x="632" y="5394"/>
                  </a:lnTo>
                  <a:lnTo>
                    <a:pt x="441" y="5394"/>
                  </a:lnTo>
                  <a:lnTo>
                    <a:pt x="632" y="4941"/>
                  </a:lnTo>
                  <a:close/>
                  <a:moveTo>
                    <a:pt x="3703" y="0"/>
                  </a:moveTo>
                  <a:cubicBezTo>
                    <a:pt x="2013" y="0"/>
                    <a:pt x="632" y="1346"/>
                    <a:pt x="632" y="2989"/>
                  </a:cubicBezTo>
                  <a:lnTo>
                    <a:pt x="632" y="4179"/>
                  </a:lnTo>
                  <a:lnTo>
                    <a:pt x="36" y="5489"/>
                  </a:lnTo>
                  <a:cubicBezTo>
                    <a:pt x="1" y="5537"/>
                    <a:pt x="13" y="5596"/>
                    <a:pt x="48" y="5644"/>
                  </a:cubicBezTo>
                  <a:cubicBezTo>
                    <a:pt x="72" y="5692"/>
                    <a:pt x="120" y="5715"/>
                    <a:pt x="179" y="5715"/>
                  </a:cubicBezTo>
                  <a:lnTo>
                    <a:pt x="632" y="5715"/>
                  </a:lnTo>
                  <a:lnTo>
                    <a:pt x="632" y="6965"/>
                  </a:lnTo>
                  <a:cubicBezTo>
                    <a:pt x="632" y="7335"/>
                    <a:pt x="941" y="7656"/>
                    <a:pt x="1310" y="7656"/>
                  </a:cubicBezTo>
                  <a:lnTo>
                    <a:pt x="2156" y="7656"/>
                  </a:lnTo>
                  <a:lnTo>
                    <a:pt x="2156" y="8704"/>
                  </a:lnTo>
                  <a:lnTo>
                    <a:pt x="751" y="10775"/>
                  </a:lnTo>
                  <a:cubicBezTo>
                    <a:pt x="703" y="10835"/>
                    <a:pt x="703" y="10906"/>
                    <a:pt x="751" y="10954"/>
                  </a:cubicBezTo>
                  <a:cubicBezTo>
                    <a:pt x="775" y="11002"/>
                    <a:pt x="822" y="11014"/>
                    <a:pt x="882" y="11014"/>
                  </a:cubicBezTo>
                  <a:lnTo>
                    <a:pt x="929" y="11014"/>
                  </a:lnTo>
                  <a:lnTo>
                    <a:pt x="2394" y="10585"/>
                  </a:lnTo>
                  <a:cubicBezTo>
                    <a:pt x="2489" y="10549"/>
                    <a:pt x="2537" y="10466"/>
                    <a:pt x="2501" y="10394"/>
                  </a:cubicBezTo>
                  <a:cubicBezTo>
                    <a:pt x="2482" y="10328"/>
                    <a:pt x="2418" y="10277"/>
                    <a:pt x="2356" y="10277"/>
                  </a:cubicBezTo>
                  <a:cubicBezTo>
                    <a:pt x="2340" y="10277"/>
                    <a:pt x="2325" y="10280"/>
                    <a:pt x="2310" y="10287"/>
                  </a:cubicBezTo>
                  <a:lnTo>
                    <a:pt x="1263" y="10597"/>
                  </a:lnTo>
                  <a:lnTo>
                    <a:pt x="2441" y="8859"/>
                  </a:lnTo>
                  <a:cubicBezTo>
                    <a:pt x="2453" y="8823"/>
                    <a:pt x="2477" y="8799"/>
                    <a:pt x="2477" y="8763"/>
                  </a:cubicBezTo>
                  <a:lnTo>
                    <a:pt x="2477" y="7608"/>
                  </a:lnTo>
                  <a:lnTo>
                    <a:pt x="3453" y="7073"/>
                  </a:lnTo>
                  <a:cubicBezTo>
                    <a:pt x="3537" y="7025"/>
                    <a:pt x="3561" y="6942"/>
                    <a:pt x="3513" y="6846"/>
                  </a:cubicBezTo>
                  <a:cubicBezTo>
                    <a:pt x="3488" y="6797"/>
                    <a:pt x="3436" y="6765"/>
                    <a:pt x="3378" y="6765"/>
                  </a:cubicBezTo>
                  <a:cubicBezTo>
                    <a:pt x="3352" y="6765"/>
                    <a:pt x="3325" y="6772"/>
                    <a:pt x="3299" y="6787"/>
                  </a:cubicBezTo>
                  <a:lnTo>
                    <a:pt x="2263" y="7358"/>
                  </a:lnTo>
                  <a:lnTo>
                    <a:pt x="1298" y="7358"/>
                  </a:lnTo>
                  <a:cubicBezTo>
                    <a:pt x="1108" y="7358"/>
                    <a:pt x="941" y="7192"/>
                    <a:pt x="941" y="7001"/>
                  </a:cubicBezTo>
                  <a:lnTo>
                    <a:pt x="941" y="6549"/>
                  </a:lnTo>
                  <a:lnTo>
                    <a:pt x="1775" y="6549"/>
                  </a:lnTo>
                  <a:cubicBezTo>
                    <a:pt x="1870" y="6549"/>
                    <a:pt x="1941" y="6477"/>
                    <a:pt x="1941" y="6382"/>
                  </a:cubicBezTo>
                  <a:cubicBezTo>
                    <a:pt x="1941" y="6299"/>
                    <a:pt x="1870" y="6227"/>
                    <a:pt x="1775" y="6227"/>
                  </a:cubicBezTo>
                  <a:lnTo>
                    <a:pt x="941" y="6227"/>
                  </a:lnTo>
                  <a:lnTo>
                    <a:pt x="941" y="3025"/>
                  </a:lnTo>
                  <a:cubicBezTo>
                    <a:pt x="941" y="1548"/>
                    <a:pt x="2179" y="358"/>
                    <a:pt x="3715" y="358"/>
                  </a:cubicBezTo>
                  <a:cubicBezTo>
                    <a:pt x="5239" y="358"/>
                    <a:pt x="6478" y="1548"/>
                    <a:pt x="6478" y="3025"/>
                  </a:cubicBezTo>
                  <a:cubicBezTo>
                    <a:pt x="6478" y="4263"/>
                    <a:pt x="5811" y="5406"/>
                    <a:pt x="4727" y="6013"/>
                  </a:cubicBezTo>
                  <a:lnTo>
                    <a:pt x="3954" y="6442"/>
                  </a:lnTo>
                  <a:cubicBezTo>
                    <a:pt x="3870" y="6489"/>
                    <a:pt x="3846" y="6584"/>
                    <a:pt x="3894" y="6668"/>
                  </a:cubicBezTo>
                  <a:cubicBezTo>
                    <a:pt x="3918" y="6717"/>
                    <a:pt x="3971" y="6749"/>
                    <a:pt x="4029" y="6749"/>
                  </a:cubicBezTo>
                  <a:cubicBezTo>
                    <a:pt x="4055" y="6749"/>
                    <a:pt x="4082" y="6742"/>
                    <a:pt x="4108" y="6727"/>
                  </a:cubicBezTo>
                  <a:lnTo>
                    <a:pt x="4882" y="6299"/>
                  </a:lnTo>
                  <a:cubicBezTo>
                    <a:pt x="4918" y="6287"/>
                    <a:pt x="4930" y="6263"/>
                    <a:pt x="4966" y="6251"/>
                  </a:cubicBezTo>
                  <a:lnTo>
                    <a:pt x="4966" y="8525"/>
                  </a:lnTo>
                  <a:cubicBezTo>
                    <a:pt x="4966" y="8573"/>
                    <a:pt x="4977" y="8609"/>
                    <a:pt x="5001" y="8632"/>
                  </a:cubicBezTo>
                  <a:lnTo>
                    <a:pt x="5620" y="9323"/>
                  </a:lnTo>
                  <a:lnTo>
                    <a:pt x="2965" y="10109"/>
                  </a:lnTo>
                  <a:cubicBezTo>
                    <a:pt x="2882" y="10133"/>
                    <a:pt x="2834" y="10228"/>
                    <a:pt x="2858" y="10299"/>
                  </a:cubicBezTo>
                  <a:cubicBezTo>
                    <a:pt x="2882" y="10371"/>
                    <a:pt x="2953" y="10418"/>
                    <a:pt x="3013" y="10418"/>
                  </a:cubicBezTo>
                  <a:lnTo>
                    <a:pt x="3061" y="10418"/>
                  </a:lnTo>
                  <a:lnTo>
                    <a:pt x="5942" y="9573"/>
                  </a:lnTo>
                  <a:cubicBezTo>
                    <a:pt x="6001" y="9549"/>
                    <a:pt x="6037" y="9513"/>
                    <a:pt x="6049" y="9466"/>
                  </a:cubicBezTo>
                  <a:cubicBezTo>
                    <a:pt x="6061" y="9406"/>
                    <a:pt x="6049" y="9359"/>
                    <a:pt x="6013" y="9311"/>
                  </a:cubicBezTo>
                  <a:lnTo>
                    <a:pt x="5263" y="8442"/>
                  </a:lnTo>
                  <a:lnTo>
                    <a:pt x="5263" y="6013"/>
                  </a:lnTo>
                  <a:cubicBezTo>
                    <a:pt x="6216" y="5311"/>
                    <a:pt x="6787" y="4203"/>
                    <a:pt x="6787" y="2989"/>
                  </a:cubicBezTo>
                  <a:cubicBezTo>
                    <a:pt x="6787" y="1346"/>
                    <a:pt x="5406" y="0"/>
                    <a:pt x="3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754535" y="2907503"/>
              <a:ext cx="126783" cy="127164"/>
            </a:xfrm>
            <a:custGeom>
              <a:avLst/>
              <a:gdLst/>
              <a:ahLst/>
              <a:cxnLst/>
              <a:rect l="l" t="t" r="r" b="b"/>
              <a:pathLst>
                <a:path w="4002" h="4014" extrusionOk="0">
                  <a:moveTo>
                    <a:pt x="1989" y="1"/>
                  </a:moveTo>
                  <a:cubicBezTo>
                    <a:pt x="953" y="1"/>
                    <a:pt x="72" y="822"/>
                    <a:pt x="1" y="1870"/>
                  </a:cubicBezTo>
                  <a:cubicBezTo>
                    <a:pt x="1" y="1953"/>
                    <a:pt x="61" y="2025"/>
                    <a:pt x="144" y="2048"/>
                  </a:cubicBezTo>
                  <a:cubicBezTo>
                    <a:pt x="239" y="2048"/>
                    <a:pt x="311" y="1989"/>
                    <a:pt x="322" y="1894"/>
                  </a:cubicBezTo>
                  <a:cubicBezTo>
                    <a:pt x="382" y="1013"/>
                    <a:pt x="1108" y="346"/>
                    <a:pt x="1989" y="346"/>
                  </a:cubicBezTo>
                  <a:cubicBezTo>
                    <a:pt x="2918" y="346"/>
                    <a:pt x="3656" y="1096"/>
                    <a:pt x="3656" y="2013"/>
                  </a:cubicBezTo>
                  <a:cubicBezTo>
                    <a:pt x="3656" y="2941"/>
                    <a:pt x="2918" y="3680"/>
                    <a:pt x="1989" y="3680"/>
                  </a:cubicBezTo>
                  <a:cubicBezTo>
                    <a:pt x="1251" y="3680"/>
                    <a:pt x="596" y="3191"/>
                    <a:pt x="382" y="2477"/>
                  </a:cubicBezTo>
                  <a:cubicBezTo>
                    <a:pt x="363" y="2401"/>
                    <a:pt x="298" y="2363"/>
                    <a:pt x="236" y="2363"/>
                  </a:cubicBezTo>
                  <a:cubicBezTo>
                    <a:pt x="221" y="2363"/>
                    <a:pt x="206" y="2365"/>
                    <a:pt x="191" y="2370"/>
                  </a:cubicBezTo>
                  <a:cubicBezTo>
                    <a:pt x="96" y="2406"/>
                    <a:pt x="61" y="2489"/>
                    <a:pt x="84" y="2560"/>
                  </a:cubicBezTo>
                  <a:cubicBezTo>
                    <a:pt x="322" y="3418"/>
                    <a:pt x="1108" y="4013"/>
                    <a:pt x="2001" y="4013"/>
                  </a:cubicBezTo>
                  <a:cubicBezTo>
                    <a:pt x="3109" y="4013"/>
                    <a:pt x="4001" y="3120"/>
                    <a:pt x="4001" y="2013"/>
                  </a:cubicBezTo>
                  <a:cubicBezTo>
                    <a:pt x="3990" y="917"/>
                    <a:pt x="3097" y="1"/>
                    <a:pt x="1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781336" y="2931263"/>
              <a:ext cx="74321" cy="74353"/>
            </a:xfrm>
            <a:custGeom>
              <a:avLst/>
              <a:gdLst/>
              <a:ahLst/>
              <a:cxnLst/>
              <a:rect l="l" t="t" r="r" b="b"/>
              <a:pathLst>
                <a:path w="2346" h="2347" extrusionOk="0">
                  <a:moveTo>
                    <a:pt x="1465" y="310"/>
                  </a:moveTo>
                  <a:cubicBezTo>
                    <a:pt x="1620" y="310"/>
                    <a:pt x="1751" y="370"/>
                    <a:pt x="1858" y="477"/>
                  </a:cubicBezTo>
                  <a:cubicBezTo>
                    <a:pt x="1965" y="584"/>
                    <a:pt x="2024" y="715"/>
                    <a:pt x="2024" y="858"/>
                  </a:cubicBezTo>
                  <a:cubicBezTo>
                    <a:pt x="2024" y="1013"/>
                    <a:pt x="1965" y="1144"/>
                    <a:pt x="1858" y="1251"/>
                  </a:cubicBezTo>
                  <a:cubicBezTo>
                    <a:pt x="1751" y="1358"/>
                    <a:pt x="1620" y="1418"/>
                    <a:pt x="1465" y="1418"/>
                  </a:cubicBezTo>
                  <a:cubicBezTo>
                    <a:pt x="1322" y="1418"/>
                    <a:pt x="1191" y="1358"/>
                    <a:pt x="1084" y="1251"/>
                  </a:cubicBezTo>
                  <a:cubicBezTo>
                    <a:pt x="869" y="1037"/>
                    <a:pt x="869" y="679"/>
                    <a:pt x="1084" y="477"/>
                  </a:cubicBezTo>
                  <a:cubicBezTo>
                    <a:pt x="1191" y="370"/>
                    <a:pt x="1322" y="310"/>
                    <a:pt x="1465" y="310"/>
                  </a:cubicBezTo>
                  <a:close/>
                  <a:moveTo>
                    <a:pt x="1489" y="1"/>
                  </a:moveTo>
                  <a:cubicBezTo>
                    <a:pt x="1262" y="1"/>
                    <a:pt x="1036" y="84"/>
                    <a:pt x="869" y="251"/>
                  </a:cubicBezTo>
                  <a:cubicBezTo>
                    <a:pt x="572" y="548"/>
                    <a:pt x="536" y="1025"/>
                    <a:pt x="774" y="1370"/>
                  </a:cubicBezTo>
                  <a:lnTo>
                    <a:pt x="60" y="2084"/>
                  </a:lnTo>
                  <a:cubicBezTo>
                    <a:pt x="0" y="2144"/>
                    <a:pt x="0" y="2239"/>
                    <a:pt x="60" y="2299"/>
                  </a:cubicBezTo>
                  <a:cubicBezTo>
                    <a:pt x="84" y="2334"/>
                    <a:pt x="131" y="2346"/>
                    <a:pt x="179" y="2346"/>
                  </a:cubicBezTo>
                  <a:cubicBezTo>
                    <a:pt x="215" y="2346"/>
                    <a:pt x="262" y="2334"/>
                    <a:pt x="298" y="2299"/>
                  </a:cubicBezTo>
                  <a:lnTo>
                    <a:pt x="1012" y="1584"/>
                  </a:lnTo>
                  <a:cubicBezTo>
                    <a:pt x="1155" y="1691"/>
                    <a:pt x="1322" y="1739"/>
                    <a:pt x="1501" y="1739"/>
                  </a:cubicBezTo>
                  <a:cubicBezTo>
                    <a:pt x="1739" y="1739"/>
                    <a:pt x="1941" y="1644"/>
                    <a:pt x="2108" y="1489"/>
                  </a:cubicBezTo>
                  <a:cubicBezTo>
                    <a:pt x="2263" y="1310"/>
                    <a:pt x="2346" y="1096"/>
                    <a:pt x="2346" y="858"/>
                  </a:cubicBezTo>
                  <a:cubicBezTo>
                    <a:pt x="2346" y="620"/>
                    <a:pt x="2263" y="417"/>
                    <a:pt x="2096" y="251"/>
                  </a:cubicBezTo>
                  <a:cubicBezTo>
                    <a:pt x="1929" y="84"/>
                    <a:pt x="1703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7909985" y="1587301"/>
            <a:ext cx="364415" cy="220936"/>
            <a:chOff x="3961923" y="2486317"/>
            <a:chExt cx="364415" cy="220936"/>
          </a:xfrm>
        </p:grpSpPr>
        <p:sp>
          <p:nvSpPr>
            <p:cNvPr id="173" name="Google Shape;173;p17"/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7"/>
          <p:cNvSpPr txBox="1"/>
          <p:nvPr/>
        </p:nvSpPr>
        <p:spPr>
          <a:xfrm>
            <a:off x="720000" y="1115506"/>
            <a:ext cx="6624000" cy="3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Para aprobar cursada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/>
            </a:r>
            <a:b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</a:b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1 Parcial Práctico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1 Trabajo Integrador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Notas mayores a 4 en cada tema de los exámenes.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Para Promocionar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Parcial Teórico.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Notas mayores a 6 en cada tema de los exámenes.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4 faltas o menos.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Fechas de parciales (prácticos)</a:t>
            </a:r>
            <a:endParaRPr/>
          </a:p>
        </p:txBody>
      </p:sp>
      <p:grpSp>
        <p:nvGrpSpPr>
          <p:cNvPr id="183" name="Google Shape;183;p18"/>
          <p:cNvGrpSpPr/>
          <p:nvPr/>
        </p:nvGrpSpPr>
        <p:grpSpPr>
          <a:xfrm>
            <a:off x="722650" y="1915950"/>
            <a:ext cx="1825500" cy="1828015"/>
            <a:chOff x="1701538" y="2780275"/>
            <a:chExt cx="1825500" cy="1828015"/>
          </a:xfrm>
        </p:grpSpPr>
        <p:sp>
          <p:nvSpPr>
            <p:cNvPr id="184" name="Google Shape;184;p18"/>
            <p:cNvSpPr txBox="1"/>
            <p:nvPr/>
          </p:nvSpPr>
          <p:spPr>
            <a:xfrm>
              <a:off x="1701538" y="3674390"/>
              <a:ext cx="1825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Noviembre</a:t>
              </a:r>
              <a:endParaRPr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946100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{01</a:t>
              </a:r>
              <a:r>
                <a:rPr lang="en" sz="30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4638150" y="1915950"/>
            <a:ext cx="1825500" cy="1828016"/>
            <a:chOff x="5617038" y="2780275"/>
            <a:chExt cx="1825500" cy="1828016"/>
          </a:xfrm>
        </p:grpSpPr>
        <p:sp>
          <p:nvSpPr>
            <p:cNvPr id="187" name="Google Shape;187;p18"/>
            <p:cNvSpPr txBox="1"/>
            <p:nvPr/>
          </p:nvSpPr>
          <p:spPr>
            <a:xfrm>
              <a:off x="5617038" y="3674391"/>
              <a:ext cx="1825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Febrero</a:t>
              </a:r>
              <a:endParaRPr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5861628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{03</a:t>
              </a:r>
              <a:r>
                <a:rPr lang="en" sz="30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189" name="Google Shape;189;p18"/>
          <p:cNvCxnSpPr>
            <a:stCxn id="185" idx="3"/>
            <a:endCxn id="190" idx="1"/>
          </p:cNvCxnSpPr>
          <p:nvPr/>
        </p:nvCxnSpPr>
        <p:spPr>
          <a:xfrm>
            <a:off x="2303413" y="2232150"/>
            <a:ext cx="62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18"/>
          <p:cNvCxnSpPr>
            <a:stCxn id="190" idx="3"/>
            <a:endCxn id="188" idx="1"/>
          </p:cNvCxnSpPr>
          <p:nvPr/>
        </p:nvCxnSpPr>
        <p:spPr>
          <a:xfrm>
            <a:off x="4261197" y="2232150"/>
            <a:ext cx="62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18"/>
          <p:cNvCxnSpPr>
            <a:stCxn id="185" idx="2"/>
            <a:endCxn id="184" idx="0"/>
          </p:cNvCxnSpPr>
          <p:nvPr/>
        </p:nvCxnSpPr>
        <p:spPr>
          <a:xfrm>
            <a:off x="1635313" y="2548350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18"/>
          <p:cNvCxnSpPr>
            <a:stCxn id="190" idx="2"/>
            <a:endCxn id="194" idx="0"/>
          </p:cNvCxnSpPr>
          <p:nvPr/>
        </p:nvCxnSpPr>
        <p:spPr>
          <a:xfrm>
            <a:off x="3593097" y="2548350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18"/>
          <p:cNvCxnSpPr>
            <a:stCxn id="188" idx="2"/>
            <a:endCxn id="187" idx="0"/>
          </p:cNvCxnSpPr>
          <p:nvPr/>
        </p:nvCxnSpPr>
        <p:spPr>
          <a:xfrm>
            <a:off x="5550840" y="2548350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18"/>
          <p:cNvCxnSpPr>
            <a:endCxn id="197" idx="1"/>
          </p:cNvCxnSpPr>
          <p:nvPr/>
        </p:nvCxnSpPr>
        <p:spPr>
          <a:xfrm>
            <a:off x="6218965" y="2232150"/>
            <a:ext cx="621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18"/>
          <p:cNvCxnSpPr>
            <a:stCxn id="197" idx="2"/>
            <a:endCxn id="199" idx="0"/>
          </p:cNvCxnSpPr>
          <p:nvPr/>
        </p:nvCxnSpPr>
        <p:spPr>
          <a:xfrm>
            <a:off x="7508665" y="2548350"/>
            <a:ext cx="0" cy="26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0" name="Google Shape;200;p18"/>
          <p:cNvGrpSpPr/>
          <p:nvPr/>
        </p:nvGrpSpPr>
        <p:grpSpPr>
          <a:xfrm>
            <a:off x="6595975" y="1915950"/>
            <a:ext cx="1825500" cy="1828017"/>
            <a:chOff x="5617038" y="2780275"/>
            <a:chExt cx="1825500" cy="1828017"/>
          </a:xfrm>
        </p:grpSpPr>
        <p:sp>
          <p:nvSpPr>
            <p:cNvPr id="197" name="Google Shape;197;p18"/>
            <p:cNvSpPr txBox="1"/>
            <p:nvPr/>
          </p:nvSpPr>
          <p:spPr>
            <a:xfrm>
              <a:off x="5861628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{04</a:t>
              </a:r>
              <a:r>
                <a:rPr lang="en" sz="3000">
                  <a:solidFill>
                    <a:schemeClr val="accent3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5617038" y="3674392"/>
              <a:ext cx="1825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Febrero</a:t>
              </a:r>
              <a:endParaRPr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2680400" y="1915950"/>
            <a:ext cx="1825500" cy="1828017"/>
            <a:chOff x="3659288" y="2780275"/>
            <a:chExt cx="1825500" cy="1828017"/>
          </a:xfrm>
        </p:grpSpPr>
        <p:sp>
          <p:nvSpPr>
            <p:cNvPr id="190" name="Google Shape;190;p18"/>
            <p:cNvSpPr txBox="1"/>
            <p:nvPr/>
          </p:nvSpPr>
          <p:spPr>
            <a:xfrm>
              <a:off x="3903884" y="2780275"/>
              <a:ext cx="1336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{02</a:t>
              </a:r>
              <a:r>
                <a:rPr lang="en" sz="30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3659288" y="3674392"/>
              <a:ext cx="18255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Noviembre</a:t>
              </a:r>
              <a:endParaRPr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22" name="Google Shape;194;p18"/>
          <p:cNvSpPr txBox="1"/>
          <p:nvPr/>
        </p:nvSpPr>
        <p:spPr>
          <a:xfrm>
            <a:off x="3438727" y="3854931"/>
            <a:ext cx="18255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dirty="0" smtClean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</a:t>
            </a:r>
            <a:r>
              <a:rPr lang="en" sz="2200" dirty="0" smtClean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definir</a:t>
            </a:r>
            <a:endParaRPr sz="22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Trabajo Integrador</a:t>
            </a:r>
            <a:endParaRPr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3966825" y="1493875"/>
            <a:ext cx="4463842" cy="457200"/>
            <a:chOff x="3966775" y="1665600"/>
            <a:chExt cx="2624400" cy="457200"/>
          </a:xfrm>
        </p:grpSpPr>
        <p:sp>
          <p:nvSpPr>
            <p:cNvPr id="208" name="Google Shape;208;p19"/>
            <p:cNvSpPr txBox="1"/>
            <p:nvPr/>
          </p:nvSpPr>
          <p:spPr>
            <a:xfrm>
              <a:off x="4691875" y="1665600"/>
              <a:ext cx="189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Orientación a Objetos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3966775" y="1665600"/>
              <a:ext cx="72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{Tema</a:t>
              </a:r>
              <a:r>
                <a:rPr lang="en" sz="22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966775" y="3362600"/>
            <a:ext cx="4406900" cy="457200"/>
            <a:chOff x="3966775" y="3627756"/>
            <a:chExt cx="4406900" cy="457200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6078675" y="3627756"/>
              <a:ext cx="229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Semana </a:t>
              </a:r>
              <a:r>
                <a:rPr lang="en" sz="2200" dirty="0" smtClean="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12/10</a:t>
              </a:r>
              <a:endParaRPr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3966775" y="3627756"/>
              <a:ext cx="223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{Fecha Límite</a:t>
              </a:r>
              <a:r>
                <a:rPr lang="en" sz="2200">
                  <a:solidFill>
                    <a:schemeClr val="accent3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213" name="Google Shape;213;p19"/>
          <p:cNvCxnSpPr>
            <a:stCxn id="209" idx="1"/>
            <a:endCxn id="214" idx="6"/>
          </p:cNvCxnSpPr>
          <p:nvPr/>
        </p:nvCxnSpPr>
        <p:spPr>
          <a:xfrm flipH="1">
            <a:off x="3182925" y="1722475"/>
            <a:ext cx="783900" cy="2718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/>
          <p:cNvCxnSpPr>
            <a:stCxn id="216" idx="1"/>
            <a:endCxn id="217" idx="6"/>
          </p:cNvCxnSpPr>
          <p:nvPr/>
        </p:nvCxnSpPr>
        <p:spPr>
          <a:xfrm flipH="1">
            <a:off x="3182875" y="2345375"/>
            <a:ext cx="783900" cy="1362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19"/>
          <p:cNvCxnSpPr>
            <a:stCxn id="219" idx="1"/>
            <a:endCxn id="220" idx="6"/>
          </p:cNvCxnSpPr>
          <p:nvPr/>
        </p:nvCxnSpPr>
        <p:spPr>
          <a:xfrm flipH="1">
            <a:off x="3182875" y="2968300"/>
            <a:ext cx="783900" cy="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19"/>
          <p:cNvCxnSpPr>
            <a:stCxn id="212" idx="1"/>
            <a:endCxn id="222" idx="6"/>
          </p:cNvCxnSpPr>
          <p:nvPr/>
        </p:nvCxnSpPr>
        <p:spPr>
          <a:xfrm rot="10800000">
            <a:off x="3182875" y="3456500"/>
            <a:ext cx="783900" cy="134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19"/>
          <p:cNvSpPr/>
          <p:nvPr/>
        </p:nvSpPr>
        <p:spPr>
          <a:xfrm>
            <a:off x="2835500" y="1820585"/>
            <a:ext cx="347400" cy="34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2835500" y="2307998"/>
            <a:ext cx="347400" cy="34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2835500" y="2795411"/>
            <a:ext cx="347400" cy="34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2835500" y="3282824"/>
            <a:ext cx="347400" cy="34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>
            <a:off x="720000" y="1437774"/>
            <a:ext cx="2235085" cy="2597989"/>
            <a:chOff x="720000" y="1437774"/>
            <a:chExt cx="2235085" cy="2597989"/>
          </a:xfrm>
        </p:grpSpPr>
        <p:sp>
          <p:nvSpPr>
            <p:cNvPr id="224" name="Google Shape;224;p19"/>
            <p:cNvSpPr/>
            <p:nvPr/>
          </p:nvSpPr>
          <p:spPr>
            <a:xfrm>
              <a:off x="720000" y="3317983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29746" y="1"/>
                  </a:moveTo>
                  <a:lnTo>
                    <a:pt x="0" y="14430"/>
                  </a:lnTo>
                  <a:lnTo>
                    <a:pt x="109215" y="70147"/>
                  </a:lnTo>
                  <a:lnTo>
                    <a:pt x="218429" y="14430"/>
                  </a:lnTo>
                  <a:lnTo>
                    <a:pt x="188684" y="1"/>
                  </a:lnTo>
                  <a:lnTo>
                    <a:pt x="109215" y="4062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20000" y="2822990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0"/>
                  </a:moveTo>
                  <a:lnTo>
                    <a:pt x="158939" y="15095"/>
                  </a:lnTo>
                  <a:lnTo>
                    <a:pt x="109215" y="40623"/>
                  </a:lnTo>
                  <a:lnTo>
                    <a:pt x="59491" y="15095"/>
                  </a:lnTo>
                  <a:lnTo>
                    <a:pt x="29746" y="0"/>
                  </a:lnTo>
                  <a:lnTo>
                    <a:pt x="0" y="14429"/>
                  </a:lnTo>
                  <a:lnTo>
                    <a:pt x="29746" y="29524"/>
                  </a:lnTo>
                  <a:lnTo>
                    <a:pt x="109215" y="70146"/>
                  </a:lnTo>
                  <a:lnTo>
                    <a:pt x="188684" y="29524"/>
                  </a:lnTo>
                  <a:lnTo>
                    <a:pt x="218429" y="144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720000" y="2327997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1"/>
                  </a:moveTo>
                  <a:lnTo>
                    <a:pt x="158939" y="15096"/>
                  </a:lnTo>
                  <a:lnTo>
                    <a:pt x="129193" y="30190"/>
                  </a:lnTo>
                  <a:lnTo>
                    <a:pt x="109215" y="40623"/>
                  </a:lnTo>
                  <a:lnTo>
                    <a:pt x="89237" y="30190"/>
                  </a:lnTo>
                  <a:lnTo>
                    <a:pt x="59491" y="15096"/>
                  </a:lnTo>
                  <a:lnTo>
                    <a:pt x="29746" y="1"/>
                  </a:lnTo>
                  <a:lnTo>
                    <a:pt x="0" y="14208"/>
                  </a:lnTo>
                  <a:lnTo>
                    <a:pt x="29746" y="29524"/>
                  </a:lnTo>
                  <a:lnTo>
                    <a:pt x="59491" y="44619"/>
                  </a:lnTo>
                  <a:lnTo>
                    <a:pt x="109215" y="70147"/>
                  </a:lnTo>
                  <a:lnTo>
                    <a:pt x="158939" y="44619"/>
                  </a:lnTo>
                  <a:lnTo>
                    <a:pt x="188684" y="29524"/>
                  </a:lnTo>
                  <a:lnTo>
                    <a:pt x="218429" y="1420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720000" y="1437774"/>
              <a:ext cx="2235085" cy="1113009"/>
            </a:xfrm>
            <a:custGeom>
              <a:avLst/>
              <a:gdLst/>
              <a:ahLst/>
              <a:cxnLst/>
              <a:rect l="l" t="t" r="r" b="b"/>
              <a:pathLst>
                <a:path w="218430" h="108772" fill="none" extrusionOk="0">
                  <a:moveTo>
                    <a:pt x="109215" y="1"/>
                  </a:moveTo>
                  <a:lnTo>
                    <a:pt x="0" y="52832"/>
                  </a:lnTo>
                  <a:lnTo>
                    <a:pt x="109215" y="108771"/>
                  </a:lnTo>
                  <a:lnTo>
                    <a:pt x="218429" y="528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3966775" y="2116775"/>
            <a:ext cx="4407008" cy="457225"/>
            <a:chOff x="3966775" y="2319644"/>
            <a:chExt cx="4407008" cy="457225"/>
          </a:xfrm>
        </p:grpSpPr>
        <p:sp>
          <p:nvSpPr>
            <p:cNvPr id="216" name="Google Shape;216;p19"/>
            <p:cNvSpPr txBox="1"/>
            <p:nvPr/>
          </p:nvSpPr>
          <p:spPr>
            <a:xfrm>
              <a:off x="3966775" y="2319644"/>
              <a:ext cx="1672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{Lenguaje</a:t>
              </a:r>
              <a:r>
                <a:rPr lang="en" sz="22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5639583" y="2319669"/>
              <a:ext cx="2734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Dolphin (Smalltalk)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3966775" y="2739700"/>
            <a:ext cx="4407120" cy="457200"/>
            <a:chOff x="3966775" y="2973713"/>
            <a:chExt cx="4407120" cy="457200"/>
          </a:xfrm>
        </p:grpSpPr>
        <p:sp>
          <p:nvSpPr>
            <p:cNvPr id="219" name="Google Shape;219;p19"/>
            <p:cNvSpPr txBox="1"/>
            <p:nvPr/>
          </p:nvSpPr>
          <p:spPr>
            <a:xfrm>
              <a:off x="3966775" y="2973713"/>
              <a:ext cx="2062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{Integrantes</a:t>
              </a:r>
              <a:r>
                <a:rPr lang="en" sz="22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7410595" y="2973713"/>
              <a:ext cx="963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3 ó 4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232" name="Google Shape;232;p19"/>
          <p:cNvSpPr txBox="1">
            <a:spLocks noGrp="1"/>
          </p:cNvSpPr>
          <p:nvPr>
            <p:ph type="title"/>
          </p:nvPr>
        </p:nvSpPr>
        <p:spPr>
          <a:xfrm>
            <a:off x="720000" y="4213200"/>
            <a:ext cx="7704000" cy="576000"/>
          </a:xfrm>
          <a:prstGeom prst="rect">
            <a:avLst/>
          </a:prstGeom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Todos los incisos deben funcionar para aprobar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Programas a utilizar</a:t>
            </a:r>
            <a:endParaRPr/>
          </a:p>
        </p:txBody>
      </p:sp>
      <p:grpSp>
        <p:nvGrpSpPr>
          <p:cNvPr id="238" name="Google Shape;238;p20"/>
          <p:cNvGrpSpPr/>
          <p:nvPr/>
        </p:nvGrpSpPr>
        <p:grpSpPr>
          <a:xfrm>
            <a:off x="3759592" y="1330825"/>
            <a:ext cx="1839607" cy="1170970"/>
            <a:chOff x="2674797" y="3470800"/>
            <a:chExt cx="1839607" cy="1170970"/>
          </a:xfrm>
        </p:grpSpPr>
        <p:sp>
          <p:nvSpPr>
            <p:cNvPr id="239" name="Google Shape;239;p20"/>
            <p:cNvSpPr txBox="1"/>
            <p:nvPr/>
          </p:nvSpPr>
          <p:spPr>
            <a:xfrm>
              <a:off x="2674797" y="4184570"/>
              <a:ext cx="183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P. Funcional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2674804" y="3470800"/>
              <a:ext cx="18396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{Haskell</a:t>
              </a:r>
              <a:r>
                <a:rPr lang="en" sz="30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41" name="Google Shape;241;p20"/>
          <p:cNvGrpSpPr/>
          <p:nvPr/>
        </p:nvGrpSpPr>
        <p:grpSpPr>
          <a:xfrm>
            <a:off x="6462014" y="3667657"/>
            <a:ext cx="1839612" cy="1207968"/>
            <a:chOff x="4629594" y="2895232"/>
            <a:chExt cx="1839612" cy="1207968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629594" y="2895232"/>
              <a:ext cx="183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P. Lógico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4629607" y="3470800"/>
              <a:ext cx="18396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{Prolog</a:t>
              </a:r>
              <a:r>
                <a:rPr lang="en" sz="30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44" name="Google Shape;244;p20"/>
          <p:cNvGrpSpPr/>
          <p:nvPr/>
        </p:nvGrpSpPr>
        <p:grpSpPr>
          <a:xfrm>
            <a:off x="842375" y="3450175"/>
            <a:ext cx="2848201" cy="1425450"/>
            <a:chOff x="467575" y="2677750"/>
            <a:chExt cx="2848201" cy="142545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467575" y="2677750"/>
              <a:ext cx="2848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POO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467575" y="3470800"/>
              <a:ext cx="28482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{Dolphin Smalltalk</a:t>
              </a:r>
              <a:r>
                <a:rPr lang="en" sz="30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30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pic>
        <p:nvPicPr>
          <p:cNvPr id="247" name="Google Shape;247;p20" title="dolph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050" y="2264227"/>
            <a:ext cx="1385725" cy="127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7839" y="2425650"/>
            <a:ext cx="1207975" cy="120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724" y="2391963"/>
            <a:ext cx="1275350" cy="12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 Paradigma Estructurado</a:t>
            </a:r>
            <a:endParaRPr/>
          </a:p>
        </p:txBody>
      </p:sp>
      <p:grpSp>
        <p:nvGrpSpPr>
          <p:cNvPr id="255" name="Google Shape;255;p21"/>
          <p:cNvGrpSpPr/>
          <p:nvPr/>
        </p:nvGrpSpPr>
        <p:grpSpPr>
          <a:xfrm>
            <a:off x="1792092" y="1314525"/>
            <a:ext cx="5559810" cy="3438300"/>
            <a:chOff x="772525" y="726625"/>
            <a:chExt cx="6578100" cy="3438300"/>
          </a:xfrm>
        </p:grpSpPr>
        <p:sp>
          <p:nvSpPr>
            <p:cNvPr id="256" name="Google Shape;256;p2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8" name="Google Shape;258;p21" title="Mono Platillos GIF (proporcionada por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7850" y="1574600"/>
            <a:ext cx="5548899" cy="317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6883928" y="1392310"/>
            <a:ext cx="361833" cy="86930"/>
            <a:chOff x="2513203" y="3027163"/>
            <a:chExt cx="361833" cy="86930"/>
          </a:xfrm>
        </p:grpSpPr>
        <p:sp>
          <p:nvSpPr>
            <p:cNvPr id="260" name="Google Shape;260;p21"/>
            <p:cNvSpPr/>
            <p:nvPr/>
          </p:nvSpPr>
          <p:spPr>
            <a:xfrm>
              <a:off x="2513203" y="3027163"/>
              <a:ext cx="88213" cy="86930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01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01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2650635" y="3027163"/>
              <a:ext cx="88252" cy="86930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01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01"/>
                  </a:cubicBezTo>
                  <a:cubicBezTo>
                    <a:pt x="2269" y="501"/>
                    <a:pt x="1736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2786822" y="3027163"/>
              <a:ext cx="88213" cy="86930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0" y="501"/>
                    <a:pt x="0" y="1101"/>
                  </a:cubicBezTo>
                  <a:cubicBezTo>
                    <a:pt x="0" y="1735"/>
                    <a:pt x="501" y="2236"/>
                    <a:pt x="1135" y="2236"/>
                  </a:cubicBezTo>
                  <a:cubicBezTo>
                    <a:pt x="1768" y="2236"/>
                    <a:pt x="2269" y="1735"/>
                    <a:pt x="2269" y="1101"/>
                  </a:cubicBezTo>
                  <a:cubicBezTo>
                    <a:pt x="2269" y="501"/>
                    <a:pt x="1768" y="1"/>
                    <a:pt x="11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 Paradigma Orientado a Objetos</a:t>
            </a:r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title"/>
          </p:nvPr>
        </p:nvSpPr>
        <p:spPr>
          <a:xfrm>
            <a:off x="720000" y="33690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 Paradigma Lógico</a:t>
            </a:r>
            <a:endParaRPr/>
          </a:p>
        </p:txBody>
      </p:sp>
      <p:sp>
        <p:nvSpPr>
          <p:cNvPr id="269" name="Google Shape;269;p22"/>
          <p:cNvSpPr txBox="1">
            <a:spLocks noGrp="1"/>
          </p:cNvSpPr>
          <p:nvPr>
            <p:ph type="title"/>
          </p:nvPr>
        </p:nvSpPr>
        <p:spPr>
          <a:xfrm>
            <a:off x="732394" y="18854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 </a:t>
            </a:r>
            <a:r>
              <a:rPr lang="en"/>
              <a:t>Paradigma Funcional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1373552" y="2572300"/>
            <a:ext cx="6396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Recomendamos ir repasando conceptos de Dominio y codominio de funciones matemáticas y el concepto de recursión.</a:t>
            </a:r>
            <a:endParaRPr sz="1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224</Words>
  <Application>Microsoft Office PowerPoint</Application>
  <PresentationFormat>Presentación en pantalla (16:9)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Quantico</vt:lpstr>
      <vt:lpstr>Source Code Pro</vt:lpstr>
      <vt:lpstr>Nunito Light</vt:lpstr>
      <vt:lpstr>New Operating System Design Pitch Deck  Infographics by Slidesgo</vt:lpstr>
      <vt:lpstr>Paradigmas de Programación</vt:lpstr>
      <vt:lpstr>&lt; Presentación S23</vt:lpstr>
      <vt:lpstr>&lt; Presentación S24</vt:lpstr>
      <vt:lpstr>&lt;/Desarrollo de la clase 0</vt:lpstr>
      <vt:lpstr>&lt;/Presentación</vt:lpstr>
      <vt:lpstr>&lt;/Pautas de la materia</vt:lpstr>
      <vt:lpstr>&lt;/Fechas de parciales (prácticos)</vt:lpstr>
      <vt:lpstr>&lt;/Trabajo Integrador</vt:lpstr>
      <vt:lpstr>&lt;/Programas a utilizar</vt:lpstr>
      <vt:lpstr>&lt;/ Paradigma Estructurado</vt:lpstr>
      <vt:lpstr>&lt;/ Paradigma Orientado a Objetos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cp:lastModifiedBy>Paternoster, Felix</cp:lastModifiedBy>
  <cp:revision>9</cp:revision>
  <dcterms:modified xsi:type="dcterms:W3CDTF">2026-08-21T17:28:36Z</dcterms:modified>
</cp:coreProperties>
</file>