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0"/>
  </p:notesMasterIdLst>
  <p:sldIdLst>
    <p:sldId id="256" r:id="rId2"/>
    <p:sldId id="274" r:id="rId3"/>
    <p:sldId id="275"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9144000" cy="5143500" type="screen16x9"/>
  <p:notesSz cx="6858000" cy="9144000"/>
  <p:embeddedFontLst>
    <p:embeddedFont>
      <p:font typeface="Quantico" panose="020B0604020202020204" charset="0"/>
      <p:regular r:id="rId21"/>
      <p:bold r:id="rId22"/>
      <p:italic r:id="rId23"/>
      <p:boldItalic r:id="rId24"/>
    </p:embeddedFont>
    <p:embeddedFont>
      <p:font typeface="Source Code Pro" panose="020B0604020202020204" charset="0"/>
      <p:regular r:id="rId25"/>
      <p:bold r:id="rId26"/>
      <p:italic r:id="rId27"/>
      <p:boldItalic r:id="rId28"/>
    </p:embeddedFont>
    <p:embeddedFont>
      <p:font typeface="Lato" panose="020B0604020202020204"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82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20f7af2584a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20f7af2584a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25c431c3091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5c431c3091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038945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25c431c3091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5c431c3091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789947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25c431c3091_0_1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25c431c3091_0_1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2042cf355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22042cf355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25d94438ed8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25d94438ed8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25d94438ed8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25d94438ed8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22042cf355d_0_4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22042cf355d_0_4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22042cf355d_0_5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22042cf355d_0_5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22042cf355d_0_6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22042cf355d_0_6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22042cf355d_0_6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g22042cf355d_0_6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g22042cf355d_0_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3" name="Google Shape;373;g22042cf355d_0_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22042cf355d_0_7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22042cf355d_0_7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25c431c3091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25c431c3091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g22042cf355d_0_7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2" name="Google Shape;442;g22042cf355d_0_7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g22042cf355d_0_8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2" name="Google Shape;462;g22042cf355d_0_8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22042cf355d_0_8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22042cf355d_0_8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2f161998605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g2f161998605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100" y="0"/>
            <a:ext cx="9144000" cy="4149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txBox="1">
            <a:spLocks noGrp="1"/>
          </p:cNvSpPr>
          <p:nvPr>
            <p:ph type="ctrTitle"/>
          </p:nvPr>
        </p:nvSpPr>
        <p:spPr>
          <a:xfrm>
            <a:off x="2062200" y="1289175"/>
            <a:ext cx="5019600" cy="1809300"/>
          </a:xfrm>
          <a:prstGeom prst="rect">
            <a:avLst/>
          </a:prstGeom>
        </p:spPr>
        <p:txBody>
          <a:bodyPr spcFirstLastPara="1" wrap="square" lIns="91425" tIns="91425" rIns="91425" bIns="91425" anchor="b" anchorCtr="0">
            <a:noAutofit/>
          </a:bodyPr>
          <a:lstStyle>
            <a:lvl1pPr lvl="0" algn="ctr">
              <a:lnSpc>
                <a:spcPct val="90000"/>
              </a:lnSpc>
              <a:spcBef>
                <a:spcPts val="0"/>
              </a:spcBef>
              <a:spcAft>
                <a:spcPts val="0"/>
              </a:spcAft>
              <a:buSzPts val="5200"/>
              <a:buNone/>
              <a:defRPr sz="36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050100" y="3617700"/>
            <a:ext cx="3043800" cy="710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sz="15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p:nvPr/>
        </p:nvSpPr>
        <p:spPr>
          <a:xfrm>
            <a:off x="344300" y="4753684"/>
            <a:ext cx="8478600" cy="180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1186988" y="1906688"/>
            <a:ext cx="3943500" cy="1115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600"/>
              <a:buNone/>
              <a:defRPr sz="4800"/>
            </a:lvl1pPr>
            <a:lvl2pPr lvl="1" algn="r" rtl="0">
              <a:spcBef>
                <a:spcPts val="0"/>
              </a:spcBef>
              <a:spcAft>
                <a:spcPts val="0"/>
              </a:spcAft>
              <a:buSzPts val="3600"/>
              <a:buNone/>
              <a:defRPr sz="3600"/>
            </a:lvl2pPr>
            <a:lvl3pPr lvl="2" algn="r" rtl="0">
              <a:spcBef>
                <a:spcPts val="0"/>
              </a:spcBef>
              <a:spcAft>
                <a:spcPts val="0"/>
              </a:spcAft>
              <a:buSzPts val="3600"/>
              <a:buNone/>
              <a:defRPr sz="3600"/>
            </a:lvl3pPr>
            <a:lvl4pPr lvl="3" algn="r" rtl="0">
              <a:spcBef>
                <a:spcPts val="0"/>
              </a:spcBef>
              <a:spcAft>
                <a:spcPts val="0"/>
              </a:spcAft>
              <a:buSzPts val="3600"/>
              <a:buNone/>
              <a:defRPr sz="3600"/>
            </a:lvl4pPr>
            <a:lvl5pPr lvl="4" algn="r" rtl="0">
              <a:spcBef>
                <a:spcPts val="0"/>
              </a:spcBef>
              <a:spcAft>
                <a:spcPts val="0"/>
              </a:spcAft>
              <a:buSzPts val="3600"/>
              <a:buNone/>
              <a:defRPr sz="3600"/>
            </a:lvl5pPr>
            <a:lvl6pPr lvl="5" algn="r" rtl="0">
              <a:spcBef>
                <a:spcPts val="0"/>
              </a:spcBef>
              <a:spcAft>
                <a:spcPts val="0"/>
              </a:spcAft>
              <a:buSzPts val="3600"/>
              <a:buNone/>
              <a:defRPr sz="3600"/>
            </a:lvl6pPr>
            <a:lvl7pPr lvl="6" algn="r" rtl="0">
              <a:spcBef>
                <a:spcPts val="0"/>
              </a:spcBef>
              <a:spcAft>
                <a:spcPts val="0"/>
              </a:spcAft>
              <a:buSzPts val="3600"/>
              <a:buNone/>
              <a:defRPr sz="3600"/>
            </a:lvl7pPr>
            <a:lvl8pPr lvl="7" algn="r" rtl="0">
              <a:spcBef>
                <a:spcPts val="0"/>
              </a:spcBef>
              <a:spcAft>
                <a:spcPts val="0"/>
              </a:spcAft>
              <a:buSzPts val="3600"/>
              <a:buNone/>
              <a:defRPr sz="3600"/>
            </a:lvl8pPr>
            <a:lvl9pPr lvl="8" algn="r" rtl="0">
              <a:spcBef>
                <a:spcPts val="0"/>
              </a:spcBef>
              <a:spcAft>
                <a:spcPts val="0"/>
              </a:spcAft>
              <a:buSzPts val="3600"/>
              <a:buNone/>
              <a:defRPr sz="3600"/>
            </a:lvl9pPr>
          </a:lstStyle>
          <a:p>
            <a:endParaRPr/>
          </a:p>
        </p:txBody>
      </p:sp>
      <p:sp>
        <p:nvSpPr>
          <p:cNvPr id="15" name="Google Shape;15;p3"/>
          <p:cNvSpPr txBox="1">
            <a:spLocks noGrp="1"/>
          </p:cNvSpPr>
          <p:nvPr>
            <p:ph type="title" idx="2" hasCustomPrompt="1"/>
          </p:nvPr>
        </p:nvSpPr>
        <p:spPr>
          <a:xfrm>
            <a:off x="5731913" y="1906688"/>
            <a:ext cx="2225100" cy="11154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6000"/>
            </a:lvl1pPr>
            <a:lvl2pPr lvl="1" rtl="0">
              <a:spcBef>
                <a:spcPts val="0"/>
              </a:spcBef>
              <a:spcAft>
                <a:spcPts val="0"/>
              </a:spcAft>
              <a:buSzPts val="9600"/>
              <a:buNone/>
              <a:defRPr sz="9600"/>
            </a:lvl2pPr>
            <a:lvl3pPr lvl="2" rtl="0">
              <a:spcBef>
                <a:spcPts val="0"/>
              </a:spcBef>
              <a:spcAft>
                <a:spcPts val="0"/>
              </a:spcAft>
              <a:buSzPts val="9600"/>
              <a:buNone/>
              <a:defRPr sz="9600"/>
            </a:lvl3pPr>
            <a:lvl4pPr lvl="3" rtl="0">
              <a:spcBef>
                <a:spcPts val="0"/>
              </a:spcBef>
              <a:spcAft>
                <a:spcPts val="0"/>
              </a:spcAft>
              <a:buSzPts val="9600"/>
              <a:buNone/>
              <a:defRPr sz="9600"/>
            </a:lvl4pPr>
            <a:lvl5pPr lvl="4" rtl="0">
              <a:spcBef>
                <a:spcPts val="0"/>
              </a:spcBef>
              <a:spcAft>
                <a:spcPts val="0"/>
              </a:spcAft>
              <a:buSzPts val="9600"/>
              <a:buNone/>
              <a:defRPr sz="9600"/>
            </a:lvl5pPr>
            <a:lvl6pPr lvl="5" rtl="0">
              <a:spcBef>
                <a:spcPts val="0"/>
              </a:spcBef>
              <a:spcAft>
                <a:spcPts val="0"/>
              </a:spcAft>
              <a:buSzPts val="9600"/>
              <a:buNone/>
              <a:defRPr sz="9600"/>
            </a:lvl6pPr>
            <a:lvl7pPr lvl="6" rtl="0">
              <a:spcBef>
                <a:spcPts val="0"/>
              </a:spcBef>
              <a:spcAft>
                <a:spcPts val="0"/>
              </a:spcAft>
              <a:buSzPts val="9600"/>
              <a:buNone/>
              <a:defRPr sz="9600"/>
            </a:lvl7pPr>
            <a:lvl8pPr lvl="7" rtl="0">
              <a:spcBef>
                <a:spcPts val="0"/>
              </a:spcBef>
              <a:spcAft>
                <a:spcPts val="0"/>
              </a:spcAft>
              <a:buSzPts val="9600"/>
              <a:buNone/>
              <a:defRPr sz="9600"/>
            </a:lvl8pPr>
            <a:lvl9pPr lvl="8" rtl="0">
              <a:spcBef>
                <a:spcPts val="0"/>
              </a:spcBef>
              <a:spcAft>
                <a:spcPts val="0"/>
              </a:spcAft>
              <a:buSzPts val="9600"/>
              <a:buNone/>
              <a:defRPr sz="9600"/>
            </a:lvl9pPr>
          </a:lstStyle>
          <a:p>
            <a:r>
              <a:t>xx%</a:t>
            </a:r>
          </a:p>
        </p:txBody>
      </p:sp>
      <p:sp>
        <p:nvSpPr>
          <p:cNvPr id="16" name="Google Shape;16;p3"/>
          <p:cNvSpPr txBox="1"/>
          <p:nvPr/>
        </p:nvSpPr>
        <p:spPr>
          <a:xfrm>
            <a:off x="344300" y="4753684"/>
            <a:ext cx="8478600" cy="180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
        <p:nvSpPr>
          <p:cNvPr id="17" name="Google Shape;17;p3"/>
          <p:cNvSpPr/>
          <p:nvPr/>
        </p:nvSpPr>
        <p:spPr>
          <a:xfrm>
            <a:off x="11575" y="0"/>
            <a:ext cx="3048600" cy="414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3"/>
          <p:cNvSpPr/>
          <p:nvPr/>
        </p:nvSpPr>
        <p:spPr>
          <a:xfrm>
            <a:off x="3059300" y="0"/>
            <a:ext cx="6084600" cy="4149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txBox="1">
            <a:spLocks noGrp="1"/>
          </p:cNvSpPr>
          <p:nvPr>
            <p:ph type="title"/>
          </p:nvPr>
        </p:nvSpPr>
        <p:spPr>
          <a:xfrm>
            <a:off x="720000" y="539500"/>
            <a:ext cx="7704000" cy="996600"/>
          </a:xfrm>
          <a:prstGeom prst="rect">
            <a:avLst/>
          </a:prstGeom>
        </p:spPr>
        <p:txBody>
          <a:bodyPr spcFirstLastPara="1" wrap="square" lIns="91425" tIns="91425" rIns="91425" bIns="91425" anchor="t" anchorCtr="0">
            <a:no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a:endParaRPr/>
          </a:p>
        </p:txBody>
      </p:sp>
      <p:sp>
        <p:nvSpPr>
          <p:cNvPr id="21" name="Google Shape;21;p4"/>
          <p:cNvSpPr txBox="1">
            <a:spLocks noGrp="1"/>
          </p:cNvSpPr>
          <p:nvPr>
            <p:ph type="body" idx="1"/>
          </p:nvPr>
        </p:nvSpPr>
        <p:spPr>
          <a:xfrm>
            <a:off x="720000" y="1809700"/>
            <a:ext cx="7704000" cy="25812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22" name="Google Shape;22;p4"/>
          <p:cNvSpPr txBox="1"/>
          <p:nvPr/>
        </p:nvSpPr>
        <p:spPr>
          <a:xfrm>
            <a:off x="344300" y="4753684"/>
            <a:ext cx="8478600" cy="180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3"/>
        <p:cNvGrpSpPr/>
        <p:nvPr/>
      </p:nvGrpSpPr>
      <p:grpSpPr>
        <a:xfrm>
          <a:off x="0" y="0"/>
          <a:ext cx="0" cy="0"/>
          <a:chOff x="0" y="0"/>
          <a:chExt cx="0" cy="0"/>
        </a:xfrm>
      </p:grpSpPr>
      <p:grpSp>
        <p:nvGrpSpPr>
          <p:cNvPr id="24" name="Google Shape;24;p5"/>
          <p:cNvGrpSpPr/>
          <p:nvPr/>
        </p:nvGrpSpPr>
        <p:grpSpPr>
          <a:xfrm>
            <a:off x="396500" y="170424"/>
            <a:ext cx="8360126" cy="4398447"/>
            <a:chOff x="1054783" y="1029605"/>
            <a:chExt cx="7587010" cy="3902100"/>
          </a:xfrm>
        </p:grpSpPr>
        <p:sp>
          <p:nvSpPr>
            <p:cNvPr id="25" name="Google Shape;25;p5"/>
            <p:cNvSpPr/>
            <p:nvPr/>
          </p:nvSpPr>
          <p:spPr>
            <a:xfrm>
              <a:off x="1054793" y="1029605"/>
              <a:ext cx="7587000" cy="39021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5"/>
            <p:cNvSpPr/>
            <p:nvPr/>
          </p:nvSpPr>
          <p:spPr>
            <a:xfrm>
              <a:off x="1054783" y="1029605"/>
              <a:ext cx="7587000" cy="2262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 name="Google Shape;27;p5"/>
          <p:cNvSpPr txBox="1">
            <a:spLocks noGrp="1"/>
          </p:cNvSpPr>
          <p:nvPr>
            <p:ph type="subTitle" idx="1"/>
          </p:nvPr>
        </p:nvSpPr>
        <p:spPr>
          <a:xfrm>
            <a:off x="807625" y="2775700"/>
            <a:ext cx="3415800" cy="1490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8" name="Google Shape;28;p5"/>
          <p:cNvSpPr txBox="1">
            <a:spLocks noGrp="1"/>
          </p:cNvSpPr>
          <p:nvPr>
            <p:ph type="subTitle" idx="2"/>
          </p:nvPr>
        </p:nvSpPr>
        <p:spPr>
          <a:xfrm>
            <a:off x="4922022" y="2775700"/>
            <a:ext cx="3415800" cy="1490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9" name="Google Shape;29;p5"/>
          <p:cNvSpPr txBox="1">
            <a:spLocks noGrp="1"/>
          </p:cNvSpPr>
          <p:nvPr>
            <p:ph type="subTitle" idx="3"/>
          </p:nvPr>
        </p:nvSpPr>
        <p:spPr>
          <a:xfrm>
            <a:off x="807630" y="2403350"/>
            <a:ext cx="3415800" cy="421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200"/>
              <a:buFont typeface="Quantico"/>
              <a:buNone/>
              <a:defRPr sz="2200">
                <a:latin typeface="Quantico"/>
                <a:ea typeface="Quantico"/>
                <a:cs typeface="Quantico"/>
                <a:sym typeface="Quantico"/>
              </a:defRPr>
            </a:lvl1pPr>
            <a:lvl2pPr lvl="1" algn="ctr" rtl="0">
              <a:lnSpc>
                <a:spcPct val="100000"/>
              </a:lnSpc>
              <a:spcBef>
                <a:spcPts val="0"/>
              </a:spcBef>
              <a:spcAft>
                <a:spcPts val="0"/>
              </a:spcAft>
              <a:buClr>
                <a:schemeClr val="dk1"/>
              </a:buClr>
              <a:buSzPts val="2200"/>
              <a:buFont typeface="Quantico"/>
              <a:buNone/>
              <a:defRPr sz="2200">
                <a:solidFill>
                  <a:schemeClr val="dk1"/>
                </a:solidFill>
                <a:latin typeface="Quantico"/>
                <a:ea typeface="Quantico"/>
                <a:cs typeface="Quantico"/>
                <a:sym typeface="Quantico"/>
              </a:defRPr>
            </a:lvl2pPr>
            <a:lvl3pPr lvl="2" algn="ctr" rtl="0">
              <a:lnSpc>
                <a:spcPct val="100000"/>
              </a:lnSpc>
              <a:spcBef>
                <a:spcPts val="0"/>
              </a:spcBef>
              <a:spcAft>
                <a:spcPts val="0"/>
              </a:spcAft>
              <a:buClr>
                <a:schemeClr val="dk1"/>
              </a:buClr>
              <a:buSzPts val="2200"/>
              <a:buFont typeface="Quantico"/>
              <a:buNone/>
              <a:defRPr sz="2200">
                <a:solidFill>
                  <a:schemeClr val="dk1"/>
                </a:solidFill>
                <a:latin typeface="Quantico"/>
                <a:ea typeface="Quantico"/>
                <a:cs typeface="Quantico"/>
                <a:sym typeface="Quantico"/>
              </a:defRPr>
            </a:lvl3pPr>
            <a:lvl4pPr lvl="3" algn="ctr" rtl="0">
              <a:lnSpc>
                <a:spcPct val="100000"/>
              </a:lnSpc>
              <a:spcBef>
                <a:spcPts val="0"/>
              </a:spcBef>
              <a:spcAft>
                <a:spcPts val="0"/>
              </a:spcAft>
              <a:buClr>
                <a:schemeClr val="dk1"/>
              </a:buClr>
              <a:buSzPts val="2200"/>
              <a:buFont typeface="Quantico"/>
              <a:buNone/>
              <a:defRPr sz="2200">
                <a:solidFill>
                  <a:schemeClr val="dk1"/>
                </a:solidFill>
                <a:latin typeface="Quantico"/>
                <a:ea typeface="Quantico"/>
                <a:cs typeface="Quantico"/>
                <a:sym typeface="Quantico"/>
              </a:defRPr>
            </a:lvl4pPr>
            <a:lvl5pPr lvl="4" algn="ctr" rtl="0">
              <a:lnSpc>
                <a:spcPct val="100000"/>
              </a:lnSpc>
              <a:spcBef>
                <a:spcPts val="0"/>
              </a:spcBef>
              <a:spcAft>
                <a:spcPts val="0"/>
              </a:spcAft>
              <a:buClr>
                <a:schemeClr val="dk1"/>
              </a:buClr>
              <a:buSzPts val="2200"/>
              <a:buFont typeface="Quantico"/>
              <a:buNone/>
              <a:defRPr sz="2200">
                <a:solidFill>
                  <a:schemeClr val="dk1"/>
                </a:solidFill>
                <a:latin typeface="Quantico"/>
                <a:ea typeface="Quantico"/>
                <a:cs typeface="Quantico"/>
                <a:sym typeface="Quantico"/>
              </a:defRPr>
            </a:lvl5pPr>
            <a:lvl6pPr lvl="5" algn="ctr" rtl="0">
              <a:lnSpc>
                <a:spcPct val="100000"/>
              </a:lnSpc>
              <a:spcBef>
                <a:spcPts val="0"/>
              </a:spcBef>
              <a:spcAft>
                <a:spcPts val="0"/>
              </a:spcAft>
              <a:buClr>
                <a:schemeClr val="dk1"/>
              </a:buClr>
              <a:buSzPts val="2200"/>
              <a:buFont typeface="Quantico"/>
              <a:buNone/>
              <a:defRPr sz="2200">
                <a:solidFill>
                  <a:schemeClr val="dk1"/>
                </a:solidFill>
                <a:latin typeface="Quantico"/>
                <a:ea typeface="Quantico"/>
                <a:cs typeface="Quantico"/>
                <a:sym typeface="Quantico"/>
              </a:defRPr>
            </a:lvl6pPr>
            <a:lvl7pPr lvl="6" algn="ctr" rtl="0">
              <a:lnSpc>
                <a:spcPct val="100000"/>
              </a:lnSpc>
              <a:spcBef>
                <a:spcPts val="0"/>
              </a:spcBef>
              <a:spcAft>
                <a:spcPts val="0"/>
              </a:spcAft>
              <a:buClr>
                <a:schemeClr val="dk1"/>
              </a:buClr>
              <a:buSzPts val="2200"/>
              <a:buFont typeface="Quantico"/>
              <a:buNone/>
              <a:defRPr sz="2200">
                <a:solidFill>
                  <a:schemeClr val="dk1"/>
                </a:solidFill>
                <a:latin typeface="Quantico"/>
                <a:ea typeface="Quantico"/>
                <a:cs typeface="Quantico"/>
                <a:sym typeface="Quantico"/>
              </a:defRPr>
            </a:lvl7pPr>
            <a:lvl8pPr lvl="7" algn="ctr" rtl="0">
              <a:lnSpc>
                <a:spcPct val="100000"/>
              </a:lnSpc>
              <a:spcBef>
                <a:spcPts val="0"/>
              </a:spcBef>
              <a:spcAft>
                <a:spcPts val="0"/>
              </a:spcAft>
              <a:buClr>
                <a:schemeClr val="dk1"/>
              </a:buClr>
              <a:buSzPts val="2200"/>
              <a:buFont typeface="Quantico"/>
              <a:buNone/>
              <a:defRPr sz="2200">
                <a:solidFill>
                  <a:schemeClr val="dk1"/>
                </a:solidFill>
                <a:latin typeface="Quantico"/>
                <a:ea typeface="Quantico"/>
                <a:cs typeface="Quantico"/>
                <a:sym typeface="Quantico"/>
              </a:defRPr>
            </a:lvl8pPr>
            <a:lvl9pPr lvl="8" algn="ctr" rtl="0">
              <a:lnSpc>
                <a:spcPct val="100000"/>
              </a:lnSpc>
              <a:spcBef>
                <a:spcPts val="0"/>
              </a:spcBef>
              <a:spcAft>
                <a:spcPts val="0"/>
              </a:spcAft>
              <a:buClr>
                <a:schemeClr val="dk1"/>
              </a:buClr>
              <a:buSzPts val="2200"/>
              <a:buFont typeface="Quantico"/>
              <a:buNone/>
              <a:defRPr sz="2200">
                <a:solidFill>
                  <a:schemeClr val="dk1"/>
                </a:solidFill>
                <a:latin typeface="Quantico"/>
                <a:ea typeface="Quantico"/>
                <a:cs typeface="Quantico"/>
                <a:sym typeface="Quantico"/>
              </a:defRPr>
            </a:lvl9pPr>
          </a:lstStyle>
          <a:p>
            <a:endParaRPr/>
          </a:p>
        </p:txBody>
      </p:sp>
      <p:sp>
        <p:nvSpPr>
          <p:cNvPr id="30" name="Google Shape;30;p5"/>
          <p:cNvSpPr txBox="1">
            <a:spLocks noGrp="1"/>
          </p:cNvSpPr>
          <p:nvPr>
            <p:ph type="subTitle" idx="4"/>
          </p:nvPr>
        </p:nvSpPr>
        <p:spPr>
          <a:xfrm>
            <a:off x="4922022" y="2403350"/>
            <a:ext cx="3415800" cy="421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200"/>
              <a:buFont typeface="Quantico"/>
              <a:buNone/>
              <a:defRPr sz="2200">
                <a:latin typeface="Quantico"/>
                <a:ea typeface="Quantico"/>
                <a:cs typeface="Quantico"/>
                <a:sym typeface="Quantico"/>
              </a:defRPr>
            </a:lvl1pPr>
            <a:lvl2pPr lvl="1" algn="ctr" rtl="0">
              <a:lnSpc>
                <a:spcPct val="100000"/>
              </a:lnSpc>
              <a:spcBef>
                <a:spcPts val="0"/>
              </a:spcBef>
              <a:spcAft>
                <a:spcPts val="0"/>
              </a:spcAft>
              <a:buClr>
                <a:schemeClr val="dk1"/>
              </a:buClr>
              <a:buSzPts val="2200"/>
              <a:buFont typeface="Quantico"/>
              <a:buNone/>
              <a:defRPr sz="2200">
                <a:solidFill>
                  <a:schemeClr val="dk1"/>
                </a:solidFill>
                <a:latin typeface="Quantico"/>
                <a:ea typeface="Quantico"/>
                <a:cs typeface="Quantico"/>
                <a:sym typeface="Quantico"/>
              </a:defRPr>
            </a:lvl2pPr>
            <a:lvl3pPr lvl="2" algn="ctr" rtl="0">
              <a:lnSpc>
                <a:spcPct val="100000"/>
              </a:lnSpc>
              <a:spcBef>
                <a:spcPts val="0"/>
              </a:spcBef>
              <a:spcAft>
                <a:spcPts val="0"/>
              </a:spcAft>
              <a:buClr>
                <a:schemeClr val="dk1"/>
              </a:buClr>
              <a:buSzPts val="2200"/>
              <a:buFont typeface="Quantico"/>
              <a:buNone/>
              <a:defRPr sz="2200">
                <a:solidFill>
                  <a:schemeClr val="dk1"/>
                </a:solidFill>
                <a:latin typeface="Quantico"/>
                <a:ea typeface="Quantico"/>
                <a:cs typeface="Quantico"/>
                <a:sym typeface="Quantico"/>
              </a:defRPr>
            </a:lvl3pPr>
            <a:lvl4pPr lvl="3" algn="ctr" rtl="0">
              <a:lnSpc>
                <a:spcPct val="100000"/>
              </a:lnSpc>
              <a:spcBef>
                <a:spcPts val="0"/>
              </a:spcBef>
              <a:spcAft>
                <a:spcPts val="0"/>
              </a:spcAft>
              <a:buClr>
                <a:schemeClr val="dk1"/>
              </a:buClr>
              <a:buSzPts val="2200"/>
              <a:buFont typeface="Quantico"/>
              <a:buNone/>
              <a:defRPr sz="2200">
                <a:solidFill>
                  <a:schemeClr val="dk1"/>
                </a:solidFill>
                <a:latin typeface="Quantico"/>
                <a:ea typeface="Quantico"/>
                <a:cs typeface="Quantico"/>
                <a:sym typeface="Quantico"/>
              </a:defRPr>
            </a:lvl4pPr>
            <a:lvl5pPr lvl="4" algn="ctr" rtl="0">
              <a:lnSpc>
                <a:spcPct val="100000"/>
              </a:lnSpc>
              <a:spcBef>
                <a:spcPts val="0"/>
              </a:spcBef>
              <a:spcAft>
                <a:spcPts val="0"/>
              </a:spcAft>
              <a:buClr>
                <a:schemeClr val="dk1"/>
              </a:buClr>
              <a:buSzPts val="2200"/>
              <a:buFont typeface="Quantico"/>
              <a:buNone/>
              <a:defRPr sz="2200">
                <a:solidFill>
                  <a:schemeClr val="dk1"/>
                </a:solidFill>
                <a:latin typeface="Quantico"/>
                <a:ea typeface="Quantico"/>
                <a:cs typeface="Quantico"/>
                <a:sym typeface="Quantico"/>
              </a:defRPr>
            </a:lvl5pPr>
            <a:lvl6pPr lvl="5" algn="ctr" rtl="0">
              <a:lnSpc>
                <a:spcPct val="100000"/>
              </a:lnSpc>
              <a:spcBef>
                <a:spcPts val="0"/>
              </a:spcBef>
              <a:spcAft>
                <a:spcPts val="0"/>
              </a:spcAft>
              <a:buClr>
                <a:schemeClr val="dk1"/>
              </a:buClr>
              <a:buSzPts val="2200"/>
              <a:buFont typeface="Quantico"/>
              <a:buNone/>
              <a:defRPr sz="2200">
                <a:solidFill>
                  <a:schemeClr val="dk1"/>
                </a:solidFill>
                <a:latin typeface="Quantico"/>
                <a:ea typeface="Quantico"/>
                <a:cs typeface="Quantico"/>
                <a:sym typeface="Quantico"/>
              </a:defRPr>
            </a:lvl6pPr>
            <a:lvl7pPr lvl="6" algn="ctr" rtl="0">
              <a:lnSpc>
                <a:spcPct val="100000"/>
              </a:lnSpc>
              <a:spcBef>
                <a:spcPts val="0"/>
              </a:spcBef>
              <a:spcAft>
                <a:spcPts val="0"/>
              </a:spcAft>
              <a:buClr>
                <a:schemeClr val="dk1"/>
              </a:buClr>
              <a:buSzPts val="2200"/>
              <a:buFont typeface="Quantico"/>
              <a:buNone/>
              <a:defRPr sz="2200">
                <a:solidFill>
                  <a:schemeClr val="dk1"/>
                </a:solidFill>
                <a:latin typeface="Quantico"/>
                <a:ea typeface="Quantico"/>
                <a:cs typeface="Quantico"/>
                <a:sym typeface="Quantico"/>
              </a:defRPr>
            </a:lvl7pPr>
            <a:lvl8pPr lvl="7" algn="ctr" rtl="0">
              <a:lnSpc>
                <a:spcPct val="100000"/>
              </a:lnSpc>
              <a:spcBef>
                <a:spcPts val="0"/>
              </a:spcBef>
              <a:spcAft>
                <a:spcPts val="0"/>
              </a:spcAft>
              <a:buClr>
                <a:schemeClr val="dk1"/>
              </a:buClr>
              <a:buSzPts val="2200"/>
              <a:buFont typeface="Quantico"/>
              <a:buNone/>
              <a:defRPr sz="2200">
                <a:solidFill>
                  <a:schemeClr val="dk1"/>
                </a:solidFill>
                <a:latin typeface="Quantico"/>
                <a:ea typeface="Quantico"/>
                <a:cs typeface="Quantico"/>
                <a:sym typeface="Quantico"/>
              </a:defRPr>
            </a:lvl8pPr>
            <a:lvl9pPr lvl="8" algn="ctr" rtl="0">
              <a:lnSpc>
                <a:spcPct val="100000"/>
              </a:lnSpc>
              <a:spcBef>
                <a:spcPts val="0"/>
              </a:spcBef>
              <a:spcAft>
                <a:spcPts val="0"/>
              </a:spcAft>
              <a:buClr>
                <a:schemeClr val="dk1"/>
              </a:buClr>
              <a:buSzPts val="2200"/>
              <a:buFont typeface="Quantico"/>
              <a:buNone/>
              <a:defRPr sz="2200">
                <a:solidFill>
                  <a:schemeClr val="dk1"/>
                </a:solidFill>
                <a:latin typeface="Quantico"/>
                <a:ea typeface="Quantico"/>
                <a:cs typeface="Quantico"/>
                <a:sym typeface="Quantico"/>
              </a:defRPr>
            </a:lvl9pPr>
          </a:lstStyle>
          <a:p>
            <a:endParaRPr/>
          </a:p>
        </p:txBody>
      </p:sp>
      <p:sp>
        <p:nvSpPr>
          <p:cNvPr id="31" name="Google Shape;31;p5"/>
          <p:cNvSpPr txBox="1">
            <a:spLocks noGrp="1"/>
          </p:cNvSpPr>
          <p:nvPr>
            <p:ph type="title"/>
          </p:nvPr>
        </p:nvSpPr>
        <p:spPr>
          <a:xfrm>
            <a:off x="719988" y="459128"/>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32" name="Google Shape;32;p5"/>
          <p:cNvSpPr txBox="1"/>
          <p:nvPr/>
        </p:nvSpPr>
        <p:spPr>
          <a:xfrm>
            <a:off x="344300" y="4753684"/>
            <a:ext cx="8478600" cy="180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720000" y="539500"/>
            <a:ext cx="7704000" cy="5760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5"/>
        <p:cNvGrpSpPr/>
        <p:nvPr/>
      </p:nvGrpSpPr>
      <p:grpSpPr>
        <a:xfrm>
          <a:off x="0" y="0"/>
          <a:ext cx="0" cy="0"/>
          <a:chOff x="0" y="0"/>
          <a:chExt cx="0" cy="0"/>
        </a:xfrm>
      </p:grpSpPr>
      <p:grpSp>
        <p:nvGrpSpPr>
          <p:cNvPr id="36" name="Google Shape;36;p7"/>
          <p:cNvGrpSpPr/>
          <p:nvPr/>
        </p:nvGrpSpPr>
        <p:grpSpPr>
          <a:xfrm>
            <a:off x="396500" y="170424"/>
            <a:ext cx="8360126" cy="4398447"/>
            <a:chOff x="1054783" y="1029605"/>
            <a:chExt cx="7587010" cy="3902100"/>
          </a:xfrm>
        </p:grpSpPr>
        <p:sp>
          <p:nvSpPr>
            <p:cNvPr id="37" name="Google Shape;37;p7"/>
            <p:cNvSpPr/>
            <p:nvPr/>
          </p:nvSpPr>
          <p:spPr>
            <a:xfrm>
              <a:off x="1054793" y="1029605"/>
              <a:ext cx="7587000" cy="39021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7"/>
            <p:cNvSpPr/>
            <p:nvPr/>
          </p:nvSpPr>
          <p:spPr>
            <a:xfrm>
              <a:off x="1054783" y="1029605"/>
              <a:ext cx="7587000" cy="2262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 name="Google Shape;39;p7"/>
          <p:cNvSpPr txBox="1">
            <a:spLocks noGrp="1"/>
          </p:cNvSpPr>
          <p:nvPr>
            <p:ph type="title"/>
          </p:nvPr>
        </p:nvSpPr>
        <p:spPr>
          <a:xfrm>
            <a:off x="720000" y="475500"/>
            <a:ext cx="7704000" cy="557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sz="3200"/>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40" name="Google Shape;40;p7"/>
          <p:cNvSpPr txBox="1">
            <a:spLocks noGrp="1"/>
          </p:cNvSpPr>
          <p:nvPr>
            <p:ph type="body" idx="1"/>
          </p:nvPr>
        </p:nvSpPr>
        <p:spPr>
          <a:xfrm>
            <a:off x="720000" y="1244275"/>
            <a:ext cx="3692400" cy="29556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Clr>
                <a:schemeClr val="accent4"/>
              </a:buClr>
              <a:buSzPts val="1200"/>
              <a:buAutoNum type="arabicPeriod"/>
              <a:defRPr/>
            </a:lvl1pPr>
            <a:lvl2pPr marL="914400" lvl="1" indent="-304800" rtl="0">
              <a:spcBef>
                <a:spcPts val="0"/>
              </a:spcBef>
              <a:spcAft>
                <a:spcPts val="0"/>
              </a:spcAft>
              <a:buClr>
                <a:srgbClr val="E76A28"/>
              </a:buClr>
              <a:buSzPts val="1200"/>
              <a:buFont typeface="Nunito Light"/>
              <a:buAutoNum type="alphaLcPeriod"/>
              <a:defRPr/>
            </a:lvl2pPr>
            <a:lvl3pPr marL="1371600" lvl="2" indent="-304800" rtl="0">
              <a:spcBef>
                <a:spcPts val="0"/>
              </a:spcBef>
              <a:spcAft>
                <a:spcPts val="0"/>
              </a:spcAft>
              <a:buClr>
                <a:srgbClr val="E76A28"/>
              </a:buClr>
              <a:buSzPts val="1200"/>
              <a:buFont typeface="Nunito Light"/>
              <a:buAutoNum type="romanLcPeriod"/>
              <a:defRPr/>
            </a:lvl3pPr>
            <a:lvl4pPr marL="1828800" lvl="3" indent="-304800" rtl="0">
              <a:spcBef>
                <a:spcPts val="0"/>
              </a:spcBef>
              <a:spcAft>
                <a:spcPts val="0"/>
              </a:spcAft>
              <a:buClr>
                <a:srgbClr val="E76A28"/>
              </a:buClr>
              <a:buSzPts val="1200"/>
              <a:buFont typeface="Nunito Light"/>
              <a:buAutoNum type="arabicPeriod"/>
              <a:defRPr/>
            </a:lvl4pPr>
            <a:lvl5pPr marL="2286000" lvl="4" indent="-304800" rtl="0">
              <a:spcBef>
                <a:spcPts val="0"/>
              </a:spcBef>
              <a:spcAft>
                <a:spcPts val="0"/>
              </a:spcAft>
              <a:buClr>
                <a:srgbClr val="E76A28"/>
              </a:buClr>
              <a:buSzPts val="1200"/>
              <a:buFont typeface="Nunito Light"/>
              <a:buAutoNum type="alphaLcPeriod"/>
              <a:defRPr/>
            </a:lvl5pPr>
            <a:lvl6pPr marL="2743200" lvl="5" indent="-304800" rtl="0">
              <a:spcBef>
                <a:spcPts val="0"/>
              </a:spcBef>
              <a:spcAft>
                <a:spcPts val="0"/>
              </a:spcAft>
              <a:buClr>
                <a:srgbClr val="999999"/>
              </a:buClr>
              <a:buSzPts val="1200"/>
              <a:buFont typeface="Nunito Light"/>
              <a:buAutoNum type="romanLcPeriod"/>
              <a:defRPr/>
            </a:lvl6pPr>
            <a:lvl7pPr marL="3200400" lvl="6" indent="-304800" rtl="0">
              <a:spcBef>
                <a:spcPts val="0"/>
              </a:spcBef>
              <a:spcAft>
                <a:spcPts val="0"/>
              </a:spcAft>
              <a:buClr>
                <a:srgbClr val="999999"/>
              </a:buClr>
              <a:buSzPts val="1200"/>
              <a:buFont typeface="Nunito Light"/>
              <a:buAutoNum type="arabicPeriod"/>
              <a:defRPr/>
            </a:lvl7pPr>
            <a:lvl8pPr marL="3657600" lvl="7" indent="-304800" rtl="0">
              <a:spcBef>
                <a:spcPts val="0"/>
              </a:spcBef>
              <a:spcAft>
                <a:spcPts val="0"/>
              </a:spcAft>
              <a:buClr>
                <a:srgbClr val="999999"/>
              </a:buClr>
              <a:buSzPts val="1200"/>
              <a:buFont typeface="Nunito Light"/>
              <a:buAutoNum type="alphaLcPeriod"/>
              <a:defRPr/>
            </a:lvl8pPr>
            <a:lvl9pPr marL="4114800" lvl="8" indent="-304800" rtl="0">
              <a:spcBef>
                <a:spcPts val="0"/>
              </a:spcBef>
              <a:spcAft>
                <a:spcPts val="0"/>
              </a:spcAft>
              <a:buClr>
                <a:srgbClr val="999999"/>
              </a:buClr>
              <a:buSzPts val="1200"/>
              <a:buFont typeface="Nunito Light"/>
              <a:buAutoNum type="romanLcPeriod"/>
              <a:defRPr/>
            </a:lvl9pPr>
          </a:lstStyle>
          <a:p>
            <a:endParaRPr/>
          </a:p>
        </p:txBody>
      </p:sp>
      <p:sp>
        <p:nvSpPr>
          <p:cNvPr id="41" name="Google Shape;41;p7"/>
          <p:cNvSpPr txBox="1"/>
          <p:nvPr/>
        </p:nvSpPr>
        <p:spPr>
          <a:xfrm>
            <a:off x="344300" y="4753684"/>
            <a:ext cx="8478600" cy="180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2"/>
        <p:cNvGrpSpPr/>
        <p:nvPr/>
      </p:nvGrpSpPr>
      <p:grpSpPr>
        <a:xfrm>
          <a:off x="0" y="0"/>
          <a:ext cx="0" cy="0"/>
          <a:chOff x="0" y="0"/>
          <a:chExt cx="0" cy="0"/>
        </a:xfrm>
      </p:grpSpPr>
      <p:grpSp>
        <p:nvGrpSpPr>
          <p:cNvPr id="43" name="Google Shape;43;p8"/>
          <p:cNvGrpSpPr/>
          <p:nvPr/>
        </p:nvGrpSpPr>
        <p:grpSpPr>
          <a:xfrm>
            <a:off x="396500" y="170424"/>
            <a:ext cx="8360126" cy="4398447"/>
            <a:chOff x="1054783" y="1029605"/>
            <a:chExt cx="7587010" cy="3902100"/>
          </a:xfrm>
        </p:grpSpPr>
        <p:sp>
          <p:nvSpPr>
            <p:cNvPr id="44" name="Google Shape;44;p8"/>
            <p:cNvSpPr/>
            <p:nvPr/>
          </p:nvSpPr>
          <p:spPr>
            <a:xfrm>
              <a:off x="1054793" y="1029605"/>
              <a:ext cx="7587000" cy="39021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8"/>
            <p:cNvSpPr/>
            <p:nvPr/>
          </p:nvSpPr>
          <p:spPr>
            <a:xfrm>
              <a:off x="1054783" y="1029605"/>
              <a:ext cx="7587000" cy="2262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 name="Google Shape;46;p8"/>
          <p:cNvSpPr txBox="1"/>
          <p:nvPr/>
        </p:nvSpPr>
        <p:spPr>
          <a:xfrm>
            <a:off x="344300" y="4753684"/>
            <a:ext cx="8478600" cy="180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
        <p:nvSpPr>
          <p:cNvPr id="47" name="Google Shape;47;p8"/>
          <p:cNvSpPr txBox="1">
            <a:spLocks noGrp="1"/>
          </p:cNvSpPr>
          <p:nvPr>
            <p:ph type="title"/>
          </p:nvPr>
        </p:nvSpPr>
        <p:spPr>
          <a:xfrm>
            <a:off x="2801700" y="1918054"/>
            <a:ext cx="5622300" cy="24732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8"/>
        <p:cNvGrpSpPr/>
        <p:nvPr/>
      </p:nvGrpSpPr>
      <p:grpSpPr>
        <a:xfrm>
          <a:off x="0" y="0"/>
          <a:ext cx="0" cy="0"/>
          <a:chOff x="0" y="0"/>
          <a:chExt cx="0" cy="0"/>
        </a:xfrm>
      </p:grpSpPr>
      <p:grpSp>
        <p:nvGrpSpPr>
          <p:cNvPr id="49" name="Google Shape;49;p9"/>
          <p:cNvGrpSpPr/>
          <p:nvPr/>
        </p:nvGrpSpPr>
        <p:grpSpPr>
          <a:xfrm>
            <a:off x="396500" y="170424"/>
            <a:ext cx="8360126" cy="4398447"/>
            <a:chOff x="1054783" y="1029605"/>
            <a:chExt cx="7587010" cy="3902100"/>
          </a:xfrm>
        </p:grpSpPr>
        <p:sp>
          <p:nvSpPr>
            <p:cNvPr id="50" name="Google Shape;50;p9"/>
            <p:cNvSpPr/>
            <p:nvPr/>
          </p:nvSpPr>
          <p:spPr>
            <a:xfrm>
              <a:off x="1054793" y="1029605"/>
              <a:ext cx="7587000" cy="39021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9"/>
            <p:cNvSpPr/>
            <p:nvPr/>
          </p:nvSpPr>
          <p:spPr>
            <a:xfrm>
              <a:off x="1054783" y="1029605"/>
              <a:ext cx="7587000" cy="2262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9"/>
          <p:cNvSpPr txBox="1"/>
          <p:nvPr/>
        </p:nvSpPr>
        <p:spPr>
          <a:xfrm>
            <a:off x="344300" y="4753684"/>
            <a:ext cx="8478600" cy="180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
        <p:nvSpPr>
          <p:cNvPr id="53" name="Google Shape;53;p9"/>
          <p:cNvSpPr txBox="1">
            <a:spLocks noGrp="1"/>
          </p:cNvSpPr>
          <p:nvPr>
            <p:ph type="title"/>
          </p:nvPr>
        </p:nvSpPr>
        <p:spPr>
          <a:xfrm rot="515">
            <a:off x="2406900" y="1623064"/>
            <a:ext cx="6006600" cy="6030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600"/>
              <a:buNone/>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54" name="Google Shape;54;p9"/>
          <p:cNvSpPr txBox="1">
            <a:spLocks noGrp="1"/>
          </p:cNvSpPr>
          <p:nvPr>
            <p:ph type="subTitle" idx="1"/>
          </p:nvPr>
        </p:nvSpPr>
        <p:spPr>
          <a:xfrm>
            <a:off x="3658200" y="2303046"/>
            <a:ext cx="4755300" cy="1472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grpSp>
        <p:nvGrpSpPr>
          <p:cNvPr id="56" name="Google Shape;56;p10"/>
          <p:cNvGrpSpPr/>
          <p:nvPr/>
        </p:nvGrpSpPr>
        <p:grpSpPr>
          <a:xfrm>
            <a:off x="396500" y="170424"/>
            <a:ext cx="8360126" cy="4398447"/>
            <a:chOff x="1054783" y="1029605"/>
            <a:chExt cx="7587010" cy="3902100"/>
          </a:xfrm>
        </p:grpSpPr>
        <p:sp>
          <p:nvSpPr>
            <p:cNvPr id="57" name="Google Shape;57;p10"/>
            <p:cNvSpPr/>
            <p:nvPr/>
          </p:nvSpPr>
          <p:spPr>
            <a:xfrm>
              <a:off x="1054793" y="1029605"/>
              <a:ext cx="7587000" cy="39021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10"/>
            <p:cNvSpPr/>
            <p:nvPr/>
          </p:nvSpPr>
          <p:spPr>
            <a:xfrm>
              <a:off x="1054783" y="1029605"/>
              <a:ext cx="7587000" cy="2262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10"/>
          <p:cNvSpPr txBox="1"/>
          <p:nvPr/>
        </p:nvSpPr>
        <p:spPr>
          <a:xfrm>
            <a:off x="344300" y="4753684"/>
            <a:ext cx="8478600" cy="180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
        <p:nvSpPr>
          <p:cNvPr id="60" name="Google Shape;60;p10"/>
          <p:cNvSpPr txBox="1">
            <a:spLocks noGrp="1"/>
          </p:cNvSpPr>
          <p:nvPr>
            <p:ph type="title"/>
          </p:nvPr>
        </p:nvSpPr>
        <p:spPr>
          <a:xfrm>
            <a:off x="720000" y="2233875"/>
            <a:ext cx="7704000" cy="6153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300"/>
              <a:buNone/>
              <a:defRPr/>
            </a:lvl1pPr>
            <a:lvl2pPr lvl="1" algn="ctr" rtl="0">
              <a:spcBef>
                <a:spcPts val="0"/>
              </a:spcBef>
              <a:spcAft>
                <a:spcPts val="0"/>
              </a:spcAft>
              <a:buSzPts val="3300"/>
              <a:buNone/>
              <a:defRPr/>
            </a:lvl2pPr>
            <a:lvl3pPr lvl="2" algn="ctr" rtl="0">
              <a:spcBef>
                <a:spcPts val="0"/>
              </a:spcBef>
              <a:spcAft>
                <a:spcPts val="0"/>
              </a:spcAft>
              <a:buSzPts val="3300"/>
              <a:buNone/>
              <a:defRPr/>
            </a:lvl3pPr>
            <a:lvl4pPr lvl="3" algn="ctr" rtl="0">
              <a:spcBef>
                <a:spcPts val="0"/>
              </a:spcBef>
              <a:spcAft>
                <a:spcPts val="0"/>
              </a:spcAft>
              <a:buSzPts val="3300"/>
              <a:buNone/>
              <a:defRPr/>
            </a:lvl4pPr>
            <a:lvl5pPr lvl="4" algn="ctr" rtl="0">
              <a:spcBef>
                <a:spcPts val="0"/>
              </a:spcBef>
              <a:spcAft>
                <a:spcPts val="0"/>
              </a:spcAft>
              <a:buSzPts val="3300"/>
              <a:buNone/>
              <a:defRPr/>
            </a:lvl5pPr>
            <a:lvl6pPr lvl="5" algn="ctr" rtl="0">
              <a:spcBef>
                <a:spcPts val="0"/>
              </a:spcBef>
              <a:spcAft>
                <a:spcPts val="0"/>
              </a:spcAft>
              <a:buSzPts val="3300"/>
              <a:buNone/>
              <a:defRPr/>
            </a:lvl6pPr>
            <a:lvl7pPr lvl="6" algn="ctr" rtl="0">
              <a:spcBef>
                <a:spcPts val="0"/>
              </a:spcBef>
              <a:spcAft>
                <a:spcPts val="0"/>
              </a:spcAft>
              <a:buSzPts val="3300"/>
              <a:buNone/>
              <a:defRPr/>
            </a:lvl7pPr>
            <a:lvl8pPr lvl="7" algn="ctr" rtl="0">
              <a:spcBef>
                <a:spcPts val="0"/>
              </a:spcBef>
              <a:spcAft>
                <a:spcPts val="0"/>
              </a:spcAft>
              <a:buSzPts val="3300"/>
              <a:buNone/>
              <a:defRPr/>
            </a:lvl8pPr>
            <a:lvl9pPr lvl="8" algn="ctr" rtl="0">
              <a:spcBef>
                <a:spcPts val="0"/>
              </a:spcBef>
              <a:spcAft>
                <a:spcPts val="0"/>
              </a:spcAft>
              <a:buSzPts val="33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1"/>
        <p:cNvGrpSpPr/>
        <p:nvPr/>
      </p:nvGrpSpPr>
      <p:grpSpPr>
        <a:xfrm>
          <a:off x="0" y="0"/>
          <a:ext cx="0" cy="0"/>
          <a:chOff x="0" y="0"/>
          <a:chExt cx="0" cy="0"/>
        </a:xfrm>
      </p:grpSpPr>
      <p:sp>
        <p:nvSpPr>
          <p:cNvPr id="62" name="Google Shape;62;p11"/>
          <p:cNvSpPr txBox="1">
            <a:spLocks noGrp="1"/>
          </p:cNvSpPr>
          <p:nvPr>
            <p:ph type="title" hasCustomPrompt="1"/>
          </p:nvPr>
        </p:nvSpPr>
        <p:spPr>
          <a:xfrm>
            <a:off x="3030250" y="1291525"/>
            <a:ext cx="4711500" cy="1198200"/>
          </a:xfrm>
          <a:prstGeom prst="rect">
            <a:avLst/>
          </a:prstGeom>
        </p:spPr>
        <p:txBody>
          <a:bodyPr spcFirstLastPara="1" wrap="square" lIns="91425" tIns="91425" rIns="91425" bIns="91425" anchor="b" anchorCtr="0">
            <a:noAutofit/>
          </a:bodyPr>
          <a:lstStyle>
            <a:lvl1pPr lvl="0" rtl="0">
              <a:spcBef>
                <a:spcPts val="0"/>
              </a:spcBef>
              <a:spcAft>
                <a:spcPts val="0"/>
              </a:spcAft>
              <a:buSzPts val="6000"/>
              <a:buNone/>
              <a:defRPr sz="6000"/>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63" name="Google Shape;63;p11"/>
          <p:cNvSpPr txBox="1">
            <a:spLocks noGrp="1"/>
          </p:cNvSpPr>
          <p:nvPr>
            <p:ph type="subTitle" idx="1"/>
          </p:nvPr>
        </p:nvSpPr>
        <p:spPr>
          <a:xfrm>
            <a:off x="4173275" y="3581850"/>
            <a:ext cx="3169800" cy="67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500"/>
              <a:buNone/>
              <a:defRPr sz="1500"/>
            </a:lvl1pPr>
            <a:lvl2pPr lvl="1" algn="ctr" rtl="0">
              <a:lnSpc>
                <a:spcPct val="100000"/>
              </a:lnSpc>
              <a:spcBef>
                <a:spcPts val="0"/>
              </a:spcBef>
              <a:spcAft>
                <a:spcPts val="0"/>
              </a:spcAft>
              <a:buSzPts val="1500"/>
              <a:buNone/>
              <a:defRPr sz="1500"/>
            </a:lvl2pPr>
            <a:lvl3pPr lvl="2" algn="ctr" rtl="0">
              <a:lnSpc>
                <a:spcPct val="100000"/>
              </a:lnSpc>
              <a:spcBef>
                <a:spcPts val="0"/>
              </a:spcBef>
              <a:spcAft>
                <a:spcPts val="0"/>
              </a:spcAft>
              <a:buSzPts val="1500"/>
              <a:buNone/>
              <a:defRPr sz="1500"/>
            </a:lvl3pPr>
            <a:lvl4pPr lvl="3" algn="ctr" rtl="0">
              <a:lnSpc>
                <a:spcPct val="100000"/>
              </a:lnSpc>
              <a:spcBef>
                <a:spcPts val="0"/>
              </a:spcBef>
              <a:spcAft>
                <a:spcPts val="0"/>
              </a:spcAft>
              <a:buSzPts val="1500"/>
              <a:buNone/>
              <a:defRPr sz="1500"/>
            </a:lvl4pPr>
            <a:lvl5pPr lvl="4" algn="ctr" rtl="0">
              <a:lnSpc>
                <a:spcPct val="100000"/>
              </a:lnSpc>
              <a:spcBef>
                <a:spcPts val="0"/>
              </a:spcBef>
              <a:spcAft>
                <a:spcPts val="0"/>
              </a:spcAft>
              <a:buSzPts val="1500"/>
              <a:buNone/>
              <a:defRPr sz="1500"/>
            </a:lvl5pPr>
            <a:lvl6pPr lvl="5" algn="ctr" rtl="0">
              <a:lnSpc>
                <a:spcPct val="100000"/>
              </a:lnSpc>
              <a:spcBef>
                <a:spcPts val="0"/>
              </a:spcBef>
              <a:spcAft>
                <a:spcPts val="0"/>
              </a:spcAft>
              <a:buSzPts val="1500"/>
              <a:buNone/>
              <a:defRPr sz="1500"/>
            </a:lvl6pPr>
            <a:lvl7pPr lvl="6" algn="ctr" rtl="0">
              <a:lnSpc>
                <a:spcPct val="100000"/>
              </a:lnSpc>
              <a:spcBef>
                <a:spcPts val="0"/>
              </a:spcBef>
              <a:spcAft>
                <a:spcPts val="0"/>
              </a:spcAft>
              <a:buSzPts val="1500"/>
              <a:buNone/>
              <a:defRPr sz="1500"/>
            </a:lvl7pPr>
            <a:lvl8pPr lvl="7" algn="ctr" rtl="0">
              <a:lnSpc>
                <a:spcPct val="100000"/>
              </a:lnSpc>
              <a:spcBef>
                <a:spcPts val="0"/>
              </a:spcBef>
              <a:spcAft>
                <a:spcPts val="0"/>
              </a:spcAft>
              <a:buSzPts val="1500"/>
              <a:buNone/>
              <a:defRPr sz="1500"/>
            </a:lvl8pPr>
            <a:lvl9pPr lvl="8" algn="ctr" rtl="0">
              <a:lnSpc>
                <a:spcPct val="100000"/>
              </a:lnSpc>
              <a:spcBef>
                <a:spcPts val="0"/>
              </a:spcBef>
              <a:spcAft>
                <a:spcPts val="0"/>
              </a:spcAft>
              <a:buSzPts val="1500"/>
              <a:buNone/>
              <a:defRPr sz="1500"/>
            </a:lvl9pPr>
          </a:lstStyle>
          <a:p>
            <a:endParaRPr/>
          </a:p>
        </p:txBody>
      </p:sp>
      <p:sp>
        <p:nvSpPr>
          <p:cNvPr id="64" name="Google Shape;64;p11"/>
          <p:cNvSpPr txBox="1"/>
          <p:nvPr/>
        </p:nvSpPr>
        <p:spPr>
          <a:xfrm>
            <a:off x="344300" y="4753684"/>
            <a:ext cx="8478600" cy="180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
        <p:nvSpPr>
          <p:cNvPr id="65" name="Google Shape;65;p11"/>
          <p:cNvSpPr/>
          <p:nvPr/>
        </p:nvSpPr>
        <p:spPr>
          <a:xfrm>
            <a:off x="11575" y="0"/>
            <a:ext cx="3048600" cy="414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1"/>
          <p:cNvSpPr/>
          <p:nvPr/>
        </p:nvSpPr>
        <p:spPr>
          <a:xfrm>
            <a:off x="3059300" y="0"/>
            <a:ext cx="6084600" cy="4149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67"/>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_alt3">
  <p:cSld name="TITLE_AND_BODY_1">
    <p:spTree>
      <p:nvGrpSpPr>
        <p:cNvPr id="1" name="Shape 68"/>
        <p:cNvGrpSpPr/>
        <p:nvPr/>
      </p:nvGrpSpPr>
      <p:grpSpPr>
        <a:xfrm>
          <a:off x="0" y="0"/>
          <a:ext cx="0" cy="0"/>
          <a:chOff x="0" y="0"/>
          <a:chExt cx="0" cy="0"/>
        </a:xfrm>
      </p:grpSpPr>
      <p:pic>
        <p:nvPicPr>
          <p:cNvPr id="69" name="Google Shape;69;p13" descr="offset_comp_343059.jpg"/>
          <p:cNvPicPr preferRelativeResize="0"/>
          <p:nvPr/>
        </p:nvPicPr>
        <p:blipFill rotWithShape="1">
          <a:blip r:embed="rId2">
            <a:alphaModFix amt="80000"/>
          </a:blip>
          <a:srcRect l="30474" t="11955" r="30474" b="25870"/>
          <a:stretch/>
        </p:blipFill>
        <p:spPr>
          <a:xfrm rot="-5400000">
            <a:off x="113630" y="-105700"/>
            <a:ext cx="5142300" cy="5364300"/>
          </a:xfrm>
          <a:prstGeom prst="diagStripe">
            <a:avLst>
              <a:gd name="adj" fmla="val 50343"/>
            </a:avLst>
          </a:prstGeom>
          <a:noFill/>
          <a:ln>
            <a:noFill/>
          </a:ln>
        </p:spPr>
      </p:pic>
      <p:sp>
        <p:nvSpPr>
          <p:cNvPr id="70" name="Google Shape;70;p13"/>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71" name="Google Shape;71;p13"/>
          <p:cNvSpPr txBox="1">
            <a:spLocks noGrp="1"/>
          </p:cNvSpPr>
          <p:nvPr>
            <p:ph type="body" idx="1"/>
          </p:nvPr>
        </p:nvSpPr>
        <p:spPr>
          <a:xfrm>
            <a:off x="4018025" y="1567550"/>
            <a:ext cx="4318500" cy="17667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Clr>
                <a:schemeClr val="dk2"/>
              </a:buClr>
              <a:buSzPts val="1200"/>
              <a:buChar char="●"/>
              <a:defRPr>
                <a:solidFill>
                  <a:schemeClr val="dk2"/>
                </a:solidFill>
              </a:defRPr>
            </a:lvl1pPr>
            <a:lvl2pPr marL="914400" lvl="1" indent="-304800" rtl="0">
              <a:spcBef>
                <a:spcPts val="0"/>
              </a:spcBef>
              <a:spcAft>
                <a:spcPts val="0"/>
              </a:spcAft>
              <a:buClr>
                <a:schemeClr val="dk2"/>
              </a:buClr>
              <a:buSzPts val="1200"/>
              <a:buChar char="○"/>
              <a:defRPr>
                <a:solidFill>
                  <a:schemeClr val="dk2"/>
                </a:solidFill>
              </a:defRPr>
            </a:lvl2pPr>
            <a:lvl3pPr marL="1371600" lvl="2" indent="-304800" rtl="0">
              <a:spcBef>
                <a:spcPts val="0"/>
              </a:spcBef>
              <a:spcAft>
                <a:spcPts val="0"/>
              </a:spcAft>
              <a:buClr>
                <a:schemeClr val="dk2"/>
              </a:buClr>
              <a:buSzPts val="1200"/>
              <a:buChar char="■"/>
              <a:defRPr>
                <a:solidFill>
                  <a:schemeClr val="dk2"/>
                </a:solidFill>
              </a:defRPr>
            </a:lvl3pPr>
            <a:lvl4pPr marL="1828800" lvl="3" indent="-304800" rtl="0">
              <a:spcBef>
                <a:spcPts val="0"/>
              </a:spcBef>
              <a:spcAft>
                <a:spcPts val="0"/>
              </a:spcAft>
              <a:buClr>
                <a:schemeClr val="dk2"/>
              </a:buClr>
              <a:buSzPts val="1200"/>
              <a:buChar char="●"/>
              <a:defRPr>
                <a:solidFill>
                  <a:schemeClr val="dk2"/>
                </a:solidFill>
              </a:defRPr>
            </a:lvl4pPr>
            <a:lvl5pPr marL="2286000" lvl="4" indent="-304800" rtl="0">
              <a:spcBef>
                <a:spcPts val="0"/>
              </a:spcBef>
              <a:spcAft>
                <a:spcPts val="0"/>
              </a:spcAft>
              <a:buClr>
                <a:schemeClr val="dk2"/>
              </a:buClr>
              <a:buSzPts val="1200"/>
              <a:buChar char="○"/>
              <a:defRPr>
                <a:solidFill>
                  <a:schemeClr val="dk2"/>
                </a:solidFill>
              </a:defRPr>
            </a:lvl5pPr>
            <a:lvl6pPr marL="2743200" lvl="5" indent="-304800" rtl="0">
              <a:spcBef>
                <a:spcPts val="0"/>
              </a:spcBef>
              <a:spcAft>
                <a:spcPts val="0"/>
              </a:spcAft>
              <a:buClr>
                <a:schemeClr val="dk2"/>
              </a:buClr>
              <a:buSzPts val="1200"/>
              <a:buChar char="■"/>
              <a:defRPr>
                <a:solidFill>
                  <a:schemeClr val="dk2"/>
                </a:solidFill>
              </a:defRPr>
            </a:lvl6pPr>
            <a:lvl7pPr marL="3200400" lvl="6" indent="-304800" rtl="0">
              <a:spcBef>
                <a:spcPts val="0"/>
              </a:spcBef>
              <a:spcAft>
                <a:spcPts val="0"/>
              </a:spcAft>
              <a:buClr>
                <a:schemeClr val="dk2"/>
              </a:buClr>
              <a:buSzPts val="1200"/>
              <a:buChar char="●"/>
              <a:defRPr>
                <a:solidFill>
                  <a:schemeClr val="dk2"/>
                </a:solidFill>
              </a:defRPr>
            </a:lvl7pPr>
            <a:lvl8pPr marL="3657600" lvl="7" indent="-304800" rtl="0">
              <a:spcBef>
                <a:spcPts val="0"/>
              </a:spcBef>
              <a:spcAft>
                <a:spcPts val="0"/>
              </a:spcAft>
              <a:buClr>
                <a:schemeClr val="dk2"/>
              </a:buClr>
              <a:buSzPts val="1200"/>
              <a:buChar char="○"/>
              <a:defRPr>
                <a:solidFill>
                  <a:schemeClr val="dk2"/>
                </a:solidFill>
              </a:defRPr>
            </a:lvl8pPr>
            <a:lvl9pPr marL="4114800" lvl="8" indent="-304800" rtl="0">
              <a:spcBef>
                <a:spcPts val="0"/>
              </a:spcBef>
              <a:spcAft>
                <a:spcPts val="0"/>
              </a:spcAft>
              <a:buClr>
                <a:schemeClr val="dk2"/>
              </a:buClr>
              <a:buSzPts val="1200"/>
              <a:buChar char="■"/>
              <a:defRPr>
                <a:solidFill>
                  <a:schemeClr val="dk2"/>
                </a:solidFill>
              </a:defRPr>
            </a:lvl9pPr>
          </a:lstStyle>
          <a:p>
            <a:endParaRPr/>
          </a:p>
        </p:txBody>
      </p:sp>
      <p:sp>
        <p:nvSpPr>
          <p:cNvPr id="72" name="Google Shape;72;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‹Nº›</a:t>
            </a:fld>
            <a:endParaRPr/>
          </a:p>
        </p:txBody>
      </p:sp>
      <p:sp>
        <p:nvSpPr>
          <p:cNvPr id="73" name="Google Shape;73;p13">
            <a:hlinkClick r:id=""/>
          </p:cNvPr>
          <p:cNvSpPr/>
          <p:nvPr/>
        </p:nvSpPr>
        <p:spPr>
          <a:xfrm>
            <a:off x="0" y="0"/>
            <a:ext cx="632700" cy="588600"/>
          </a:xfrm>
          <a:prstGeom prst="rect">
            <a:avLst/>
          </a:prstGeom>
          <a:solidFill>
            <a:srgbClr val="1B21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3">
            <a:hlinkClick r:id=""/>
          </p:cNvPr>
          <p:cNvSpPr/>
          <p:nvPr/>
        </p:nvSpPr>
        <p:spPr>
          <a:xfrm>
            <a:off x="212050" y="221751"/>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3">
            <a:hlinkClick r:id=""/>
          </p:cNvPr>
          <p:cNvSpPr/>
          <p:nvPr/>
        </p:nvSpPr>
        <p:spPr>
          <a:xfrm>
            <a:off x="212050" y="284225"/>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3">
            <a:hlinkClick r:id=""/>
          </p:cNvPr>
          <p:cNvSpPr/>
          <p:nvPr/>
        </p:nvSpPr>
        <p:spPr>
          <a:xfrm>
            <a:off x="212050" y="346699"/>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 name="Google Shape;77;p13"/>
          <p:cNvGrpSpPr/>
          <p:nvPr/>
        </p:nvGrpSpPr>
        <p:grpSpPr>
          <a:xfrm>
            <a:off x="0" y="381001"/>
            <a:ext cx="1037850" cy="1016287"/>
            <a:chOff x="0" y="381001"/>
            <a:chExt cx="1037850" cy="1016287"/>
          </a:xfrm>
        </p:grpSpPr>
        <p:sp>
          <p:nvSpPr>
            <p:cNvPr id="78" name="Google Shape;78;p13"/>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3"/>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539500"/>
            <a:ext cx="77040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300"/>
              <a:buFont typeface="Quantico"/>
              <a:buNone/>
              <a:defRPr sz="3300">
                <a:solidFill>
                  <a:schemeClr val="dk1"/>
                </a:solidFill>
                <a:latin typeface="Quantico"/>
                <a:ea typeface="Quantico"/>
                <a:cs typeface="Quantico"/>
                <a:sym typeface="Quantico"/>
              </a:defRPr>
            </a:lvl1pPr>
            <a:lvl2pPr lvl="1">
              <a:spcBef>
                <a:spcPts val="0"/>
              </a:spcBef>
              <a:spcAft>
                <a:spcPts val="0"/>
              </a:spcAft>
              <a:buClr>
                <a:schemeClr val="dk1"/>
              </a:buClr>
              <a:buSzPts val="3300"/>
              <a:buFont typeface="Quantico"/>
              <a:buNone/>
              <a:defRPr sz="3300" b="1">
                <a:solidFill>
                  <a:schemeClr val="dk1"/>
                </a:solidFill>
                <a:latin typeface="Quantico"/>
                <a:ea typeface="Quantico"/>
                <a:cs typeface="Quantico"/>
                <a:sym typeface="Quantico"/>
              </a:defRPr>
            </a:lvl2pPr>
            <a:lvl3pPr lvl="2">
              <a:spcBef>
                <a:spcPts val="0"/>
              </a:spcBef>
              <a:spcAft>
                <a:spcPts val="0"/>
              </a:spcAft>
              <a:buClr>
                <a:schemeClr val="dk1"/>
              </a:buClr>
              <a:buSzPts val="3300"/>
              <a:buFont typeface="Quantico"/>
              <a:buNone/>
              <a:defRPr sz="3300" b="1">
                <a:solidFill>
                  <a:schemeClr val="dk1"/>
                </a:solidFill>
                <a:latin typeface="Quantico"/>
                <a:ea typeface="Quantico"/>
                <a:cs typeface="Quantico"/>
                <a:sym typeface="Quantico"/>
              </a:defRPr>
            </a:lvl3pPr>
            <a:lvl4pPr lvl="3">
              <a:spcBef>
                <a:spcPts val="0"/>
              </a:spcBef>
              <a:spcAft>
                <a:spcPts val="0"/>
              </a:spcAft>
              <a:buClr>
                <a:schemeClr val="dk1"/>
              </a:buClr>
              <a:buSzPts val="3300"/>
              <a:buFont typeface="Quantico"/>
              <a:buNone/>
              <a:defRPr sz="3300" b="1">
                <a:solidFill>
                  <a:schemeClr val="dk1"/>
                </a:solidFill>
                <a:latin typeface="Quantico"/>
                <a:ea typeface="Quantico"/>
                <a:cs typeface="Quantico"/>
                <a:sym typeface="Quantico"/>
              </a:defRPr>
            </a:lvl4pPr>
            <a:lvl5pPr lvl="4">
              <a:spcBef>
                <a:spcPts val="0"/>
              </a:spcBef>
              <a:spcAft>
                <a:spcPts val="0"/>
              </a:spcAft>
              <a:buClr>
                <a:schemeClr val="dk1"/>
              </a:buClr>
              <a:buSzPts val="3300"/>
              <a:buFont typeface="Quantico"/>
              <a:buNone/>
              <a:defRPr sz="3300" b="1">
                <a:solidFill>
                  <a:schemeClr val="dk1"/>
                </a:solidFill>
                <a:latin typeface="Quantico"/>
                <a:ea typeface="Quantico"/>
                <a:cs typeface="Quantico"/>
                <a:sym typeface="Quantico"/>
              </a:defRPr>
            </a:lvl5pPr>
            <a:lvl6pPr lvl="5">
              <a:spcBef>
                <a:spcPts val="0"/>
              </a:spcBef>
              <a:spcAft>
                <a:spcPts val="0"/>
              </a:spcAft>
              <a:buClr>
                <a:schemeClr val="dk1"/>
              </a:buClr>
              <a:buSzPts val="3300"/>
              <a:buFont typeface="Quantico"/>
              <a:buNone/>
              <a:defRPr sz="3300" b="1">
                <a:solidFill>
                  <a:schemeClr val="dk1"/>
                </a:solidFill>
                <a:latin typeface="Quantico"/>
                <a:ea typeface="Quantico"/>
                <a:cs typeface="Quantico"/>
                <a:sym typeface="Quantico"/>
              </a:defRPr>
            </a:lvl6pPr>
            <a:lvl7pPr lvl="6">
              <a:spcBef>
                <a:spcPts val="0"/>
              </a:spcBef>
              <a:spcAft>
                <a:spcPts val="0"/>
              </a:spcAft>
              <a:buClr>
                <a:schemeClr val="dk1"/>
              </a:buClr>
              <a:buSzPts val="3300"/>
              <a:buFont typeface="Quantico"/>
              <a:buNone/>
              <a:defRPr sz="3300" b="1">
                <a:solidFill>
                  <a:schemeClr val="dk1"/>
                </a:solidFill>
                <a:latin typeface="Quantico"/>
                <a:ea typeface="Quantico"/>
                <a:cs typeface="Quantico"/>
                <a:sym typeface="Quantico"/>
              </a:defRPr>
            </a:lvl7pPr>
            <a:lvl8pPr lvl="7">
              <a:spcBef>
                <a:spcPts val="0"/>
              </a:spcBef>
              <a:spcAft>
                <a:spcPts val="0"/>
              </a:spcAft>
              <a:buClr>
                <a:schemeClr val="dk1"/>
              </a:buClr>
              <a:buSzPts val="3300"/>
              <a:buFont typeface="Quantico"/>
              <a:buNone/>
              <a:defRPr sz="3300" b="1">
                <a:solidFill>
                  <a:schemeClr val="dk1"/>
                </a:solidFill>
                <a:latin typeface="Quantico"/>
                <a:ea typeface="Quantico"/>
                <a:cs typeface="Quantico"/>
                <a:sym typeface="Quantico"/>
              </a:defRPr>
            </a:lvl8pPr>
            <a:lvl9pPr lvl="8">
              <a:spcBef>
                <a:spcPts val="0"/>
              </a:spcBef>
              <a:spcAft>
                <a:spcPts val="0"/>
              </a:spcAft>
              <a:buClr>
                <a:schemeClr val="dk1"/>
              </a:buClr>
              <a:buSzPts val="3300"/>
              <a:buFont typeface="Quantico"/>
              <a:buNone/>
              <a:defRPr sz="3300" b="1">
                <a:solidFill>
                  <a:schemeClr val="dk1"/>
                </a:solidFill>
                <a:latin typeface="Quantico"/>
                <a:ea typeface="Quantico"/>
                <a:cs typeface="Quantico"/>
                <a:sym typeface="Quantico"/>
              </a:defRPr>
            </a:lvl9pPr>
          </a:lstStyle>
          <a:p>
            <a:endParaRPr/>
          </a:p>
        </p:txBody>
      </p:sp>
      <p:sp>
        <p:nvSpPr>
          <p:cNvPr id="7" name="Google Shape;7;p1"/>
          <p:cNvSpPr txBox="1">
            <a:spLocks noGrp="1"/>
          </p:cNvSpPr>
          <p:nvPr>
            <p:ph type="body" idx="1"/>
          </p:nvPr>
        </p:nvSpPr>
        <p:spPr>
          <a:xfrm>
            <a:off x="720000" y="1152475"/>
            <a:ext cx="77040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Source Code Pro"/>
              <a:buChar char="●"/>
              <a:defRPr sz="1200">
                <a:solidFill>
                  <a:schemeClr val="dk1"/>
                </a:solidFill>
                <a:latin typeface="Source Code Pro"/>
                <a:ea typeface="Source Code Pro"/>
                <a:cs typeface="Source Code Pro"/>
                <a:sym typeface="Source Code Pro"/>
              </a:defRPr>
            </a:lvl1pPr>
            <a:lvl2pPr marL="914400" lvl="1" indent="-304800">
              <a:lnSpc>
                <a:spcPct val="100000"/>
              </a:lnSpc>
              <a:spcBef>
                <a:spcPts val="0"/>
              </a:spcBef>
              <a:spcAft>
                <a:spcPts val="0"/>
              </a:spcAft>
              <a:buClr>
                <a:schemeClr val="dk1"/>
              </a:buClr>
              <a:buSzPts val="1200"/>
              <a:buFont typeface="Source Code Pro"/>
              <a:buChar char="○"/>
              <a:defRPr sz="1200">
                <a:solidFill>
                  <a:schemeClr val="dk1"/>
                </a:solidFill>
                <a:latin typeface="Source Code Pro"/>
                <a:ea typeface="Source Code Pro"/>
                <a:cs typeface="Source Code Pro"/>
                <a:sym typeface="Source Code Pro"/>
              </a:defRPr>
            </a:lvl2pPr>
            <a:lvl3pPr marL="1371600" lvl="2" indent="-304800">
              <a:lnSpc>
                <a:spcPct val="100000"/>
              </a:lnSpc>
              <a:spcBef>
                <a:spcPts val="0"/>
              </a:spcBef>
              <a:spcAft>
                <a:spcPts val="0"/>
              </a:spcAft>
              <a:buClr>
                <a:schemeClr val="dk1"/>
              </a:buClr>
              <a:buSzPts val="1200"/>
              <a:buFont typeface="Source Code Pro"/>
              <a:buChar char="■"/>
              <a:defRPr sz="1200">
                <a:solidFill>
                  <a:schemeClr val="dk1"/>
                </a:solidFill>
                <a:latin typeface="Source Code Pro"/>
                <a:ea typeface="Source Code Pro"/>
                <a:cs typeface="Source Code Pro"/>
                <a:sym typeface="Source Code Pro"/>
              </a:defRPr>
            </a:lvl3pPr>
            <a:lvl4pPr marL="1828800" lvl="3" indent="-304800">
              <a:lnSpc>
                <a:spcPct val="100000"/>
              </a:lnSpc>
              <a:spcBef>
                <a:spcPts val="0"/>
              </a:spcBef>
              <a:spcAft>
                <a:spcPts val="0"/>
              </a:spcAft>
              <a:buClr>
                <a:schemeClr val="dk1"/>
              </a:buClr>
              <a:buSzPts val="1200"/>
              <a:buFont typeface="Source Code Pro"/>
              <a:buChar char="●"/>
              <a:defRPr sz="1200">
                <a:solidFill>
                  <a:schemeClr val="dk1"/>
                </a:solidFill>
                <a:latin typeface="Source Code Pro"/>
                <a:ea typeface="Source Code Pro"/>
                <a:cs typeface="Source Code Pro"/>
                <a:sym typeface="Source Code Pro"/>
              </a:defRPr>
            </a:lvl4pPr>
            <a:lvl5pPr marL="2286000" lvl="4" indent="-304800">
              <a:lnSpc>
                <a:spcPct val="100000"/>
              </a:lnSpc>
              <a:spcBef>
                <a:spcPts val="0"/>
              </a:spcBef>
              <a:spcAft>
                <a:spcPts val="0"/>
              </a:spcAft>
              <a:buClr>
                <a:schemeClr val="dk1"/>
              </a:buClr>
              <a:buSzPts val="1200"/>
              <a:buFont typeface="Source Code Pro"/>
              <a:buChar char="○"/>
              <a:defRPr sz="1200">
                <a:solidFill>
                  <a:schemeClr val="dk1"/>
                </a:solidFill>
                <a:latin typeface="Source Code Pro"/>
                <a:ea typeface="Source Code Pro"/>
                <a:cs typeface="Source Code Pro"/>
                <a:sym typeface="Source Code Pro"/>
              </a:defRPr>
            </a:lvl5pPr>
            <a:lvl6pPr marL="2743200" lvl="5" indent="-304800">
              <a:lnSpc>
                <a:spcPct val="100000"/>
              </a:lnSpc>
              <a:spcBef>
                <a:spcPts val="0"/>
              </a:spcBef>
              <a:spcAft>
                <a:spcPts val="0"/>
              </a:spcAft>
              <a:buClr>
                <a:schemeClr val="dk1"/>
              </a:buClr>
              <a:buSzPts val="1200"/>
              <a:buFont typeface="Source Code Pro"/>
              <a:buChar char="■"/>
              <a:defRPr sz="1200">
                <a:solidFill>
                  <a:schemeClr val="dk1"/>
                </a:solidFill>
                <a:latin typeface="Source Code Pro"/>
                <a:ea typeface="Source Code Pro"/>
                <a:cs typeface="Source Code Pro"/>
                <a:sym typeface="Source Code Pro"/>
              </a:defRPr>
            </a:lvl6pPr>
            <a:lvl7pPr marL="3200400" lvl="6" indent="-304800">
              <a:lnSpc>
                <a:spcPct val="100000"/>
              </a:lnSpc>
              <a:spcBef>
                <a:spcPts val="0"/>
              </a:spcBef>
              <a:spcAft>
                <a:spcPts val="0"/>
              </a:spcAft>
              <a:buClr>
                <a:schemeClr val="dk1"/>
              </a:buClr>
              <a:buSzPts val="1200"/>
              <a:buFont typeface="Source Code Pro"/>
              <a:buChar char="●"/>
              <a:defRPr sz="1200">
                <a:solidFill>
                  <a:schemeClr val="dk1"/>
                </a:solidFill>
                <a:latin typeface="Source Code Pro"/>
                <a:ea typeface="Source Code Pro"/>
                <a:cs typeface="Source Code Pro"/>
                <a:sym typeface="Source Code Pro"/>
              </a:defRPr>
            </a:lvl7pPr>
            <a:lvl8pPr marL="3657600" lvl="7" indent="-304800">
              <a:lnSpc>
                <a:spcPct val="100000"/>
              </a:lnSpc>
              <a:spcBef>
                <a:spcPts val="0"/>
              </a:spcBef>
              <a:spcAft>
                <a:spcPts val="0"/>
              </a:spcAft>
              <a:buClr>
                <a:schemeClr val="dk1"/>
              </a:buClr>
              <a:buSzPts val="1200"/>
              <a:buFont typeface="Source Code Pro"/>
              <a:buChar char="○"/>
              <a:defRPr sz="1200">
                <a:solidFill>
                  <a:schemeClr val="dk1"/>
                </a:solidFill>
                <a:latin typeface="Source Code Pro"/>
                <a:ea typeface="Source Code Pro"/>
                <a:cs typeface="Source Code Pro"/>
                <a:sym typeface="Source Code Pro"/>
              </a:defRPr>
            </a:lvl8pPr>
            <a:lvl9pPr marL="4114800" lvl="8" indent="-304800">
              <a:lnSpc>
                <a:spcPct val="100000"/>
              </a:lnSpc>
              <a:spcBef>
                <a:spcPts val="0"/>
              </a:spcBef>
              <a:spcAft>
                <a:spcPts val="0"/>
              </a:spcAft>
              <a:buClr>
                <a:schemeClr val="dk1"/>
              </a:buClr>
              <a:buSzPts val="1200"/>
              <a:buFont typeface="Source Code Pro"/>
              <a:buChar char="■"/>
              <a:defRPr sz="1200">
                <a:solidFill>
                  <a:schemeClr val="dk1"/>
                </a:solidFill>
                <a:latin typeface="Source Code Pro"/>
                <a:ea typeface="Source Code Pro"/>
                <a:cs typeface="Source Code Pro"/>
                <a:sym typeface="Source Code Pr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pater@frlp.utn.edu.ar"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hyperlink" Target="mailto:traversa.facundo@gmail.com" TargetMode="External"/><Relationship Id="rId4" Type="http://schemas.openxmlformats.org/officeDocument/2006/relationships/hyperlink" Target="mailto:gbaez@frlp.utn.edu.ar"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mailto:pater@frlp.utn.edu.ar"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3"/>
        <p:cNvGrpSpPr/>
        <p:nvPr/>
      </p:nvGrpSpPr>
      <p:grpSpPr>
        <a:xfrm>
          <a:off x="0" y="0"/>
          <a:ext cx="0" cy="0"/>
          <a:chOff x="0" y="0"/>
          <a:chExt cx="0" cy="0"/>
        </a:xfrm>
      </p:grpSpPr>
      <p:grpSp>
        <p:nvGrpSpPr>
          <p:cNvPr id="84" name="Google Shape;84;p14"/>
          <p:cNvGrpSpPr/>
          <p:nvPr/>
        </p:nvGrpSpPr>
        <p:grpSpPr>
          <a:xfrm>
            <a:off x="1282950" y="650425"/>
            <a:ext cx="6578100" cy="3438300"/>
            <a:chOff x="772525" y="726625"/>
            <a:chExt cx="6578100" cy="3438300"/>
          </a:xfrm>
        </p:grpSpPr>
        <p:sp>
          <p:nvSpPr>
            <p:cNvPr id="85" name="Google Shape;85;p14"/>
            <p:cNvSpPr/>
            <p:nvPr/>
          </p:nvSpPr>
          <p:spPr>
            <a:xfrm>
              <a:off x="772525" y="726625"/>
              <a:ext cx="6578100" cy="34383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4"/>
            <p:cNvSpPr/>
            <p:nvPr/>
          </p:nvSpPr>
          <p:spPr>
            <a:xfrm>
              <a:off x="772525" y="726625"/>
              <a:ext cx="6578100" cy="2553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 name="Google Shape;87;p14"/>
          <p:cNvGrpSpPr/>
          <p:nvPr/>
        </p:nvGrpSpPr>
        <p:grpSpPr>
          <a:xfrm>
            <a:off x="2848350" y="3365325"/>
            <a:ext cx="3447300" cy="962400"/>
            <a:chOff x="4924175" y="3441525"/>
            <a:chExt cx="3447300" cy="962400"/>
          </a:xfrm>
        </p:grpSpPr>
        <p:sp>
          <p:nvSpPr>
            <p:cNvPr id="88" name="Google Shape;88;p14"/>
            <p:cNvSpPr/>
            <p:nvPr/>
          </p:nvSpPr>
          <p:spPr>
            <a:xfrm>
              <a:off x="4924175" y="3441525"/>
              <a:ext cx="3447300" cy="9624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4"/>
            <p:cNvSpPr/>
            <p:nvPr/>
          </p:nvSpPr>
          <p:spPr>
            <a:xfrm>
              <a:off x="4924175" y="3441525"/>
              <a:ext cx="3447300" cy="2553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0" name="Google Shape;90;p14"/>
          <p:cNvSpPr txBox="1"/>
          <p:nvPr/>
        </p:nvSpPr>
        <p:spPr>
          <a:xfrm>
            <a:off x="1464571" y="1639888"/>
            <a:ext cx="702900" cy="606900"/>
          </a:xfrm>
          <a:prstGeom prst="rect">
            <a:avLst/>
          </a:prstGeom>
          <a:noFill/>
          <a:ln>
            <a:noFill/>
          </a:ln>
        </p:spPr>
        <p:txBody>
          <a:bodyPr spcFirstLastPara="1" wrap="square" lIns="91425" tIns="91425" rIns="91425" bIns="91425" anchor="ctr" anchorCtr="0">
            <a:noAutofit/>
          </a:bodyPr>
          <a:lstStyle/>
          <a:p>
            <a:pPr marL="0" lvl="0" indent="0" algn="l" rtl="0">
              <a:lnSpc>
                <a:spcPct val="90000"/>
              </a:lnSpc>
              <a:spcBef>
                <a:spcPts val="0"/>
              </a:spcBef>
              <a:spcAft>
                <a:spcPts val="0"/>
              </a:spcAft>
              <a:buNone/>
            </a:pPr>
            <a:r>
              <a:rPr lang="en" sz="3600">
                <a:solidFill>
                  <a:schemeClr val="accent2"/>
                </a:solidFill>
                <a:latin typeface="Quantico"/>
                <a:ea typeface="Quantico"/>
                <a:cs typeface="Quantico"/>
                <a:sym typeface="Quantico"/>
              </a:rPr>
              <a:t>&lt;</a:t>
            </a:r>
            <a:endParaRPr sz="3600">
              <a:solidFill>
                <a:schemeClr val="accent2"/>
              </a:solidFill>
              <a:latin typeface="Quantico"/>
              <a:ea typeface="Quantico"/>
              <a:cs typeface="Quantico"/>
              <a:sym typeface="Quantico"/>
            </a:endParaRPr>
          </a:p>
        </p:txBody>
      </p:sp>
      <p:sp>
        <p:nvSpPr>
          <p:cNvPr id="91" name="Google Shape;91;p14"/>
          <p:cNvSpPr txBox="1"/>
          <p:nvPr/>
        </p:nvSpPr>
        <p:spPr>
          <a:xfrm>
            <a:off x="7008338" y="2246800"/>
            <a:ext cx="702900" cy="606900"/>
          </a:xfrm>
          <a:prstGeom prst="rect">
            <a:avLst/>
          </a:prstGeom>
          <a:noFill/>
          <a:ln>
            <a:noFill/>
          </a:ln>
        </p:spPr>
        <p:txBody>
          <a:bodyPr spcFirstLastPara="1" wrap="square" lIns="91425" tIns="91425" rIns="91425" bIns="91425" anchor="ctr" anchorCtr="0">
            <a:noAutofit/>
          </a:bodyPr>
          <a:lstStyle/>
          <a:p>
            <a:pPr marL="0" lvl="0" indent="0" algn="l" rtl="0">
              <a:lnSpc>
                <a:spcPct val="90000"/>
              </a:lnSpc>
              <a:spcBef>
                <a:spcPts val="0"/>
              </a:spcBef>
              <a:spcAft>
                <a:spcPts val="0"/>
              </a:spcAft>
              <a:buNone/>
            </a:pPr>
            <a:r>
              <a:rPr lang="en" sz="3600">
                <a:solidFill>
                  <a:schemeClr val="dk1"/>
                </a:solidFill>
                <a:latin typeface="Quantico"/>
                <a:ea typeface="Quantico"/>
                <a:cs typeface="Quantico"/>
                <a:sym typeface="Quantico"/>
              </a:rPr>
              <a:t>/&gt;</a:t>
            </a:r>
            <a:endParaRPr sz="3600">
              <a:solidFill>
                <a:schemeClr val="dk1"/>
              </a:solidFill>
              <a:latin typeface="Quantico"/>
              <a:ea typeface="Quantico"/>
              <a:cs typeface="Quantico"/>
              <a:sym typeface="Quantico"/>
            </a:endParaRPr>
          </a:p>
        </p:txBody>
      </p:sp>
      <p:sp>
        <p:nvSpPr>
          <p:cNvPr id="92" name="Google Shape;92;p14"/>
          <p:cNvSpPr txBox="1">
            <a:spLocks noGrp="1"/>
          </p:cNvSpPr>
          <p:nvPr>
            <p:ph type="ctrTitle"/>
          </p:nvPr>
        </p:nvSpPr>
        <p:spPr>
          <a:xfrm>
            <a:off x="2062200" y="1038700"/>
            <a:ext cx="5019600" cy="180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900"/>
              <a:t>Paradigmas de Programación</a:t>
            </a:r>
            <a:endParaRPr sz="3900">
              <a:solidFill>
                <a:schemeClr val="accent2"/>
              </a:solidFill>
            </a:endParaRPr>
          </a:p>
        </p:txBody>
      </p:sp>
      <p:sp>
        <p:nvSpPr>
          <p:cNvPr id="93" name="Google Shape;93;p14"/>
          <p:cNvSpPr txBox="1">
            <a:spLocks noGrp="1"/>
          </p:cNvSpPr>
          <p:nvPr>
            <p:ph type="subTitle" idx="1"/>
          </p:nvPr>
        </p:nvSpPr>
        <p:spPr>
          <a:xfrm>
            <a:off x="3050100" y="3617700"/>
            <a:ext cx="3043800" cy="710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500"/>
              <a:t>Clase 1</a:t>
            </a:r>
            <a:br>
              <a:rPr lang="en" sz="2500"/>
            </a:br>
            <a:r>
              <a:rPr lang="en" sz="2500"/>
              <a:t>UTN - FRLP</a:t>
            </a:r>
            <a:endParaRPr sz="2500"/>
          </a:p>
        </p:txBody>
      </p:sp>
      <p:grpSp>
        <p:nvGrpSpPr>
          <p:cNvPr id="94" name="Google Shape;94;p14"/>
          <p:cNvGrpSpPr/>
          <p:nvPr/>
        </p:nvGrpSpPr>
        <p:grpSpPr>
          <a:xfrm>
            <a:off x="488525" y="3098476"/>
            <a:ext cx="1864800" cy="718498"/>
            <a:chOff x="488525" y="3093501"/>
            <a:chExt cx="1864800" cy="718498"/>
          </a:xfrm>
        </p:grpSpPr>
        <p:grpSp>
          <p:nvGrpSpPr>
            <p:cNvPr id="95" name="Google Shape;95;p14"/>
            <p:cNvGrpSpPr/>
            <p:nvPr/>
          </p:nvGrpSpPr>
          <p:grpSpPr>
            <a:xfrm>
              <a:off x="488525" y="3093501"/>
              <a:ext cx="1864800" cy="718498"/>
              <a:chOff x="488525" y="3093501"/>
              <a:chExt cx="1864800" cy="718498"/>
            </a:xfrm>
          </p:grpSpPr>
          <p:sp>
            <p:nvSpPr>
              <p:cNvPr id="96" name="Google Shape;96;p14"/>
              <p:cNvSpPr/>
              <p:nvPr/>
            </p:nvSpPr>
            <p:spPr>
              <a:xfrm>
                <a:off x="488525" y="3348799"/>
                <a:ext cx="1864800" cy="4632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4"/>
              <p:cNvSpPr/>
              <p:nvPr/>
            </p:nvSpPr>
            <p:spPr>
              <a:xfrm>
                <a:off x="488525" y="3093501"/>
                <a:ext cx="1864800" cy="2553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 name="Google Shape;98;p14"/>
            <p:cNvGrpSpPr/>
            <p:nvPr/>
          </p:nvGrpSpPr>
          <p:grpSpPr>
            <a:xfrm>
              <a:off x="693113" y="3432625"/>
              <a:ext cx="1455642" cy="295547"/>
              <a:chOff x="704072" y="2828928"/>
              <a:chExt cx="1455642" cy="295547"/>
            </a:xfrm>
          </p:grpSpPr>
          <p:sp>
            <p:nvSpPr>
              <p:cNvPr id="99" name="Google Shape;99;p14"/>
              <p:cNvSpPr/>
              <p:nvPr/>
            </p:nvSpPr>
            <p:spPr>
              <a:xfrm>
                <a:off x="704072" y="2828928"/>
                <a:ext cx="295547" cy="295547"/>
              </a:xfrm>
              <a:custGeom>
                <a:avLst/>
                <a:gdLst/>
                <a:ahLst/>
                <a:cxnLst/>
                <a:rect l="l" t="t" r="r" b="b"/>
                <a:pathLst>
                  <a:path w="3170" h="3170" extrusionOk="0">
                    <a:moveTo>
                      <a:pt x="701" y="1"/>
                    </a:moveTo>
                    <a:cubicBezTo>
                      <a:pt x="301" y="1"/>
                      <a:pt x="1" y="334"/>
                      <a:pt x="1" y="701"/>
                    </a:cubicBezTo>
                    <a:lnTo>
                      <a:pt x="1" y="2436"/>
                    </a:lnTo>
                    <a:cubicBezTo>
                      <a:pt x="1" y="2869"/>
                      <a:pt x="334" y="3169"/>
                      <a:pt x="701" y="3169"/>
                    </a:cubicBezTo>
                    <a:lnTo>
                      <a:pt x="2469" y="3169"/>
                    </a:lnTo>
                    <a:cubicBezTo>
                      <a:pt x="2870" y="3169"/>
                      <a:pt x="3170" y="2836"/>
                      <a:pt x="3170" y="2436"/>
                    </a:cubicBezTo>
                    <a:lnTo>
                      <a:pt x="3170" y="701"/>
                    </a:lnTo>
                    <a:cubicBezTo>
                      <a:pt x="3170" y="267"/>
                      <a:pt x="2836" y="1"/>
                      <a:pt x="24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4"/>
              <p:cNvSpPr/>
              <p:nvPr/>
            </p:nvSpPr>
            <p:spPr>
              <a:xfrm>
                <a:off x="1095931" y="2922255"/>
                <a:ext cx="1063783" cy="21816"/>
              </a:xfrm>
              <a:custGeom>
                <a:avLst/>
                <a:gdLst/>
                <a:ahLst/>
                <a:cxnLst/>
                <a:rect l="l" t="t" r="r" b="b"/>
                <a:pathLst>
                  <a:path w="11410" h="234" extrusionOk="0">
                    <a:moveTo>
                      <a:pt x="134" y="0"/>
                    </a:moveTo>
                    <a:cubicBezTo>
                      <a:pt x="68" y="0"/>
                      <a:pt x="1" y="34"/>
                      <a:pt x="1" y="100"/>
                    </a:cubicBezTo>
                    <a:cubicBezTo>
                      <a:pt x="1" y="200"/>
                      <a:pt x="68" y="234"/>
                      <a:pt x="134" y="234"/>
                    </a:cubicBezTo>
                    <a:lnTo>
                      <a:pt x="11276" y="234"/>
                    </a:lnTo>
                    <a:cubicBezTo>
                      <a:pt x="11342" y="234"/>
                      <a:pt x="11409" y="200"/>
                      <a:pt x="11409" y="100"/>
                    </a:cubicBezTo>
                    <a:cubicBezTo>
                      <a:pt x="11409" y="34"/>
                      <a:pt x="11309" y="0"/>
                      <a:pt x="112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4"/>
              <p:cNvSpPr/>
              <p:nvPr/>
            </p:nvSpPr>
            <p:spPr>
              <a:xfrm>
                <a:off x="1095931" y="3003088"/>
                <a:ext cx="684327" cy="21910"/>
              </a:xfrm>
              <a:custGeom>
                <a:avLst/>
                <a:gdLst/>
                <a:ahLst/>
                <a:cxnLst/>
                <a:rect l="l" t="t" r="r" b="b"/>
                <a:pathLst>
                  <a:path w="7340" h="235" extrusionOk="0">
                    <a:moveTo>
                      <a:pt x="134" y="1"/>
                    </a:moveTo>
                    <a:cubicBezTo>
                      <a:pt x="68" y="1"/>
                      <a:pt x="1" y="34"/>
                      <a:pt x="1" y="134"/>
                    </a:cubicBezTo>
                    <a:cubicBezTo>
                      <a:pt x="1" y="201"/>
                      <a:pt x="68" y="234"/>
                      <a:pt x="134" y="234"/>
                    </a:cubicBezTo>
                    <a:lnTo>
                      <a:pt x="7239" y="234"/>
                    </a:lnTo>
                    <a:cubicBezTo>
                      <a:pt x="7306" y="234"/>
                      <a:pt x="7339" y="201"/>
                      <a:pt x="7339" y="134"/>
                    </a:cubicBezTo>
                    <a:cubicBezTo>
                      <a:pt x="7339" y="67"/>
                      <a:pt x="7273" y="1"/>
                      <a:pt x="72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 name="Google Shape;102;p14"/>
            <p:cNvGrpSpPr/>
            <p:nvPr/>
          </p:nvGrpSpPr>
          <p:grpSpPr>
            <a:xfrm>
              <a:off x="1892128" y="3177685"/>
              <a:ext cx="361833" cy="86930"/>
              <a:chOff x="2513203" y="3027163"/>
              <a:chExt cx="361833" cy="86930"/>
            </a:xfrm>
          </p:grpSpPr>
          <p:sp>
            <p:nvSpPr>
              <p:cNvPr id="103" name="Google Shape;103;p14"/>
              <p:cNvSpPr/>
              <p:nvPr/>
            </p:nvSpPr>
            <p:spPr>
              <a:xfrm>
                <a:off x="2513203" y="3027163"/>
                <a:ext cx="88213" cy="86930"/>
              </a:xfrm>
              <a:custGeom>
                <a:avLst/>
                <a:gdLst/>
                <a:ahLst/>
                <a:cxnLst/>
                <a:rect l="l" t="t" r="r" b="b"/>
                <a:pathLst>
                  <a:path w="2269" h="2236" extrusionOk="0">
                    <a:moveTo>
                      <a:pt x="1134" y="1"/>
                    </a:moveTo>
                    <a:cubicBezTo>
                      <a:pt x="500" y="1"/>
                      <a:pt x="0" y="501"/>
                      <a:pt x="0" y="1101"/>
                    </a:cubicBezTo>
                    <a:cubicBezTo>
                      <a:pt x="0" y="1735"/>
                      <a:pt x="500" y="2236"/>
                      <a:pt x="1134" y="2236"/>
                    </a:cubicBezTo>
                    <a:cubicBezTo>
                      <a:pt x="1768" y="2236"/>
                      <a:pt x="2268" y="1735"/>
                      <a:pt x="2268" y="1101"/>
                    </a:cubicBezTo>
                    <a:cubicBezTo>
                      <a:pt x="2268" y="501"/>
                      <a:pt x="1768" y="1"/>
                      <a:pt x="11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4"/>
              <p:cNvSpPr/>
              <p:nvPr/>
            </p:nvSpPr>
            <p:spPr>
              <a:xfrm>
                <a:off x="2650635" y="3027163"/>
                <a:ext cx="88252" cy="86930"/>
              </a:xfrm>
              <a:custGeom>
                <a:avLst/>
                <a:gdLst/>
                <a:ahLst/>
                <a:cxnLst/>
                <a:rect l="l" t="t" r="r" b="b"/>
                <a:pathLst>
                  <a:path w="2270" h="2236" extrusionOk="0">
                    <a:moveTo>
                      <a:pt x="1135" y="1"/>
                    </a:moveTo>
                    <a:cubicBezTo>
                      <a:pt x="501" y="1"/>
                      <a:pt x="1" y="501"/>
                      <a:pt x="1" y="1101"/>
                    </a:cubicBezTo>
                    <a:cubicBezTo>
                      <a:pt x="1" y="1735"/>
                      <a:pt x="501" y="2236"/>
                      <a:pt x="1135" y="2236"/>
                    </a:cubicBezTo>
                    <a:cubicBezTo>
                      <a:pt x="1769" y="2236"/>
                      <a:pt x="2269" y="1735"/>
                      <a:pt x="2269" y="1101"/>
                    </a:cubicBezTo>
                    <a:cubicBezTo>
                      <a:pt x="2269" y="501"/>
                      <a:pt x="1736" y="1"/>
                      <a:pt x="113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4"/>
              <p:cNvSpPr/>
              <p:nvPr/>
            </p:nvSpPr>
            <p:spPr>
              <a:xfrm>
                <a:off x="2786822" y="3027163"/>
                <a:ext cx="88213" cy="86930"/>
              </a:xfrm>
              <a:custGeom>
                <a:avLst/>
                <a:gdLst/>
                <a:ahLst/>
                <a:cxnLst/>
                <a:rect l="l" t="t" r="r" b="b"/>
                <a:pathLst>
                  <a:path w="2269" h="2236" extrusionOk="0">
                    <a:moveTo>
                      <a:pt x="1135" y="1"/>
                    </a:moveTo>
                    <a:cubicBezTo>
                      <a:pt x="501" y="1"/>
                      <a:pt x="0" y="501"/>
                      <a:pt x="0" y="1101"/>
                    </a:cubicBezTo>
                    <a:cubicBezTo>
                      <a:pt x="0" y="1735"/>
                      <a:pt x="501" y="2236"/>
                      <a:pt x="1135" y="2236"/>
                    </a:cubicBezTo>
                    <a:cubicBezTo>
                      <a:pt x="1768" y="2236"/>
                      <a:pt x="2269" y="1735"/>
                      <a:pt x="2269" y="1101"/>
                    </a:cubicBezTo>
                    <a:cubicBezTo>
                      <a:pt x="2269" y="501"/>
                      <a:pt x="1768" y="1"/>
                      <a:pt x="113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4"/>
          <p:cNvSpPr txBox="1">
            <a:spLocks noGrp="1"/>
          </p:cNvSpPr>
          <p:nvPr>
            <p:ph type="title"/>
          </p:nvPr>
        </p:nvSpPr>
        <p:spPr>
          <a:xfrm>
            <a:off x="720000" y="133750"/>
            <a:ext cx="7704000" cy="672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rPr>
              <a:t>&lt;</a:t>
            </a:r>
            <a:r>
              <a:rPr lang="en" dirty="0"/>
              <a:t> </a:t>
            </a:r>
            <a:r>
              <a:rPr lang="en" dirty="0" smtClean="0"/>
              <a:t>Presentación S23</a:t>
            </a:r>
            <a:endParaRPr dirty="0"/>
          </a:p>
        </p:txBody>
      </p:sp>
      <p:sp>
        <p:nvSpPr>
          <p:cNvPr id="99" name="Google Shape;99;p14"/>
          <p:cNvSpPr txBox="1">
            <a:spLocks noGrp="1"/>
          </p:cNvSpPr>
          <p:nvPr>
            <p:ph type="body" idx="1"/>
          </p:nvPr>
        </p:nvSpPr>
        <p:spPr>
          <a:xfrm>
            <a:off x="720000" y="363775"/>
            <a:ext cx="7704000" cy="2581200"/>
          </a:xfrm>
          <a:prstGeom prst="rect">
            <a:avLst/>
          </a:prstGeom>
        </p:spPr>
        <p:txBody>
          <a:bodyPr spcFirstLastPara="1" wrap="square" lIns="91425" tIns="91425" rIns="91425" bIns="91425" anchor="t" anchorCtr="0">
            <a:noAutofit/>
          </a:bodyPr>
          <a:lstStyle/>
          <a:p>
            <a:pPr marL="457200" lvl="0" indent="0" algn="ctr" rtl="0">
              <a:spcBef>
                <a:spcPts val="0"/>
              </a:spcBef>
              <a:spcAft>
                <a:spcPts val="0"/>
              </a:spcAft>
              <a:buNone/>
            </a:pPr>
            <a:endParaRPr lang="en" sz="2000" dirty="0" smtClean="0"/>
          </a:p>
          <a:p>
            <a:pPr marL="457200" lvl="0" indent="0" algn="ctr" rtl="0">
              <a:spcBef>
                <a:spcPts val="0"/>
              </a:spcBef>
              <a:spcAft>
                <a:spcPts val="0"/>
              </a:spcAft>
              <a:buNone/>
            </a:pPr>
            <a:endParaRPr lang="en" sz="2000" dirty="0"/>
          </a:p>
          <a:p>
            <a:pPr marL="457200" lvl="0" indent="0" algn="ctr" rtl="0">
              <a:spcBef>
                <a:spcPts val="0"/>
              </a:spcBef>
              <a:spcAft>
                <a:spcPts val="0"/>
              </a:spcAft>
              <a:buNone/>
            </a:pPr>
            <a:r>
              <a:rPr lang="en" sz="2000" dirty="0" smtClean="0"/>
              <a:t>Docente</a:t>
            </a:r>
            <a:endParaRPr sz="2000" dirty="0"/>
          </a:p>
          <a:p>
            <a:pPr marL="457200" lvl="0" indent="0" algn="ctr" rtl="0">
              <a:spcBef>
                <a:spcPts val="1000"/>
              </a:spcBef>
              <a:spcAft>
                <a:spcPts val="0"/>
              </a:spcAft>
              <a:buNone/>
            </a:pPr>
            <a:r>
              <a:rPr lang="en" sz="2000" dirty="0"/>
              <a:t>Felix Paternoster: </a:t>
            </a:r>
            <a:r>
              <a:rPr lang="en" sz="2000" u="sng" dirty="0">
                <a:solidFill>
                  <a:schemeClr val="hlink"/>
                </a:solidFill>
                <a:hlinkClick r:id="rId3"/>
              </a:rPr>
              <a:t>pater@frlp.utn.edu.ar</a:t>
            </a:r>
            <a:endParaRPr sz="2000" dirty="0"/>
          </a:p>
          <a:p>
            <a:pPr marL="457200" lvl="0" indent="0" algn="ctr" rtl="0">
              <a:spcBef>
                <a:spcPts val="1000"/>
              </a:spcBef>
              <a:spcAft>
                <a:spcPts val="0"/>
              </a:spcAft>
              <a:buNone/>
            </a:pPr>
            <a:endParaRPr lang="en" sz="2000" dirty="0" smtClean="0"/>
          </a:p>
          <a:p>
            <a:pPr marL="457200" lvl="0" indent="0" algn="ctr" rtl="0">
              <a:spcBef>
                <a:spcPts val="1000"/>
              </a:spcBef>
              <a:spcAft>
                <a:spcPts val="0"/>
              </a:spcAft>
              <a:buNone/>
            </a:pPr>
            <a:r>
              <a:rPr lang="en" sz="2000" dirty="0" smtClean="0"/>
              <a:t>Ayudantes</a:t>
            </a:r>
            <a:endParaRPr sz="2000" dirty="0"/>
          </a:p>
          <a:p>
            <a:pPr lvl="0" indent="0" algn="ctr">
              <a:spcBef>
                <a:spcPts val="1000"/>
              </a:spcBef>
              <a:buNone/>
            </a:pPr>
            <a:r>
              <a:rPr lang="en" sz="2000" dirty="0" smtClean="0">
                <a:solidFill>
                  <a:schemeClr val="hlink"/>
                </a:solidFill>
              </a:rPr>
              <a:t>Gonzalo </a:t>
            </a:r>
            <a:r>
              <a:rPr lang="en" sz="2000" dirty="0" smtClean="0">
                <a:solidFill>
                  <a:schemeClr val="hlink"/>
                </a:solidFill>
              </a:rPr>
              <a:t>Baez: </a:t>
            </a:r>
            <a:r>
              <a:rPr lang="es-AR" sz="2000" u="sng" dirty="0" smtClean="0">
                <a:solidFill>
                  <a:schemeClr val="hlink"/>
                </a:solidFill>
                <a:hlinkClick r:id="rId4"/>
              </a:rPr>
              <a:t>gbaez@frlp.utn.edu.ar</a:t>
            </a:r>
            <a:endParaRPr lang="es-AR" sz="2000" u="sng" dirty="0" smtClean="0">
              <a:solidFill>
                <a:schemeClr val="hlink"/>
              </a:solidFill>
            </a:endParaRPr>
          </a:p>
          <a:p>
            <a:pPr lvl="0" indent="0" algn="ctr">
              <a:spcBef>
                <a:spcPts val="1000"/>
              </a:spcBef>
              <a:buNone/>
            </a:pPr>
            <a:r>
              <a:rPr lang="es-ES" sz="2000" dirty="0" smtClean="0">
                <a:solidFill>
                  <a:schemeClr val="hlink"/>
                </a:solidFill>
              </a:rPr>
              <a:t>Ignacio </a:t>
            </a:r>
            <a:r>
              <a:rPr lang="es-ES" sz="2000" dirty="0">
                <a:solidFill>
                  <a:schemeClr val="hlink"/>
                </a:solidFill>
              </a:rPr>
              <a:t>Gallo: </a:t>
            </a:r>
            <a:r>
              <a:rPr lang="es-ES" sz="2000" u="sng" dirty="0">
                <a:solidFill>
                  <a:schemeClr val="hlink"/>
                </a:solidFill>
              </a:rPr>
              <a:t>ignacio.fixer@gmail.com</a:t>
            </a:r>
            <a:endParaRPr lang="en" sz="2000" u="sng" dirty="0" smtClean="0">
              <a:solidFill>
                <a:schemeClr val="hlink"/>
              </a:solidFill>
            </a:endParaRPr>
          </a:p>
          <a:p>
            <a:pPr lvl="0" indent="0" algn="ctr">
              <a:spcBef>
                <a:spcPts val="1000"/>
              </a:spcBef>
              <a:buNone/>
            </a:pPr>
            <a:r>
              <a:rPr lang="en" sz="2000" dirty="0" smtClean="0">
                <a:solidFill>
                  <a:schemeClr val="hlink"/>
                </a:solidFill>
              </a:rPr>
              <a:t>Facundo Traversa: </a:t>
            </a:r>
            <a:r>
              <a:rPr lang="es-AR" sz="2000" u="sng" dirty="0" smtClean="0">
                <a:solidFill>
                  <a:schemeClr val="hlink"/>
                </a:solidFill>
                <a:hlinkClick r:id="rId5"/>
              </a:rPr>
              <a:t>traversa.facundo@gmail.com</a:t>
            </a:r>
            <a:endParaRPr lang="es-AR" sz="2000" u="sng" dirty="0" smtClean="0">
              <a:solidFill>
                <a:schemeClr val="hlink"/>
              </a:solidFill>
            </a:endParaRPr>
          </a:p>
          <a:p>
            <a:pPr indent="0" algn="ctr">
              <a:spcBef>
                <a:spcPts val="1000"/>
              </a:spcBef>
              <a:buNone/>
            </a:pPr>
            <a:r>
              <a:rPr lang="en" sz="2000" dirty="0">
                <a:solidFill>
                  <a:schemeClr val="hlink"/>
                </a:solidFill>
              </a:rPr>
              <a:t>Agustin Manrique: </a:t>
            </a:r>
            <a:r>
              <a:rPr lang="es-AR" sz="2000" u="sng" dirty="0">
                <a:solidFill>
                  <a:schemeClr val="hlink"/>
                </a:solidFill>
              </a:rPr>
              <a:t>agustinmanriquee@gmail.com</a:t>
            </a:r>
            <a:endParaRPr lang="en" sz="2000" u="sng" dirty="0">
              <a:solidFill>
                <a:schemeClr val="hlink"/>
              </a:solidFill>
            </a:endParaRPr>
          </a:p>
          <a:p>
            <a:pPr lvl="0" indent="0" algn="ctr">
              <a:spcBef>
                <a:spcPts val="1000"/>
              </a:spcBef>
              <a:buNone/>
            </a:pPr>
            <a:endParaRPr lang="en" sz="2000" u="sng" dirty="0" smtClean="0">
              <a:solidFill>
                <a:schemeClr val="hlink"/>
              </a:solidFill>
            </a:endParaRPr>
          </a:p>
          <a:p>
            <a:pPr marL="0" lvl="0" indent="0" algn="l" rtl="0">
              <a:spcBef>
                <a:spcPts val="1000"/>
              </a:spcBef>
              <a:spcAft>
                <a:spcPts val="0"/>
              </a:spcAft>
              <a:buNone/>
            </a:pPr>
            <a:endParaRPr sz="2000" dirty="0"/>
          </a:p>
        </p:txBody>
      </p:sp>
    </p:spTree>
    <p:extLst>
      <p:ext uri="{BB962C8B-B14F-4D97-AF65-F5344CB8AC3E}">
        <p14:creationId xmlns:p14="http://schemas.microsoft.com/office/powerpoint/2010/main" val="41580875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4"/>
          <p:cNvSpPr txBox="1">
            <a:spLocks noGrp="1"/>
          </p:cNvSpPr>
          <p:nvPr>
            <p:ph type="title"/>
          </p:nvPr>
        </p:nvSpPr>
        <p:spPr>
          <a:xfrm>
            <a:off x="720000" y="133750"/>
            <a:ext cx="7704000" cy="672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rPr>
              <a:t>&lt;</a:t>
            </a:r>
            <a:r>
              <a:rPr lang="en" dirty="0"/>
              <a:t> </a:t>
            </a:r>
            <a:r>
              <a:rPr lang="en" dirty="0" smtClean="0"/>
              <a:t>Presentación S24</a:t>
            </a:r>
            <a:endParaRPr dirty="0"/>
          </a:p>
        </p:txBody>
      </p:sp>
      <p:sp>
        <p:nvSpPr>
          <p:cNvPr id="99" name="Google Shape;99;p14"/>
          <p:cNvSpPr txBox="1">
            <a:spLocks noGrp="1"/>
          </p:cNvSpPr>
          <p:nvPr>
            <p:ph type="body" idx="1"/>
          </p:nvPr>
        </p:nvSpPr>
        <p:spPr>
          <a:xfrm>
            <a:off x="720000" y="363775"/>
            <a:ext cx="7704000" cy="2581200"/>
          </a:xfrm>
          <a:prstGeom prst="rect">
            <a:avLst/>
          </a:prstGeom>
        </p:spPr>
        <p:txBody>
          <a:bodyPr spcFirstLastPara="1" wrap="square" lIns="91425" tIns="91425" rIns="91425" bIns="91425" anchor="t" anchorCtr="0">
            <a:noAutofit/>
          </a:bodyPr>
          <a:lstStyle/>
          <a:p>
            <a:pPr marL="457200" lvl="0" indent="0" algn="ctr" rtl="0">
              <a:spcBef>
                <a:spcPts val="0"/>
              </a:spcBef>
              <a:spcAft>
                <a:spcPts val="0"/>
              </a:spcAft>
              <a:buNone/>
            </a:pPr>
            <a:endParaRPr lang="en" sz="2000" dirty="0" smtClean="0"/>
          </a:p>
          <a:p>
            <a:pPr marL="457200" lvl="0" indent="0" algn="ctr" rtl="0">
              <a:spcBef>
                <a:spcPts val="0"/>
              </a:spcBef>
              <a:spcAft>
                <a:spcPts val="0"/>
              </a:spcAft>
              <a:buNone/>
            </a:pPr>
            <a:endParaRPr lang="en" sz="2000" dirty="0"/>
          </a:p>
          <a:p>
            <a:pPr marL="457200" lvl="0" indent="0" algn="ctr" rtl="0">
              <a:spcBef>
                <a:spcPts val="0"/>
              </a:spcBef>
              <a:spcAft>
                <a:spcPts val="0"/>
              </a:spcAft>
              <a:buNone/>
            </a:pPr>
            <a:r>
              <a:rPr lang="en" sz="2000" dirty="0" smtClean="0"/>
              <a:t>Docente</a:t>
            </a:r>
            <a:endParaRPr sz="2000" dirty="0"/>
          </a:p>
          <a:p>
            <a:pPr marL="457200" lvl="0" indent="0" algn="ctr" rtl="0">
              <a:spcBef>
                <a:spcPts val="1000"/>
              </a:spcBef>
              <a:spcAft>
                <a:spcPts val="0"/>
              </a:spcAft>
              <a:buNone/>
            </a:pPr>
            <a:r>
              <a:rPr lang="en" sz="2000" dirty="0"/>
              <a:t>Felix Paternoster: </a:t>
            </a:r>
            <a:r>
              <a:rPr lang="en" sz="2000" u="sng" dirty="0">
                <a:solidFill>
                  <a:schemeClr val="hlink"/>
                </a:solidFill>
                <a:hlinkClick r:id="rId3"/>
              </a:rPr>
              <a:t>pater@frlp.utn.edu.ar</a:t>
            </a:r>
            <a:endParaRPr sz="2000" dirty="0"/>
          </a:p>
          <a:p>
            <a:pPr marL="457200" lvl="0" indent="0" algn="ctr" rtl="0">
              <a:spcBef>
                <a:spcPts val="1000"/>
              </a:spcBef>
              <a:spcAft>
                <a:spcPts val="0"/>
              </a:spcAft>
              <a:buNone/>
            </a:pPr>
            <a:endParaRPr lang="en" sz="2000" dirty="0" smtClean="0"/>
          </a:p>
          <a:p>
            <a:pPr marL="457200" lvl="0" indent="0" algn="ctr" rtl="0">
              <a:spcBef>
                <a:spcPts val="1000"/>
              </a:spcBef>
              <a:spcAft>
                <a:spcPts val="0"/>
              </a:spcAft>
              <a:buNone/>
            </a:pPr>
            <a:r>
              <a:rPr lang="en" sz="2000" dirty="0" smtClean="0"/>
              <a:t>Ayudantes</a:t>
            </a:r>
            <a:endParaRPr sz="2000" dirty="0"/>
          </a:p>
          <a:p>
            <a:pPr lvl="0" indent="0" algn="ctr">
              <a:spcBef>
                <a:spcPts val="1000"/>
              </a:spcBef>
              <a:buNone/>
            </a:pPr>
            <a:r>
              <a:rPr lang="en" sz="2000" dirty="0" smtClean="0">
                <a:solidFill>
                  <a:schemeClr val="hlink"/>
                </a:solidFill>
              </a:rPr>
              <a:t>Agustin </a:t>
            </a:r>
            <a:r>
              <a:rPr lang="en" sz="2000" dirty="0" smtClean="0">
                <a:solidFill>
                  <a:schemeClr val="hlink"/>
                </a:solidFill>
              </a:rPr>
              <a:t>Manrique: </a:t>
            </a:r>
            <a:r>
              <a:rPr lang="es-AR" sz="2000" u="sng" dirty="0" smtClean="0">
                <a:solidFill>
                  <a:schemeClr val="hlink"/>
                </a:solidFill>
              </a:rPr>
              <a:t>agustinmanriquee@gmail.com</a:t>
            </a:r>
            <a:endParaRPr lang="en" sz="2000" u="sng" dirty="0" smtClean="0">
              <a:solidFill>
                <a:schemeClr val="hlink"/>
              </a:solidFill>
            </a:endParaRPr>
          </a:p>
          <a:p>
            <a:pPr lvl="0" indent="0" algn="ctr">
              <a:spcBef>
                <a:spcPts val="1000"/>
              </a:spcBef>
              <a:buNone/>
            </a:pPr>
            <a:r>
              <a:rPr lang="en" sz="2000" dirty="0" smtClean="0">
                <a:solidFill>
                  <a:schemeClr val="hlink"/>
                </a:solidFill>
              </a:rPr>
              <a:t>Facundo Traversa: </a:t>
            </a:r>
            <a:r>
              <a:rPr lang="es-AR" sz="2000" u="sng" dirty="0">
                <a:solidFill>
                  <a:schemeClr val="hlink"/>
                </a:solidFill>
              </a:rPr>
              <a:t>traversa.facundo@gmail.com</a:t>
            </a:r>
            <a:endParaRPr lang="en" sz="2000" u="sng" dirty="0" smtClean="0">
              <a:solidFill>
                <a:schemeClr val="hlink"/>
              </a:solidFill>
            </a:endParaRPr>
          </a:p>
          <a:p>
            <a:pPr lvl="0" indent="0" algn="ctr">
              <a:spcBef>
                <a:spcPts val="1000"/>
              </a:spcBef>
              <a:buNone/>
            </a:pPr>
            <a:r>
              <a:rPr lang="en" sz="2000" dirty="0" smtClean="0">
                <a:solidFill>
                  <a:schemeClr val="hlink"/>
                </a:solidFill>
              </a:rPr>
              <a:t>Tomas Usatorre: </a:t>
            </a:r>
            <a:r>
              <a:rPr lang="es-AR" sz="2000" u="sng" dirty="0" smtClean="0">
                <a:solidFill>
                  <a:schemeClr val="hlink"/>
                </a:solidFill>
              </a:rPr>
              <a:t>tomyusatorre@gmail.com</a:t>
            </a:r>
            <a:endParaRPr sz="2000" dirty="0" smtClean="0"/>
          </a:p>
          <a:p>
            <a:pPr marL="0" lvl="0" indent="0" algn="l" rtl="0">
              <a:spcBef>
                <a:spcPts val="1000"/>
              </a:spcBef>
              <a:spcAft>
                <a:spcPts val="0"/>
              </a:spcAft>
              <a:buNone/>
            </a:pPr>
            <a:endParaRPr sz="2000" dirty="0"/>
          </a:p>
        </p:txBody>
      </p:sp>
    </p:spTree>
    <p:extLst>
      <p:ext uri="{BB962C8B-B14F-4D97-AF65-F5344CB8AC3E}">
        <p14:creationId xmlns:p14="http://schemas.microsoft.com/office/powerpoint/2010/main" val="16841890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5"/>
          <p:cNvSpPr txBox="1">
            <a:spLocks noGrp="1"/>
          </p:cNvSpPr>
          <p:nvPr>
            <p:ph type="title"/>
          </p:nvPr>
        </p:nvSpPr>
        <p:spPr>
          <a:xfrm>
            <a:off x="720000" y="234700"/>
            <a:ext cx="7704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1"/>
                </a:solidFill>
              </a:rPr>
              <a:t>&lt;/</a:t>
            </a:r>
            <a:r>
              <a:rPr lang="en"/>
              <a:t>Desarrollo de la clase 1</a:t>
            </a:r>
            <a:endParaRPr/>
          </a:p>
        </p:txBody>
      </p:sp>
      <p:sp>
        <p:nvSpPr>
          <p:cNvPr id="111" name="Google Shape;111;p15"/>
          <p:cNvSpPr txBox="1"/>
          <p:nvPr/>
        </p:nvSpPr>
        <p:spPr>
          <a:xfrm>
            <a:off x="720000" y="1069950"/>
            <a:ext cx="6708000" cy="3719400"/>
          </a:xfrm>
          <a:prstGeom prst="rect">
            <a:avLst/>
          </a:prstGeom>
          <a:noFill/>
          <a:ln>
            <a:noFill/>
          </a:ln>
        </p:spPr>
        <p:txBody>
          <a:bodyPr spcFirstLastPara="1" wrap="square" lIns="91425" tIns="91425" rIns="91425" bIns="91425" anchor="t" anchorCtr="0">
            <a:noAutofit/>
          </a:bodyPr>
          <a:lstStyle/>
          <a:p>
            <a:pPr marL="457200" lvl="0" indent="-355600" algn="l" rtl="0">
              <a:lnSpc>
                <a:spcPct val="150000"/>
              </a:lnSpc>
              <a:spcBef>
                <a:spcPts val="0"/>
              </a:spcBef>
              <a:spcAft>
                <a:spcPts val="0"/>
              </a:spcAft>
              <a:buClr>
                <a:schemeClr val="dk1"/>
              </a:buClr>
              <a:buSzPts val="2000"/>
              <a:buFont typeface="Quantico"/>
              <a:buChar char="●"/>
            </a:pPr>
            <a:r>
              <a:rPr lang="en" sz="2000">
                <a:solidFill>
                  <a:schemeClr val="dk1"/>
                </a:solidFill>
                <a:latin typeface="Quantico"/>
                <a:ea typeface="Quantico"/>
                <a:cs typeface="Quantico"/>
                <a:sym typeface="Quantico"/>
              </a:rPr>
              <a:t>Nuevo paradigma para resolver problemas.</a:t>
            </a:r>
            <a:endParaRPr sz="2000">
              <a:solidFill>
                <a:schemeClr val="dk1"/>
              </a:solidFill>
              <a:latin typeface="Quantico"/>
              <a:ea typeface="Quantico"/>
              <a:cs typeface="Quantico"/>
              <a:sym typeface="Quantico"/>
            </a:endParaRPr>
          </a:p>
          <a:p>
            <a:pPr marL="457200" lvl="0" indent="-355600" algn="l" rtl="0">
              <a:lnSpc>
                <a:spcPct val="150000"/>
              </a:lnSpc>
              <a:spcBef>
                <a:spcPts val="0"/>
              </a:spcBef>
              <a:spcAft>
                <a:spcPts val="0"/>
              </a:spcAft>
              <a:buClr>
                <a:schemeClr val="dk1"/>
              </a:buClr>
              <a:buSzPts val="2000"/>
              <a:buFont typeface="Quantico"/>
              <a:buChar char="●"/>
            </a:pPr>
            <a:r>
              <a:rPr lang="en" sz="2000">
                <a:solidFill>
                  <a:schemeClr val="dk1"/>
                </a:solidFill>
                <a:latin typeface="Quantico"/>
                <a:ea typeface="Quantico"/>
                <a:cs typeface="Quantico"/>
                <a:sym typeface="Quantico"/>
              </a:rPr>
              <a:t>Definición de POO.</a:t>
            </a:r>
            <a:endParaRPr sz="2000">
              <a:solidFill>
                <a:schemeClr val="dk1"/>
              </a:solidFill>
              <a:latin typeface="Quantico"/>
              <a:ea typeface="Quantico"/>
              <a:cs typeface="Quantico"/>
              <a:sym typeface="Quantico"/>
            </a:endParaRPr>
          </a:p>
          <a:p>
            <a:pPr marL="457200" lvl="0" indent="-355600" algn="l" rtl="0">
              <a:lnSpc>
                <a:spcPct val="150000"/>
              </a:lnSpc>
              <a:spcBef>
                <a:spcPts val="0"/>
              </a:spcBef>
              <a:spcAft>
                <a:spcPts val="0"/>
              </a:spcAft>
              <a:buClr>
                <a:schemeClr val="dk1"/>
              </a:buClr>
              <a:buSzPts val="2000"/>
              <a:buFont typeface="Quantico"/>
              <a:buChar char="●"/>
            </a:pPr>
            <a:r>
              <a:rPr lang="en" sz="2000">
                <a:solidFill>
                  <a:schemeClr val="dk1"/>
                </a:solidFill>
                <a:latin typeface="Quantico"/>
                <a:ea typeface="Quantico"/>
                <a:cs typeface="Quantico"/>
                <a:sym typeface="Quantico"/>
              </a:rPr>
              <a:t>Definición de Objetos.</a:t>
            </a:r>
            <a:endParaRPr sz="2000">
              <a:solidFill>
                <a:schemeClr val="dk1"/>
              </a:solidFill>
              <a:latin typeface="Quantico"/>
              <a:ea typeface="Quantico"/>
              <a:cs typeface="Quantico"/>
              <a:sym typeface="Quantico"/>
            </a:endParaRPr>
          </a:p>
          <a:p>
            <a:pPr marL="457200" lvl="0" indent="-355600" algn="l" rtl="0">
              <a:lnSpc>
                <a:spcPct val="150000"/>
              </a:lnSpc>
              <a:spcBef>
                <a:spcPts val="0"/>
              </a:spcBef>
              <a:spcAft>
                <a:spcPts val="0"/>
              </a:spcAft>
              <a:buClr>
                <a:schemeClr val="dk1"/>
              </a:buClr>
              <a:buSzPts val="2000"/>
              <a:buFont typeface="Quantico"/>
              <a:buChar char="●"/>
            </a:pPr>
            <a:r>
              <a:rPr lang="en" sz="2000">
                <a:solidFill>
                  <a:schemeClr val="dk1"/>
                </a:solidFill>
                <a:latin typeface="Quantico"/>
                <a:ea typeface="Quantico"/>
                <a:cs typeface="Quantico"/>
                <a:sym typeface="Quantico"/>
              </a:rPr>
              <a:t>Definición de Clases.</a:t>
            </a:r>
            <a:endParaRPr sz="2000">
              <a:solidFill>
                <a:schemeClr val="dk1"/>
              </a:solidFill>
              <a:latin typeface="Quantico"/>
              <a:ea typeface="Quantico"/>
              <a:cs typeface="Quantico"/>
              <a:sym typeface="Quantico"/>
            </a:endParaRPr>
          </a:p>
          <a:p>
            <a:pPr marL="457200" lvl="0" indent="-355600" algn="l" rtl="0">
              <a:lnSpc>
                <a:spcPct val="150000"/>
              </a:lnSpc>
              <a:spcBef>
                <a:spcPts val="0"/>
              </a:spcBef>
              <a:spcAft>
                <a:spcPts val="0"/>
              </a:spcAft>
              <a:buClr>
                <a:schemeClr val="dk1"/>
              </a:buClr>
              <a:buSzPts val="2000"/>
              <a:buFont typeface="Quantico"/>
              <a:buChar char="●"/>
            </a:pPr>
            <a:r>
              <a:rPr lang="en" sz="2000">
                <a:solidFill>
                  <a:schemeClr val="dk1"/>
                </a:solidFill>
                <a:latin typeface="Quantico"/>
                <a:ea typeface="Quantico"/>
                <a:cs typeface="Quantico"/>
                <a:sym typeface="Quantico"/>
              </a:rPr>
              <a:t>Definición de Instancia.</a:t>
            </a:r>
            <a:endParaRPr sz="2000">
              <a:solidFill>
                <a:schemeClr val="dk1"/>
              </a:solidFill>
              <a:latin typeface="Quantico"/>
              <a:ea typeface="Quantico"/>
              <a:cs typeface="Quantico"/>
              <a:sym typeface="Quantico"/>
            </a:endParaRPr>
          </a:p>
          <a:p>
            <a:pPr marL="457200" lvl="0" indent="-355600" algn="l" rtl="0">
              <a:lnSpc>
                <a:spcPct val="150000"/>
              </a:lnSpc>
              <a:spcBef>
                <a:spcPts val="0"/>
              </a:spcBef>
              <a:spcAft>
                <a:spcPts val="0"/>
              </a:spcAft>
              <a:buClr>
                <a:schemeClr val="dk1"/>
              </a:buClr>
              <a:buSzPts val="2000"/>
              <a:buFont typeface="Quantico"/>
              <a:buChar char="●"/>
            </a:pPr>
            <a:r>
              <a:rPr lang="en" sz="2000">
                <a:solidFill>
                  <a:schemeClr val="dk1"/>
                </a:solidFill>
                <a:latin typeface="Quantico"/>
                <a:ea typeface="Quantico"/>
                <a:cs typeface="Quantico"/>
                <a:sym typeface="Quantico"/>
              </a:rPr>
              <a:t>4 pilares y Binding Dinámico.</a:t>
            </a:r>
            <a:endParaRPr sz="2000">
              <a:solidFill>
                <a:schemeClr val="dk1"/>
              </a:solidFill>
              <a:latin typeface="Quantico"/>
              <a:ea typeface="Quantico"/>
              <a:cs typeface="Quantico"/>
              <a:sym typeface="Quantico"/>
            </a:endParaRPr>
          </a:p>
          <a:p>
            <a:pPr marL="457200" lvl="0" indent="-355600" algn="l" rtl="0">
              <a:lnSpc>
                <a:spcPct val="150000"/>
              </a:lnSpc>
              <a:spcBef>
                <a:spcPts val="0"/>
              </a:spcBef>
              <a:spcAft>
                <a:spcPts val="0"/>
              </a:spcAft>
              <a:buClr>
                <a:schemeClr val="dk1"/>
              </a:buClr>
              <a:buSzPts val="2000"/>
              <a:buFont typeface="Quantico"/>
              <a:buChar char="●"/>
            </a:pPr>
            <a:r>
              <a:rPr lang="en" sz="2000">
                <a:solidFill>
                  <a:schemeClr val="dk1"/>
                </a:solidFill>
                <a:latin typeface="Quantico"/>
                <a:ea typeface="Quantico"/>
                <a:cs typeface="Quantico"/>
                <a:sym typeface="Quantico"/>
              </a:rPr>
              <a:t>Ejercicio para resolver.</a:t>
            </a:r>
            <a:endParaRPr sz="2000">
              <a:solidFill>
                <a:schemeClr val="dk1"/>
              </a:solidFill>
              <a:latin typeface="Quantico"/>
              <a:ea typeface="Quantico"/>
              <a:cs typeface="Quantico"/>
              <a:sym typeface="Quantico"/>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pSp>
        <p:nvGrpSpPr>
          <p:cNvPr id="116" name="Google Shape;116;p16"/>
          <p:cNvGrpSpPr/>
          <p:nvPr/>
        </p:nvGrpSpPr>
        <p:grpSpPr>
          <a:xfrm>
            <a:off x="653316" y="3666375"/>
            <a:ext cx="1945893" cy="1355061"/>
            <a:chOff x="5597905" y="1504193"/>
            <a:chExt cx="2834100" cy="1355061"/>
          </a:xfrm>
        </p:grpSpPr>
        <p:sp>
          <p:nvSpPr>
            <p:cNvPr id="117" name="Google Shape;117;p16"/>
            <p:cNvSpPr txBox="1"/>
            <p:nvPr/>
          </p:nvSpPr>
          <p:spPr>
            <a:xfrm>
              <a:off x="5597905" y="1504193"/>
              <a:ext cx="2834100" cy="1126800"/>
            </a:xfrm>
            <a:prstGeom prst="rect">
              <a:avLst/>
            </a:prstGeom>
            <a:noFill/>
            <a:ln>
              <a:noFill/>
            </a:ln>
          </p:spPr>
          <p:txBody>
            <a:bodyPr spcFirstLastPara="1" wrap="square" lIns="91425" tIns="91425" rIns="91425" bIns="91425" anchor="b" anchorCtr="0">
              <a:noAutofit/>
            </a:bodyPr>
            <a:lstStyle/>
            <a:p>
              <a:pPr marL="0" lvl="0" indent="0" algn="just" rtl="0">
                <a:spcBef>
                  <a:spcPts val="0"/>
                </a:spcBef>
                <a:spcAft>
                  <a:spcPts val="0"/>
                </a:spcAft>
                <a:buNone/>
              </a:pPr>
              <a:r>
                <a:rPr lang="en" sz="2000">
                  <a:solidFill>
                    <a:schemeClr val="dk1"/>
                  </a:solidFill>
                  <a:latin typeface="Quantico"/>
                  <a:ea typeface="Quantico"/>
                  <a:cs typeface="Quantico"/>
                  <a:sym typeface="Quantico"/>
                </a:rPr>
                <a:t>Identificar los elementos que intervienen</a:t>
              </a:r>
              <a:endParaRPr sz="2000">
                <a:solidFill>
                  <a:schemeClr val="dk1"/>
                </a:solidFill>
                <a:latin typeface="Quantico"/>
                <a:ea typeface="Quantico"/>
                <a:cs typeface="Quantico"/>
                <a:sym typeface="Quantico"/>
              </a:endParaRPr>
            </a:p>
          </p:txBody>
        </p:sp>
        <p:sp>
          <p:nvSpPr>
            <p:cNvPr id="118" name="Google Shape;118;p16"/>
            <p:cNvSpPr txBox="1"/>
            <p:nvPr/>
          </p:nvSpPr>
          <p:spPr>
            <a:xfrm>
              <a:off x="5685670" y="2490554"/>
              <a:ext cx="2658600" cy="368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Source Code Pro"/>
                  <a:ea typeface="Source Code Pro"/>
                  <a:cs typeface="Source Code Pro"/>
                  <a:sym typeface="Source Code Pro"/>
                </a:rPr>
                <a:t>(Objetos)</a:t>
              </a:r>
              <a:endParaRPr sz="1200">
                <a:solidFill>
                  <a:schemeClr val="dk1"/>
                </a:solidFill>
                <a:latin typeface="Source Code Pro"/>
                <a:ea typeface="Source Code Pro"/>
                <a:cs typeface="Source Code Pro"/>
                <a:sym typeface="Source Code Pro"/>
              </a:endParaRPr>
            </a:p>
          </p:txBody>
        </p:sp>
      </p:grpSp>
      <p:grpSp>
        <p:nvGrpSpPr>
          <p:cNvPr id="119" name="Google Shape;119;p16"/>
          <p:cNvGrpSpPr/>
          <p:nvPr/>
        </p:nvGrpSpPr>
        <p:grpSpPr>
          <a:xfrm>
            <a:off x="6106766" y="4005975"/>
            <a:ext cx="2819719" cy="933775"/>
            <a:chOff x="5772125" y="1552576"/>
            <a:chExt cx="2658607" cy="933775"/>
          </a:xfrm>
        </p:grpSpPr>
        <p:sp>
          <p:nvSpPr>
            <p:cNvPr id="120" name="Google Shape;120;p16"/>
            <p:cNvSpPr txBox="1"/>
            <p:nvPr/>
          </p:nvSpPr>
          <p:spPr>
            <a:xfrm>
              <a:off x="5772132" y="1552576"/>
              <a:ext cx="2658600" cy="457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a:solidFill>
                    <a:schemeClr val="dk1"/>
                  </a:solidFill>
                  <a:latin typeface="Quantico"/>
                  <a:ea typeface="Quantico"/>
                  <a:cs typeface="Quantico"/>
                  <a:sym typeface="Quantico"/>
                </a:rPr>
                <a:t>Utilizar los elementos</a:t>
              </a:r>
              <a:endParaRPr sz="2200">
                <a:solidFill>
                  <a:schemeClr val="dk1"/>
                </a:solidFill>
                <a:latin typeface="Quantico"/>
                <a:ea typeface="Quantico"/>
                <a:cs typeface="Quantico"/>
                <a:sym typeface="Quantico"/>
              </a:endParaRPr>
            </a:p>
          </p:txBody>
        </p:sp>
        <p:sp>
          <p:nvSpPr>
            <p:cNvPr id="121" name="Google Shape;121;p16"/>
            <p:cNvSpPr txBox="1"/>
            <p:nvPr/>
          </p:nvSpPr>
          <p:spPr>
            <a:xfrm>
              <a:off x="5772125" y="1937651"/>
              <a:ext cx="2658600" cy="548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Source Code Pro"/>
                  <a:ea typeface="Source Code Pro"/>
                  <a:cs typeface="Source Code Pro"/>
                  <a:sym typeface="Source Code Pro"/>
                </a:rPr>
                <a:t>Aplicación</a:t>
              </a:r>
              <a:endParaRPr sz="1200">
                <a:solidFill>
                  <a:schemeClr val="dk1"/>
                </a:solidFill>
                <a:latin typeface="Source Code Pro"/>
                <a:ea typeface="Source Code Pro"/>
                <a:cs typeface="Source Code Pro"/>
                <a:sym typeface="Source Code Pro"/>
              </a:endParaRPr>
            </a:p>
          </p:txBody>
        </p:sp>
      </p:grpSp>
      <p:grpSp>
        <p:nvGrpSpPr>
          <p:cNvPr id="122" name="Google Shape;122;p16"/>
          <p:cNvGrpSpPr/>
          <p:nvPr/>
        </p:nvGrpSpPr>
        <p:grpSpPr>
          <a:xfrm>
            <a:off x="3498083" y="4007839"/>
            <a:ext cx="2135146" cy="724085"/>
            <a:chOff x="5371152" y="1552568"/>
            <a:chExt cx="4272000" cy="724085"/>
          </a:xfrm>
        </p:grpSpPr>
        <p:sp>
          <p:nvSpPr>
            <p:cNvPr id="123" name="Google Shape;123;p16"/>
            <p:cNvSpPr txBox="1"/>
            <p:nvPr/>
          </p:nvSpPr>
          <p:spPr>
            <a:xfrm>
              <a:off x="5371152" y="1552568"/>
              <a:ext cx="4272000" cy="457200"/>
            </a:xfrm>
            <a:prstGeom prst="rect">
              <a:avLst/>
            </a:prstGeom>
            <a:noFill/>
            <a:ln>
              <a:noFill/>
            </a:ln>
          </p:spPr>
          <p:txBody>
            <a:bodyPr spcFirstLastPara="1" wrap="square" lIns="91425" tIns="91425" rIns="91425" bIns="91425" anchor="b" anchorCtr="0">
              <a:noAutofit/>
            </a:bodyPr>
            <a:lstStyle/>
            <a:p>
              <a:pPr marL="0" lvl="0" indent="0" algn="just" rtl="0">
                <a:spcBef>
                  <a:spcPts val="0"/>
                </a:spcBef>
                <a:spcAft>
                  <a:spcPts val="0"/>
                </a:spcAft>
                <a:buNone/>
              </a:pPr>
              <a:r>
                <a:rPr lang="en" sz="2000">
                  <a:solidFill>
                    <a:schemeClr val="dk1"/>
                  </a:solidFill>
                  <a:latin typeface="Quantico"/>
                  <a:ea typeface="Quantico"/>
                  <a:cs typeface="Quantico"/>
                  <a:sym typeface="Quantico"/>
                </a:rPr>
                <a:t>Analizar el comportamiento</a:t>
              </a:r>
              <a:endParaRPr sz="2000">
                <a:solidFill>
                  <a:schemeClr val="dk1"/>
                </a:solidFill>
                <a:latin typeface="Quantico"/>
                <a:ea typeface="Quantico"/>
                <a:cs typeface="Quantico"/>
                <a:sym typeface="Quantico"/>
              </a:endParaRPr>
            </a:p>
          </p:txBody>
        </p:sp>
        <p:sp>
          <p:nvSpPr>
            <p:cNvPr id="124" name="Google Shape;124;p16"/>
            <p:cNvSpPr txBox="1"/>
            <p:nvPr/>
          </p:nvSpPr>
          <p:spPr>
            <a:xfrm>
              <a:off x="6172807" y="1937653"/>
              <a:ext cx="2658600" cy="339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Source Code Pro"/>
                  <a:ea typeface="Source Code Pro"/>
                  <a:cs typeface="Source Code Pro"/>
                  <a:sym typeface="Source Code Pro"/>
                </a:rPr>
                <a:t>Metodos</a:t>
              </a:r>
              <a:endParaRPr sz="1200">
                <a:solidFill>
                  <a:schemeClr val="dk1"/>
                </a:solidFill>
                <a:latin typeface="Source Code Pro"/>
                <a:ea typeface="Source Code Pro"/>
                <a:cs typeface="Source Code Pro"/>
                <a:sym typeface="Source Code Pro"/>
              </a:endParaRPr>
            </a:p>
          </p:txBody>
        </p:sp>
      </p:grpSp>
      <p:grpSp>
        <p:nvGrpSpPr>
          <p:cNvPr id="125" name="Google Shape;125;p16"/>
          <p:cNvGrpSpPr/>
          <p:nvPr/>
        </p:nvGrpSpPr>
        <p:grpSpPr>
          <a:xfrm>
            <a:off x="1875650" y="1503755"/>
            <a:ext cx="2523600" cy="631982"/>
            <a:chOff x="2366111" y="2069601"/>
            <a:chExt cx="2523600" cy="631982"/>
          </a:xfrm>
        </p:grpSpPr>
        <p:sp>
          <p:nvSpPr>
            <p:cNvPr id="126" name="Google Shape;126;p16"/>
            <p:cNvSpPr txBox="1"/>
            <p:nvPr/>
          </p:nvSpPr>
          <p:spPr>
            <a:xfrm>
              <a:off x="2366111" y="2244383"/>
              <a:ext cx="2523600" cy="4572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 sz="2200">
                  <a:solidFill>
                    <a:schemeClr val="dk1"/>
                  </a:solidFill>
                  <a:latin typeface="Quantico"/>
                  <a:ea typeface="Quantico"/>
                  <a:cs typeface="Quantico"/>
                  <a:sym typeface="Quantico"/>
                </a:rPr>
                <a:t>Ver los datos que los representan</a:t>
              </a:r>
              <a:endParaRPr sz="2200">
                <a:solidFill>
                  <a:schemeClr val="dk1"/>
                </a:solidFill>
                <a:latin typeface="Quantico"/>
                <a:ea typeface="Quantico"/>
                <a:cs typeface="Quantico"/>
                <a:sym typeface="Quantico"/>
              </a:endParaRPr>
            </a:p>
          </p:txBody>
        </p:sp>
        <p:sp>
          <p:nvSpPr>
            <p:cNvPr id="127" name="Google Shape;127;p16"/>
            <p:cNvSpPr txBox="1"/>
            <p:nvPr/>
          </p:nvSpPr>
          <p:spPr>
            <a:xfrm>
              <a:off x="2675286" y="2069601"/>
              <a:ext cx="1825500" cy="3390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200">
                  <a:solidFill>
                    <a:schemeClr val="dk1"/>
                  </a:solidFill>
                  <a:latin typeface="Source Code Pro"/>
                  <a:ea typeface="Source Code Pro"/>
                  <a:cs typeface="Source Code Pro"/>
                  <a:sym typeface="Source Code Pro"/>
                </a:rPr>
                <a:t>Atributos</a:t>
              </a:r>
              <a:endParaRPr sz="1200">
                <a:solidFill>
                  <a:schemeClr val="dk1"/>
                </a:solidFill>
                <a:latin typeface="Source Code Pro"/>
                <a:ea typeface="Source Code Pro"/>
                <a:cs typeface="Source Code Pro"/>
                <a:sym typeface="Source Code Pro"/>
              </a:endParaRPr>
            </a:p>
          </p:txBody>
        </p:sp>
      </p:grpSp>
      <p:grpSp>
        <p:nvGrpSpPr>
          <p:cNvPr id="128" name="Google Shape;128;p16"/>
          <p:cNvGrpSpPr/>
          <p:nvPr/>
        </p:nvGrpSpPr>
        <p:grpSpPr>
          <a:xfrm>
            <a:off x="4633399" y="1345104"/>
            <a:ext cx="2819700" cy="860196"/>
            <a:chOff x="2181410" y="2139550"/>
            <a:chExt cx="2819700" cy="860196"/>
          </a:xfrm>
        </p:grpSpPr>
        <p:sp>
          <p:nvSpPr>
            <p:cNvPr id="129" name="Google Shape;129;p16"/>
            <p:cNvSpPr txBox="1"/>
            <p:nvPr/>
          </p:nvSpPr>
          <p:spPr>
            <a:xfrm>
              <a:off x="2181410" y="2542546"/>
              <a:ext cx="2819700" cy="457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a:solidFill>
                    <a:schemeClr val="dk1"/>
                  </a:solidFill>
                  <a:latin typeface="Quantico"/>
                  <a:ea typeface="Quantico"/>
                  <a:cs typeface="Quantico"/>
                  <a:sym typeface="Quantico"/>
                </a:rPr>
                <a:t>Desarrollar la plantilla</a:t>
              </a:r>
              <a:endParaRPr sz="2200">
                <a:solidFill>
                  <a:schemeClr val="dk1"/>
                </a:solidFill>
                <a:latin typeface="Quantico"/>
                <a:ea typeface="Quantico"/>
                <a:cs typeface="Quantico"/>
                <a:sym typeface="Quantico"/>
              </a:endParaRPr>
            </a:p>
          </p:txBody>
        </p:sp>
        <p:sp>
          <p:nvSpPr>
            <p:cNvPr id="130" name="Google Shape;130;p16"/>
            <p:cNvSpPr txBox="1"/>
            <p:nvPr/>
          </p:nvSpPr>
          <p:spPr>
            <a:xfrm>
              <a:off x="2675294" y="2139550"/>
              <a:ext cx="1825500" cy="548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200">
                  <a:solidFill>
                    <a:schemeClr val="dk1"/>
                  </a:solidFill>
                  <a:latin typeface="Source Code Pro"/>
                  <a:ea typeface="Source Code Pro"/>
                  <a:cs typeface="Source Code Pro"/>
                  <a:sym typeface="Source Code Pro"/>
                </a:rPr>
                <a:t>Clase</a:t>
              </a:r>
              <a:endParaRPr sz="1200">
                <a:solidFill>
                  <a:schemeClr val="dk1"/>
                </a:solidFill>
                <a:latin typeface="Source Code Pro"/>
                <a:ea typeface="Source Code Pro"/>
                <a:cs typeface="Source Code Pro"/>
                <a:sym typeface="Source Code Pro"/>
              </a:endParaRPr>
            </a:p>
          </p:txBody>
        </p:sp>
      </p:grpSp>
      <p:sp>
        <p:nvSpPr>
          <p:cNvPr id="131" name="Google Shape;131;p16"/>
          <p:cNvSpPr/>
          <p:nvPr/>
        </p:nvSpPr>
        <p:spPr>
          <a:xfrm>
            <a:off x="1377060" y="2857282"/>
            <a:ext cx="498600" cy="498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solidFill>
                <a:schemeClr val="lt1"/>
              </a:solidFill>
              <a:latin typeface="Quantico"/>
              <a:ea typeface="Quantico"/>
              <a:cs typeface="Quantico"/>
              <a:sym typeface="Quantico"/>
            </a:endParaRPr>
          </a:p>
        </p:txBody>
      </p:sp>
      <p:sp>
        <p:nvSpPr>
          <p:cNvPr id="132" name="Google Shape;132;p16"/>
          <p:cNvSpPr/>
          <p:nvPr/>
        </p:nvSpPr>
        <p:spPr>
          <a:xfrm>
            <a:off x="2848285" y="2857282"/>
            <a:ext cx="498600" cy="498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solidFill>
                <a:schemeClr val="lt1"/>
              </a:solidFill>
              <a:latin typeface="Quantico"/>
              <a:ea typeface="Quantico"/>
              <a:cs typeface="Quantico"/>
              <a:sym typeface="Quantico"/>
            </a:endParaRPr>
          </a:p>
        </p:txBody>
      </p:sp>
      <p:sp>
        <p:nvSpPr>
          <p:cNvPr id="133" name="Google Shape;133;p16"/>
          <p:cNvSpPr/>
          <p:nvPr/>
        </p:nvSpPr>
        <p:spPr>
          <a:xfrm>
            <a:off x="4319510" y="2857282"/>
            <a:ext cx="498600" cy="498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solidFill>
                <a:schemeClr val="lt1"/>
              </a:solidFill>
              <a:latin typeface="Quantico"/>
              <a:ea typeface="Quantico"/>
              <a:cs typeface="Quantico"/>
              <a:sym typeface="Quantico"/>
            </a:endParaRPr>
          </a:p>
        </p:txBody>
      </p:sp>
      <p:sp>
        <p:nvSpPr>
          <p:cNvPr id="134" name="Google Shape;134;p16"/>
          <p:cNvSpPr/>
          <p:nvPr/>
        </p:nvSpPr>
        <p:spPr>
          <a:xfrm>
            <a:off x="5790735" y="2857282"/>
            <a:ext cx="498600" cy="498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solidFill>
                <a:schemeClr val="lt1"/>
              </a:solidFill>
              <a:latin typeface="Quantico"/>
              <a:ea typeface="Quantico"/>
              <a:cs typeface="Quantico"/>
              <a:sym typeface="Quantico"/>
            </a:endParaRPr>
          </a:p>
        </p:txBody>
      </p:sp>
      <p:sp>
        <p:nvSpPr>
          <p:cNvPr id="135" name="Google Shape;135;p16"/>
          <p:cNvSpPr/>
          <p:nvPr/>
        </p:nvSpPr>
        <p:spPr>
          <a:xfrm>
            <a:off x="7261960" y="2857282"/>
            <a:ext cx="498600" cy="498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solidFill>
                <a:schemeClr val="lt1"/>
              </a:solidFill>
              <a:latin typeface="Quantico"/>
              <a:ea typeface="Quantico"/>
              <a:cs typeface="Quantico"/>
              <a:sym typeface="Quantico"/>
            </a:endParaRPr>
          </a:p>
        </p:txBody>
      </p:sp>
      <p:cxnSp>
        <p:nvCxnSpPr>
          <p:cNvPr id="136" name="Google Shape;136;p16"/>
          <p:cNvCxnSpPr>
            <a:stCxn id="131" idx="0"/>
            <a:endCxn id="132" idx="1"/>
          </p:cNvCxnSpPr>
          <p:nvPr/>
        </p:nvCxnSpPr>
        <p:spPr>
          <a:xfrm rot="-5400000" flipH="1">
            <a:off x="2112660" y="2370982"/>
            <a:ext cx="249300" cy="1221900"/>
          </a:xfrm>
          <a:prstGeom prst="bentConnector4">
            <a:avLst>
              <a:gd name="adj1" fmla="val -95517"/>
              <a:gd name="adj2" fmla="val 60202"/>
            </a:avLst>
          </a:prstGeom>
          <a:noFill/>
          <a:ln w="9525" cap="flat" cmpd="sng">
            <a:solidFill>
              <a:schemeClr val="dk1"/>
            </a:solidFill>
            <a:prstDash val="solid"/>
            <a:round/>
            <a:headEnd type="none" w="med" len="med"/>
            <a:tailEnd type="none" w="med" len="med"/>
          </a:ln>
        </p:spPr>
      </p:cxnSp>
      <p:cxnSp>
        <p:nvCxnSpPr>
          <p:cNvPr id="137" name="Google Shape;137;p16"/>
          <p:cNvCxnSpPr>
            <a:stCxn id="132" idx="2"/>
            <a:endCxn id="133" idx="1"/>
          </p:cNvCxnSpPr>
          <p:nvPr/>
        </p:nvCxnSpPr>
        <p:spPr>
          <a:xfrm rot="-5400000">
            <a:off x="3583885" y="2620282"/>
            <a:ext cx="249300" cy="1221900"/>
          </a:xfrm>
          <a:prstGeom prst="bentConnector4">
            <a:avLst>
              <a:gd name="adj1" fmla="val -95517"/>
              <a:gd name="adj2" fmla="val 60202"/>
            </a:avLst>
          </a:prstGeom>
          <a:noFill/>
          <a:ln w="9525" cap="flat" cmpd="sng">
            <a:solidFill>
              <a:schemeClr val="dk1"/>
            </a:solidFill>
            <a:prstDash val="solid"/>
            <a:round/>
            <a:headEnd type="none" w="med" len="med"/>
            <a:tailEnd type="none" w="med" len="med"/>
          </a:ln>
        </p:spPr>
      </p:cxnSp>
      <p:cxnSp>
        <p:nvCxnSpPr>
          <p:cNvPr id="138" name="Google Shape;138;p16"/>
          <p:cNvCxnSpPr>
            <a:stCxn id="133" idx="0"/>
            <a:endCxn id="134" idx="1"/>
          </p:cNvCxnSpPr>
          <p:nvPr/>
        </p:nvCxnSpPr>
        <p:spPr>
          <a:xfrm rot="-5400000" flipH="1">
            <a:off x="5055110" y="2370982"/>
            <a:ext cx="249300" cy="1221900"/>
          </a:xfrm>
          <a:prstGeom prst="bentConnector4">
            <a:avLst>
              <a:gd name="adj1" fmla="val -95517"/>
              <a:gd name="adj2" fmla="val 60202"/>
            </a:avLst>
          </a:prstGeom>
          <a:noFill/>
          <a:ln w="9525" cap="flat" cmpd="sng">
            <a:solidFill>
              <a:schemeClr val="dk1"/>
            </a:solidFill>
            <a:prstDash val="solid"/>
            <a:round/>
            <a:headEnd type="none" w="med" len="med"/>
            <a:tailEnd type="none" w="med" len="med"/>
          </a:ln>
        </p:spPr>
      </p:cxnSp>
      <p:cxnSp>
        <p:nvCxnSpPr>
          <p:cNvPr id="139" name="Google Shape;139;p16"/>
          <p:cNvCxnSpPr>
            <a:stCxn id="134" idx="2"/>
            <a:endCxn id="135" idx="1"/>
          </p:cNvCxnSpPr>
          <p:nvPr/>
        </p:nvCxnSpPr>
        <p:spPr>
          <a:xfrm rot="-5400000">
            <a:off x="6526335" y="2620282"/>
            <a:ext cx="249300" cy="1221900"/>
          </a:xfrm>
          <a:prstGeom prst="bentConnector4">
            <a:avLst>
              <a:gd name="adj1" fmla="val -95517"/>
              <a:gd name="adj2" fmla="val 60202"/>
            </a:avLst>
          </a:prstGeom>
          <a:noFill/>
          <a:ln w="9525" cap="flat" cmpd="sng">
            <a:solidFill>
              <a:schemeClr val="dk1"/>
            </a:solidFill>
            <a:prstDash val="solid"/>
            <a:round/>
            <a:headEnd type="none" w="med" len="med"/>
            <a:tailEnd type="none" w="med" len="med"/>
          </a:ln>
        </p:spPr>
      </p:cxnSp>
      <p:cxnSp>
        <p:nvCxnSpPr>
          <p:cNvPr id="140" name="Google Shape;140;p16"/>
          <p:cNvCxnSpPr>
            <a:stCxn id="132" idx="0"/>
          </p:cNvCxnSpPr>
          <p:nvPr/>
        </p:nvCxnSpPr>
        <p:spPr>
          <a:xfrm rot="10800000">
            <a:off x="3088885" y="2518582"/>
            <a:ext cx="8700" cy="338700"/>
          </a:xfrm>
          <a:prstGeom prst="straightConnector1">
            <a:avLst/>
          </a:prstGeom>
          <a:noFill/>
          <a:ln w="9525" cap="flat" cmpd="sng">
            <a:solidFill>
              <a:schemeClr val="dk1"/>
            </a:solidFill>
            <a:prstDash val="solid"/>
            <a:round/>
            <a:headEnd type="none" w="med" len="med"/>
            <a:tailEnd type="none" w="med" len="med"/>
          </a:ln>
        </p:spPr>
      </p:cxnSp>
      <p:cxnSp>
        <p:nvCxnSpPr>
          <p:cNvPr id="141" name="Google Shape;141;p16"/>
          <p:cNvCxnSpPr>
            <a:stCxn id="131" idx="2"/>
            <a:endCxn id="117" idx="0"/>
          </p:cNvCxnSpPr>
          <p:nvPr/>
        </p:nvCxnSpPr>
        <p:spPr>
          <a:xfrm>
            <a:off x="1626360" y="3355882"/>
            <a:ext cx="0" cy="310500"/>
          </a:xfrm>
          <a:prstGeom prst="straightConnector1">
            <a:avLst/>
          </a:prstGeom>
          <a:noFill/>
          <a:ln w="9525" cap="flat" cmpd="sng">
            <a:solidFill>
              <a:schemeClr val="dk1"/>
            </a:solidFill>
            <a:prstDash val="solid"/>
            <a:round/>
            <a:headEnd type="none" w="med" len="med"/>
            <a:tailEnd type="none" w="med" len="med"/>
          </a:ln>
        </p:spPr>
      </p:cxnSp>
      <p:cxnSp>
        <p:nvCxnSpPr>
          <p:cNvPr id="142" name="Google Shape;142;p16"/>
          <p:cNvCxnSpPr>
            <a:stCxn id="133" idx="2"/>
          </p:cNvCxnSpPr>
          <p:nvPr/>
        </p:nvCxnSpPr>
        <p:spPr>
          <a:xfrm flipH="1">
            <a:off x="4562510" y="3355882"/>
            <a:ext cx="6300" cy="310500"/>
          </a:xfrm>
          <a:prstGeom prst="straightConnector1">
            <a:avLst/>
          </a:prstGeom>
          <a:noFill/>
          <a:ln w="9525" cap="flat" cmpd="sng">
            <a:solidFill>
              <a:schemeClr val="dk1"/>
            </a:solidFill>
            <a:prstDash val="solid"/>
            <a:round/>
            <a:headEnd type="none" w="med" len="med"/>
            <a:tailEnd type="none" w="med" len="med"/>
          </a:ln>
        </p:spPr>
      </p:cxnSp>
      <p:cxnSp>
        <p:nvCxnSpPr>
          <p:cNvPr id="143" name="Google Shape;143;p16"/>
          <p:cNvCxnSpPr/>
          <p:nvPr/>
        </p:nvCxnSpPr>
        <p:spPr>
          <a:xfrm rot="10800000" flipH="1">
            <a:off x="6035835" y="2509319"/>
            <a:ext cx="8400" cy="306600"/>
          </a:xfrm>
          <a:prstGeom prst="straightConnector1">
            <a:avLst/>
          </a:prstGeom>
          <a:noFill/>
          <a:ln w="9525" cap="flat" cmpd="sng">
            <a:solidFill>
              <a:schemeClr val="dk1"/>
            </a:solidFill>
            <a:prstDash val="solid"/>
            <a:round/>
            <a:headEnd type="none" w="med" len="med"/>
            <a:tailEnd type="none" w="med" len="med"/>
          </a:ln>
        </p:spPr>
      </p:cxnSp>
      <p:cxnSp>
        <p:nvCxnSpPr>
          <p:cNvPr id="144" name="Google Shape;144;p16"/>
          <p:cNvCxnSpPr>
            <a:stCxn id="135" idx="2"/>
          </p:cNvCxnSpPr>
          <p:nvPr/>
        </p:nvCxnSpPr>
        <p:spPr>
          <a:xfrm flipH="1">
            <a:off x="7509760" y="3355882"/>
            <a:ext cx="1500" cy="339000"/>
          </a:xfrm>
          <a:prstGeom prst="straightConnector1">
            <a:avLst/>
          </a:prstGeom>
          <a:noFill/>
          <a:ln w="9525" cap="flat" cmpd="sng">
            <a:solidFill>
              <a:schemeClr val="dk1"/>
            </a:solidFill>
            <a:prstDash val="solid"/>
            <a:round/>
            <a:headEnd type="none" w="med" len="med"/>
            <a:tailEnd type="none" w="med" len="med"/>
          </a:ln>
        </p:spPr>
      </p:cxnSp>
      <p:grpSp>
        <p:nvGrpSpPr>
          <p:cNvPr id="145" name="Google Shape;145;p16"/>
          <p:cNvGrpSpPr/>
          <p:nvPr/>
        </p:nvGrpSpPr>
        <p:grpSpPr>
          <a:xfrm>
            <a:off x="7331640" y="2942692"/>
            <a:ext cx="359213" cy="327807"/>
            <a:chOff x="1958520" y="2302574"/>
            <a:chExt cx="359213" cy="327807"/>
          </a:xfrm>
        </p:grpSpPr>
        <p:sp>
          <p:nvSpPr>
            <p:cNvPr id="146" name="Google Shape;146;p16"/>
            <p:cNvSpPr/>
            <p:nvPr/>
          </p:nvSpPr>
          <p:spPr>
            <a:xfrm>
              <a:off x="1958520" y="2302574"/>
              <a:ext cx="359213" cy="327807"/>
            </a:xfrm>
            <a:custGeom>
              <a:avLst/>
              <a:gdLst/>
              <a:ahLst/>
              <a:cxnLst/>
              <a:rect l="l" t="t" r="r" b="b"/>
              <a:pathLst>
                <a:path w="11312" h="10323" extrusionOk="0">
                  <a:moveTo>
                    <a:pt x="7168" y="8132"/>
                  </a:moveTo>
                  <a:lnTo>
                    <a:pt x="7501" y="9204"/>
                  </a:lnTo>
                  <a:lnTo>
                    <a:pt x="3799" y="9204"/>
                  </a:lnTo>
                  <a:lnTo>
                    <a:pt x="4120" y="8132"/>
                  </a:lnTo>
                  <a:close/>
                  <a:moveTo>
                    <a:pt x="8466" y="9537"/>
                  </a:moveTo>
                  <a:cubicBezTo>
                    <a:pt x="8597" y="9537"/>
                    <a:pt x="8704" y="9656"/>
                    <a:pt x="8704" y="9775"/>
                  </a:cubicBezTo>
                  <a:cubicBezTo>
                    <a:pt x="8704" y="9906"/>
                    <a:pt x="8597" y="10013"/>
                    <a:pt x="8466" y="10013"/>
                  </a:cubicBezTo>
                  <a:lnTo>
                    <a:pt x="2810" y="10013"/>
                  </a:lnTo>
                  <a:cubicBezTo>
                    <a:pt x="2679" y="10013"/>
                    <a:pt x="2572" y="9906"/>
                    <a:pt x="2572" y="9775"/>
                  </a:cubicBezTo>
                  <a:cubicBezTo>
                    <a:pt x="2572" y="9644"/>
                    <a:pt x="2679" y="9537"/>
                    <a:pt x="2810" y="9537"/>
                  </a:cubicBezTo>
                  <a:close/>
                  <a:moveTo>
                    <a:pt x="1072" y="0"/>
                  </a:moveTo>
                  <a:cubicBezTo>
                    <a:pt x="477" y="0"/>
                    <a:pt x="0" y="476"/>
                    <a:pt x="0" y="1072"/>
                  </a:cubicBezTo>
                  <a:lnTo>
                    <a:pt x="0" y="7049"/>
                  </a:lnTo>
                  <a:cubicBezTo>
                    <a:pt x="0" y="7644"/>
                    <a:pt x="477" y="8120"/>
                    <a:pt x="1072" y="8120"/>
                  </a:cubicBezTo>
                  <a:lnTo>
                    <a:pt x="3763" y="8120"/>
                  </a:lnTo>
                  <a:lnTo>
                    <a:pt x="3441" y="9192"/>
                  </a:lnTo>
                  <a:lnTo>
                    <a:pt x="2822" y="9192"/>
                  </a:lnTo>
                  <a:cubicBezTo>
                    <a:pt x="2513" y="9192"/>
                    <a:pt x="2263" y="9442"/>
                    <a:pt x="2263" y="9751"/>
                  </a:cubicBezTo>
                  <a:cubicBezTo>
                    <a:pt x="2263" y="10073"/>
                    <a:pt x="2513" y="10323"/>
                    <a:pt x="2822" y="10323"/>
                  </a:cubicBezTo>
                  <a:lnTo>
                    <a:pt x="8478" y="10323"/>
                  </a:lnTo>
                  <a:cubicBezTo>
                    <a:pt x="8799" y="10323"/>
                    <a:pt x="9049" y="10073"/>
                    <a:pt x="9049" y="9751"/>
                  </a:cubicBezTo>
                  <a:cubicBezTo>
                    <a:pt x="9049" y="9442"/>
                    <a:pt x="8799" y="9192"/>
                    <a:pt x="8478" y="9192"/>
                  </a:cubicBezTo>
                  <a:lnTo>
                    <a:pt x="7870" y="9192"/>
                  </a:lnTo>
                  <a:lnTo>
                    <a:pt x="7549" y="8120"/>
                  </a:lnTo>
                  <a:lnTo>
                    <a:pt x="10240" y="8120"/>
                  </a:lnTo>
                  <a:cubicBezTo>
                    <a:pt x="10835" y="8120"/>
                    <a:pt x="11311" y="7644"/>
                    <a:pt x="11311" y="7049"/>
                  </a:cubicBezTo>
                  <a:lnTo>
                    <a:pt x="11311" y="1072"/>
                  </a:lnTo>
                  <a:cubicBezTo>
                    <a:pt x="11299" y="488"/>
                    <a:pt x="10823" y="0"/>
                    <a:pt x="10228" y="0"/>
                  </a:cubicBezTo>
                  <a:lnTo>
                    <a:pt x="2786" y="0"/>
                  </a:lnTo>
                  <a:cubicBezTo>
                    <a:pt x="2691" y="0"/>
                    <a:pt x="2620" y="72"/>
                    <a:pt x="2620" y="155"/>
                  </a:cubicBezTo>
                  <a:cubicBezTo>
                    <a:pt x="2620" y="250"/>
                    <a:pt x="2691" y="322"/>
                    <a:pt x="2786" y="322"/>
                  </a:cubicBezTo>
                  <a:lnTo>
                    <a:pt x="10228" y="322"/>
                  </a:lnTo>
                  <a:cubicBezTo>
                    <a:pt x="10621" y="322"/>
                    <a:pt x="10966" y="655"/>
                    <a:pt x="10966" y="1072"/>
                  </a:cubicBezTo>
                  <a:lnTo>
                    <a:pt x="10966" y="7049"/>
                  </a:lnTo>
                  <a:cubicBezTo>
                    <a:pt x="10966" y="7453"/>
                    <a:pt x="10645" y="7799"/>
                    <a:pt x="10228" y="7799"/>
                  </a:cubicBezTo>
                  <a:lnTo>
                    <a:pt x="1072" y="7799"/>
                  </a:lnTo>
                  <a:cubicBezTo>
                    <a:pt x="667" y="7799"/>
                    <a:pt x="322" y="7465"/>
                    <a:pt x="322" y="7049"/>
                  </a:cubicBezTo>
                  <a:lnTo>
                    <a:pt x="322" y="1072"/>
                  </a:lnTo>
                  <a:cubicBezTo>
                    <a:pt x="322" y="667"/>
                    <a:pt x="655" y="322"/>
                    <a:pt x="1072" y="322"/>
                  </a:cubicBezTo>
                  <a:lnTo>
                    <a:pt x="2108" y="322"/>
                  </a:lnTo>
                  <a:cubicBezTo>
                    <a:pt x="2203" y="322"/>
                    <a:pt x="2275" y="250"/>
                    <a:pt x="2275" y="155"/>
                  </a:cubicBezTo>
                  <a:cubicBezTo>
                    <a:pt x="2275" y="72"/>
                    <a:pt x="2203" y="0"/>
                    <a:pt x="21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6"/>
            <p:cNvSpPr/>
            <p:nvPr/>
          </p:nvSpPr>
          <p:spPr>
            <a:xfrm>
              <a:off x="1986877" y="2331313"/>
              <a:ext cx="302117" cy="184909"/>
            </a:xfrm>
            <a:custGeom>
              <a:avLst/>
              <a:gdLst/>
              <a:ahLst/>
              <a:cxnLst/>
              <a:rect l="l" t="t" r="r" b="b"/>
              <a:pathLst>
                <a:path w="9514" h="5823" extrusionOk="0">
                  <a:moveTo>
                    <a:pt x="179" y="0"/>
                  </a:moveTo>
                  <a:cubicBezTo>
                    <a:pt x="72" y="0"/>
                    <a:pt x="0" y="71"/>
                    <a:pt x="0" y="179"/>
                  </a:cubicBezTo>
                  <a:lnTo>
                    <a:pt x="0" y="5656"/>
                  </a:lnTo>
                  <a:cubicBezTo>
                    <a:pt x="0" y="5739"/>
                    <a:pt x="72" y="5822"/>
                    <a:pt x="167" y="5822"/>
                  </a:cubicBezTo>
                  <a:lnTo>
                    <a:pt x="9347" y="5822"/>
                  </a:lnTo>
                  <a:cubicBezTo>
                    <a:pt x="9430" y="5822"/>
                    <a:pt x="9513" y="5739"/>
                    <a:pt x="9513" y="5656"/>
                  </a:cubicBezTo>
                  <a:lnTo>
                    <a:pt x="9513" y="5072"/>
                  </a:lnTo>
                  <a:cubicBezTo>
                    <a:pt x="9513" y="4989"/>
                    <a:pt x="9430" y="4905"/>
                    <a:pt x="9347" y="4905"/>
                  </a:cubicBezTo>
                  <a:cubicBezTo>
                    <a:pt x="9252" y="4905"/>
                    <a:pt x="9180" y="4989"/>
                    <a:pt x="9180" y="5072"/>
                  </a:cubicBezTo>
                  <a:lnTo>
                    <a:pt x="9180" y="5489"/>
                  </a:lnTo>
                  <a:lnTo>
                    <a:pt x="346" y="5489"/>
                  </a:lnTo>
                  <a:lnTo>
                    <a:pt x="346" y="345"/>
                  </a:lnTo>
                  <a:lnTo>
                    <a:pt x="9180" y="345"/>
                  </a:lnTo>
                  <a:lnTo>
                    <a:pt x="9180" y="4405"/>
                  </a:lnTo>
                  <a:cubicBezTo>
                    <a:pt x="9168" y="4489"/>
                    <a:pt x="9240" y="4572"/>
                    <a:pt x="9347" y="4572"/>
                  </a:cubicBezTo>
                  <a:cubicBezTo>
                    <a:pt x="9430" y="4572"/>
                    <a:pt x="9513" y="4489"/>
                    <a:pt x="9513" y="4405"/>
                  </a:cubicBezTo>
                  <a:lnTo>
                    <a:pt x="9513" y="179"/>
                  </a:lnTo>
                  <a:cubicBezTo>
                    <a:pt x="9513" y="71"/>
                    <a:pt x="9430" y="0"/>
                    <a:pt x="93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16"/>
            <p:cNvSpPr/>
            <p:nvPr/>
          </p:nvSpPr>
          <p:spPr>
            <a:xfrm>
              <a:off x="2131521" y="2526701"/>
              <a:ext cx="11908" cy="10638"/>
            </a:xfrm>
            <a:custGeom>
              <a:avLst/>
              <a:gdLst/>
              <a:ahLst/>
              <a:cxnLst/>
              <a:rect l="l" t="t" r="r" b="b"/>
              <a:pathLst>
                <a:path w="375" h="335" extrusionOk="0">
                  <a:moveTo>
                    <a:pt x="176" y="0"/>
                  </a:moveTo>
                  <a:cubicBezTo>
                    <a:pt x="167" y="0"/>
                    <a:pt x="158" y="1"/>
                    <a:pt x="148" y="3"/>
                  </a:cubicBezTo>
                  <a:cubicBezTo>
                    <a:pt x="77" y="26"/>
                    <a:pt x="17" y="86"/>
                    <a:pt x="17" y="157"/>
                  </a:cubicBezTo>
                  <a:cubicBezTo>
                    <a:pt x="1" y="258"/>
                    <a:pt x="95" y="334"/>
                    <a:pt x="186" y="334"/>
                  </a:cubicBezTo>
                  <a:cubicBezTo>
                    <a:pt x="225" y="334"/>
                    <a:pt x="263" y="320"/>
                    <a:pt x="291" y="288"/>
                  </a:cubicBezTo>
                  <a:cubicBezTo>
                    <a:pt x="375" y="229"/>
                    <a:pt x="375" y="145"/>
                    <a:pt x="327" y="86"/>
                  </a:cubicBezTo>
                  <a:cubicBezTo>
                    <a:pt x="296" y="34"/>
                    <a:pt x="238" y="0"/>
                    <a:pt x="1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9" name="Google Shape;149;p16"/>
          <p:cNvSpPr txBox="1">
            <a:spLocks noGrp="1"/>
          </p:cNvSpPr>
          <p:nvPr>
            <p:ph type="title"/>
          </p:nvPr>
        </p:nvSpPr>
        <p:spPr>
          <a:xfrm>
            <a:off x="720000" y="234700"/>
            <a:ext cx="7704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a:solidFill>
                  <a:schemeClr val="accent1"/>
                </a:solidFill>
              </a:rPr>
              <a:t>&lt;/</a:t>
            </a:r>
            <a:r>
              <a:rPr lang="en" sz="2800"/>
              <a:t>Nuevo paradigma para resolver problemas</a:t>
            </a:r>
            <a:endParaRPr sz="2800"/>
          </a:p>
        </p:txBody>
      </p:sp>
      <p:grpSp>
        <p:nvGrpSpPr>
          <p:cNvPr id="150" name="Google Shape;150;p16"/>
          <p:cNvGrpSpPr/>
          <p:nvPr/>
        </p:nvGrpSpPr>
        <p:grpSpPr>
          <a:xfrm>
            <a:off x="1460321" y="2922006"/>
            <a:ext cx="370941" cy="368734"/>
            <a:chOff x="4667216" y="2915382"/>
            <a:chExt cx="320273" cy="318395"/>
          </a:xfrm>
        </p:grpSpPr>
        <p:sp>
          <p:nvSpPr>
            <p:cNvPr id="151" name="Google Shape;151;p16"/>
            <p:cNvSpPr/>
            <p:nvPr/>
          </p:nvSpPr>
          <p:spPr>
            <a:xfrm>
              <a:off x="4686154" y="2938140"/>
              <a:ext cx="166789" cy="163734"/>
            </a:xfrm>
            <a:custGeom>
              <a:avLst/>
              <a:gdLst/>
              <a:ahLst/>
              <a:cxnLst/>
              <a:rect l="l" t="t" r="r" b="b"/>
              <a:pathLst>
                <a:path w="5240" h="5144" extrusionOk="0">
                  <a:moveTo>
                    <a:pt x="2668" y="0"/>
                  </a:moveTo>
                  <a:cubicBezTo>
                    <a:pt x="2013" y="0"/>
                    <a:pt x="1358" y="250"/>
                    <a:pt x="858" y="750"/>
                  </a:cubicBezTo>
                  <a:cubicBezTo>
                    <a:pt x="620" y="989"/>
                    <a:pt x="429" y="1286"/>
                    <a:pt x="298" y="1608"/>
                  </a:cubicBezTo>
                  <a:cubicBezTo>
                    <a:pt x="263" y="1679"/>
                    <a:pt x="298" y="1762"/>
                    <a:pt x="370" y="1798"/>
                  </a:cubicBezTo>
                  <a:cubicBezTo>
                    <a:pt x="388" y="1804"/>
                    <a:pt x="407" y="1807"/>
                    <a:pt x="426" y="1807"/>
                  </a:cubicBezTo>
                  <a:cubicBezTo>
                    <a:pt x="484" y="1807"/>
                    <a:pt x="542" y="1780"/>
                    <a:pt x="560" y="1727"/>
                  </a:cubicBezTo>
                  <a:cubicBezTo>
                    <a:pt x="679" y="1441"/>
                    <a:pt x="846" y="1191"/>
                    <a:pt x="1060" y="977"/>
                  </a:cubicBezTo>
                  <a:cubicBezTo>
                    <a:pt x="1495" y="536"/>
                    <a:pt x="2075" y="316"/>
                    <a:pt x="2656" y="316"/>
                  </a:cubicBezTo>
                  <a:cubicBezTo>
                    <a:pt x="3236" y="316"/>
                    <a:pt x="3817" y="536"/>
                    <a:pt x="4251" y="977"/>
                  </a:cubicBezTo>
                  <a:cubicBezTo>
                    <a:pt x="4692" y="1405"/>
                    <a:pt x="4930" y="1977"/>
                    <a:pt x="4930" y="2584"/>
                  </a:cubicBezTo>
                  <a:cubicBezTo>
                    <a:pt x="4930" y="3191"/>
                    <a:pt x="4692" y="3763"/>
                    <a:pt x="4251" y="4191"/>
                  </a:cubicBezTo>
                  <a:cubicBezTo>
                    <a:pt x="3823" y="4620"/>
                    <a:pt x="3263" y="4858"/>
                    <a:pt x="2644" y="4858"/>
                  </a:cubicBezTo>
                  <a:cubicBezTo>
                    <a:pt x="2037" y="4858"/>
                    <a:pt x="1477" y="4620"/>
                    <a:pt x="1037" y="4191"/>
                  </a:cubicBezTo>
                  <a:cubicBezTo>
                    <a:pt x="536" y="3679"/>
                    <a:pt x="298" y="2989"/>
                    <a:pt x="405" y="2274"/>
                  </a:cubicBezTo>
                  <a:cubicBezTo>
                    <a:pt x="417" y="2191"/>
                    <a:pt x="358" y="2120"/>
                    <a:pt x="286" y="2108"/>
                  </a:cubicBezTo>
                  <a:cubicBezTo>
                    <a:pt x="279" y="2107"/>
                    <a:pt x="272" y="2106"/>
                    <a:pt x="265" y="2106"/>
                  </a:cubicBezTo>
                  <a:cubicBezTo>
                    <a:pt x="191" y="2106"/>
                    <a:pt x="131" y="2162"/>
                    <a:pt x="120" y="2227"/>
                  </a:cubicBezTo>
                  <a:cubicBezTo>
                    <a:pt x="1" y="3024"/>
                    <a:pt x="263" y="3822"/>
                    <a:pt x="846" y="4394"/>
                  </a:cubicBezTo>
                  <a:cubicBezTo>
                    <a:pt x="1334" y="4894"/>
                    <a:pt x="1977" y="5144"/>
                    <a:pt x="2668" y="5144"/>
                  </a:cubicBezTo>
                  <a:cubicBezTo>
                    <a:pt x="3346" y="5144"/>
                    <a:pt x="3989" y="4870"/>
                    <a:pt x="4477" y="4394"/>
                  </a:cubicBezTo>
                  <a:cubicBezTo>
                    <a:pt x="4966" y="3906"/>
                    <a:pt x="5228" y="3263"/>
                    <a:pt x="5228" y="2584"/>
                  </a:cubicBezTo>
                  <a:cubicBezTo>
                    <a:pt x="5239" y="1870"/>
                    <a:pt x="4966" y="1227"/>
                    <a:pt x="4477" y="750"/>
                  </a:cubicBezTo>
                  <a:cubicBezTo>
                    <a:pt x="3977" y="250"/>
                    <a:pt x="3323" y="0"/>
                    <a:pt x="26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6"/>
            <p:cNvSpPr/>
            <p:nvPr/>
          </p:nvSpPr>
          <p:spPr>
            <a:xfrm>
              <a:off x="4667216" y="2915382"/>
              <a:ext cx="320273" cy="318395"/>
            </a:xfrm>
            <a:custGeom>
              <a:avLst/>
              <a:gdLst/>
              <a:ahLst/>
              <a:cxnLst/>
              <a:rect l="l" t="t" r="r" b="b"/>
              <a:pathLst>
                <a:path w="10062" h="10003" extrusionOk="0">
                  <a:moveTo>
                    <a:pt x="5668" y="5502"/>
                  </a:moveTo>
                  <a:lnTo>
                    <a:pt x="5977" y="5811"/>
                  </a:lnTo>
                  <a:lnTo>
                    <a:pt x="5799" y="5990"/>
                  </a:lnTo>
                  <a:lnTo>
                    <a:pt x="5489" y="5680"/>
                  </a:lnTo>
                  <a:lnTo>
                    <a:pt x="5584" y="5585"/>
                  </a:lnTo>
                  <a:lnTo>
                    <a:pt x="5668" y="5502"/>
                  </a:lnTo>
                  <a:close/>
                  <a:moveTo>
                    <a:pt x="8347" y="7597"/>
                  </a:moveTo>
                  <a:lnTo>
                    <a:pt x="8501" y="7752"/>
                  </a:lnTo>
                  <a:lnTo>
                    <a:pt x="7739" y="8502"/>
                  </a:lnTo>
                  <a:lnTo>
                    <a:pt x="7585" y="8359"/>
                  </a:lnTo>
                  <a:lnTo>
                    <a:pt x="8347" y="7597"/>
                  </a:lnTo>
                  <a:close/>
                  <a:moveTo>
                    <a:pt x="8704" y="7954"/>
                  </a:moveTo>
                  <a:lnTo>
                    <a:pt x="8894" y="8157"/>
                  </a:lnTo>
                  <a:lnTo>
                    <a:pt x="8132" y="8907"/>
                  </a:lnTo>
                  <a:lnTo>
                    <a:pt x="7989" y="8764"/>
                  </a:lnTo>
                  <a:lnTo>
                    <a:pt x="7942" y="8716"/>
                  </a:lnTo>
                  <a:lnTo>
                    <a:pt x="8704" y="7954"/>
                  </a:lnTo>
                  <a:close/>
                  <a:moveTo>
                    <a:pt x="9097" y="8359"/>
                  </a:moveTo>
                  <a:lnTo>
                    <a:pt x="9621" y="8895"/>
                  </a:lnTo>
                  <a:cubicBezTo>
                    <a:pt x="9728" y="8966"/>
                    <a:pt x="9728" y="9121"/>
                    <a:pt x="9644" y="9228"/>
                  </a:cubicBezTo>
                  <a:lnTo>
                    <a:pt x="9216" y="9657"/>
                  </a:lnTo>
                  <a:cubicBezTo>
                    <a:pt x="9168" y="9699"/>
                    <a:pt x="9109" y="9719"/>
                    <a:pt x="9048" y="9719"/>
                  </a:cubicBezTo>
                  <a:cubicBezTo>
                    <a:pt x="8987" y="9719"/>
                    <a:pt x="8924" y="9699"/>
                    <a:pt x="8871" y="9657"/>
                  </a:cubicBezTo>
                  <a:lnTo>
                    <a:pt x="8335" y="9121"/>
                  </a:lnTo>
                  <a:lnTo>
                    <a:pt x="9097" y="8359"/>
                  </a:lnTo>
                  <a:close/>
                  <a:moveTo>
                    <a:pt x="3282" y="1"/>
                  </a:moveTo>
                  <a:cubicBezTo>
                    <a:pt x="2441" y="1"/>
                    <a:pt x="1602" y="322"/>
                    <a:pt x="965" y="965"/>
                  </a:cubicBezTo>
                  <a:cubicBezTo>
                    <a:pt x="334" y="1584"/>
                    <a:pt x="0" y="2406"/>
                    <a:pt x="0" y="3287"/>
                  </a:cubicBezTo>
                  <a:cubicBezTo>
                    <a:pt x="0" y="4156"/>
                    <a:pt x="334" y="4978"/>
                    <a:pt x="965" y="5609"/>
                  </a:cubicBezTo>
                  <a:cubicBezTo>
                    <a:pt x="1608" y="6240"/>
                    <a:pt x="2441" y="6573"/>
                    <a:pt x="3286" y="6573"/>
                  </a:cubicBezTo>
                  <a:cubicBezTo>
                    <a:pt x="3989" y="6573"/>
                    <a:pt x="4703" y="6347"/>
                    <a:pt x="5275" y="5883"/>
                  </a:cubicBezTo>
                  <a:lnTo>
                    <a:pt x="5608" y="6216"/>
                  </a:lnTo>
                  <a:cubicBezTo>
                    <a:pt x="5477" y="6418"/>
                    <a:pt x="5501" y="6692"/>
                    <a:pt x="5680" y="6871"/>
                  </a:cubicBezTo>
                  <a:lnTo>
                    <a:pt x="6370" y="7561"/>
                  </a:lnTo>
                  <a:cubicBezTo>
                    <a:pt x="6400" y="7585"/>
                    <a:pt x="6436" y="7597"/>
                    <a:pt x="6471" y="7597"/>
                  </a:cubicBezTo>
                  <a:cubicBezTo>
                    <a:pt x="6507" y="7597"/>
                    <a:pt x="6543" y="7585"/>
                    <a:pt x="6573" y="7561"/>
                  </a:cubicBezTo>
                  <a:cubicBezTo>
                    <a:pt x="6632" y="7502"/>
                    <a:pt x="6632" y="7407"/>
                    <a:pt x="6573" y="7347"/>
                  </a:cubicBezTo>
                  <a:lnTo>
                    <a:pt x="5894" y="6668"/>
                  </a:lnTo>
                  <a:cubicBezTo>
                    <a:pt x="5799" y="6573"/>
                    <a:pt x="5799" y="6418"/>
                    <a:pt x="5894" y="6323"/>
                  </a:cubicBezTo>
                  <a:lnTo>
                    <a:pt x="6323" y="5895"/>
                  </a:lnTo>
                  <a:cubicBezTo>
                    <a:pt x="6370" y="5847"/>
                    <a:pt x="6430" y="5811"/>
                    <a:pt x="6489" y="5811"/>
                  </a:cubicBezTo>
                  <a:cubicBezTo>
                    <a:pt x="6549" y="5811"/>
                    <a:pt x="6608" y="5847"/>
                    <a:pt x="6644" y="5895"/>
                  </a:cubicBezTo>
                  <a:lnTo>
                    <a:pt x="8156" y="7395"/>
                  </a:lnTo>
                  <a:lnTo>
                    <a:pt x="7394" y="8157"/>
                  </a:lnTo>
                  <a:lnTo>
                    <a:pt x="6966" y="7716"/>
                  </a:lnTo>
                  <a:cubicBezTo>
                    <a:pt x="6936" y="7686"/>
                    <a:pt x="6897" y="7672"/>
                    <a:pt x="6858" y="7672"/>
                  </a:cubicBezTo>
                  <a:cubicBezTo>
                    <a:pt x="6820" y="7672"/>
                    <a:pt x="6781" y="7686"/>
                    <a:pt x="6751" y="7716"/>
                  </a:cubicBezTo>
                  <a:cubicBezTo>
                    <a:pt x="6692" y="7776"/>
                    <a:pt x="6692" y="7871"/>
                    <a:pt x="6751" y="7930"/>
                  </a:cubicBezTo>
                  <a:lnTo>
                    <a:pt x="8668" y="9847"/>
                  </a:lnTo>
                  <a:cubicBezTo>
                    <a:pt x="8775" y="9955"/>
                    <a:pt x="8906" y="10002"/>
                    <a:pt x="9049" y="10002"/>
                  </a:cubicBezTo>
                  <a:cubicBezTo>
                    <a:pt x="9180" y="10002"/>
                    <a:pt x="9311" y="9955"/>
                    <a:pt x="9418" y="9847"/>
                  </a:cubicBezTo>
                  <a:lnTo>
                    <a:pt x="9847" y="9419"/>
                  </a:lnTo>
                  <a:cubicBezTo>
                    <a:pt x="10061" y="9228"/>
                    <a:pt x="10061" y="8883"/>
                    <a:pt x="9847" y="8669"/>
                  </a:cubicBezTo>
                  <a:lnTo>
                    <a:pt x="6858" y="5680"/>
                  </a:lnTo>
                  <a:cubicBezTo>
                    <a:pt x="6751" y="5573"/>
                    <a:pt x="6620" y="5525"/>
                    <a:pt x="6489" y="5525"/>
                  </a:cubicBezTo>
                  <a:cubicBezTo>
                    <a:pt x="6382" y="5525"/>
                    <a:pt x="6299" y="5561"/>
                    <a:pt x="6204" y="5609"/>
                  </a:cubicBezTo>
                  <a:lnTo>
                    <a:pt x="5870" y="5275"/>
                  </a:lnTo>
                  <a:cubicBezTo>
                    <a:pt x="6144" y="4930"/>
                    <a:pt x="6334" y="4537"/>
                    <a:pt x="6454" y="4097"/>
                  </a:cubicBezTo>
                  <a:cubicBezTo>
                    <a:pt x="6465" y="4025"/>
                    <a:pt x="6430" y="3942"/>
                    <a:pt x="6346" y="3918"/>
                  </a:cubicBezTo>
                  <a:cubicBezTo>
                    <a:pt x="6339" y="3917"/>
                    <a:pt x="6332" y="3916"/>
                    <a:pt x="6324" y="3916"/>
                  </a:cubicBezTo>
                  <a:cubicBezTo>
                    <a:pt x="6258" y="3916"/>
                    <a:pt x="6189" y="3961"/>
                    <a:pt x="6168" y="4025"/>
                  </a:cubicBezTo>
                  <a:cubicBezTo>
                    <a:pt x="6037" y="4537"/>
                    <a:pt x="5775" y="5013"/>
                    <a:pt x="5394" y="5383"/>
                  </a:cubicBezTo>
                  <a:cubicBezTo>
                    <a:pt x="4816" y="5960"/>
                    <a:pt x="4051" y="6249"/>
                    <a:pt x="3285" y="6249"/>
                  </a:cubicBezTo>
                  <a:cubicBezTo>
                    <a:pt x="2519" y="6249"/>
                    <a:pt x="1751" y="5960"/>
                    <a:pt x="1167" y="5383"/>
                  </a:cubicBezTo>
                  <a:cubicBezTo>
                    <a:pt x="608" y="4823"/>
                    <a:pt x="298" y="4073"/>
                    <a:pt x="298" y="3263"/>
                  </a:cubicBezTo>
                  <a:cubicBezTo>
                    <a:pt x="298" y="2466"/>
                    <a:pt x="608" y="1715"/>
                    <a:pt x="1167" y="1156"/>
                  </a:cubicBezTo>
                  <a:cubicBezTo>
                    <a:pt x="1751" y="572"/>
                    <a:pt x="2519" y="281"/>
                    <a:pt x="3285" y="281"/>
                  </a:cubicBezTo>
                  <a:cubicBezTo>
                    <a:pt x="4051" y="281"/>
                    <a:pt x="4816" y="572"/>
                    <a:pt x="5394" y="1156"/>
                  </a:cubicBezTo>
                  <a:cubicBezTo>
                    <a:pt x="6013" y="1763"/>
                    <a:pt x="6323" y="2608"/>
                    <a:pt x="6263" y="3478"/>
                  </a:cubicBezTo>
                  <a:cubicBezTo>
                    <a:pt x="6263" y="3549"/>
                    <a:pt x="6323" y="3620"/>
                    <a:pt x="6394" y="3644"/>
                  </a:cubicBezTo>
                  <a:cubicBezTo>
                    <a:pt x="6465" y="3644"/>
                    <a:pt x="6549" y="3585"/>
                    <a:pt x="6561" y="3501"/>
                  </a:cubicBezTo>
                  <a:cubicBezTo>
                    <a:pt x="6620" y="2549"/>
                    <a:pt x="6275" y="1632"/>
                    <a:pt x="5608" y="965"/>
                  </a:cubicBezTo>
                  <a:cubicBezTo>
                    <a:pt x="4965" y="322"/>
                    <a:pt x="4123" y="1"/>
                    <a:pt x="32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6"/>
            <p:cNvSpPr/>
            <p:nvPr/>
          </p:nvSpPr>
          <p:spPr>
            <a:xfrm>
              <a:off x="4733899" y="2960772"/>
              <a:ext cx="75469" cy="86546"/>
            </a:xfrm>
            <a:custGeom>
              <a:avLst/>
              <a:gdLst/>
              <a:ahLst/>
              <a:cxnLst/>
              <a:rect l="l" t="t" r="r" b="b"/>
              <a:pathLst>
                <a:path w="2371" h="2719" extrusionOk="0">
                  <a:moveTo>
                    <a:pt x="1218" y="276"/>
                  </a:moveTo>
                  <a:cubicBezTo>
                    <a:pt x="1233" y="276"/>
                    <a:pt x="1248" y="277"/>
                    <a:pt x="1263" y="278"/>
                  </a:cubicBezTo>
                  <a:cubicBezTo>
                    <a:pt x="1703" y="313"/>
                    <a:pt x="2061" y="647"/>
                    <a:pt x="2084" y="1099"/>
                  </a:cubicBezTo>
                  <a:cubicBezTo>
                    <a:pt x="2073" y="1456"/>
                    <a:pt x="1858" y="1802"/>
                    <a:pt x="1537" y="1944"/>
                  </a:cubicBezTo>
                  <a:cubicBezTo>
                    <a:pt x="1430" y="1992"/>
                    <a:pt x="1370" y="2099"/>
                    <a:pt x="1370" y="2218"/>
                  </a:cubicBezTo>
                  <a:cubicBezTo>
                    <a:pt x="1370" y="2313"/>
                    <a:pt x="1275" y="2409"/>
                    <a:pt x="1180" y="2409"/>
                  </a:cubicBezTo>
                  <a:cubicBezTo>
                    <a:pt x="1072" y="2409"/>
                    <a:pt x="989" y="2313"/>
                    <a:pt x="989" y="2218"/>
                  </a:cubicBezTo>
                  <a:cubicBezTo>
                    <a:pt x="989" y="1944"/>
                    <a:pt x="1132" y="1694"/>
                    <a:pt x="1382" y="1587"/>
                  </a:cubicBezTo>
                  <a:cubicBezTo>
                    <a:pt x="1561" y="1504"/>
                    <a:pt x="1680" y="1325"/>
                    <a:pt x="1668" y="1111"/>
                  </a:cubicBezTo>
                  <a:cubicBezTo>
                    <a:pt x="1656" y="873"/>
                    <a:pt x="1465" y="682"/>
                    <a:pt x="1227" y="670"/>
                  </a:cubicBezTo>
                  <a:lnTo>
                    <a:pt x="1191" y="670"/>
                  </a:lnTo>
                  <a:cubicBezTo>
                    <a:pt x="1072" y="670"/>
                    <a:pt x="953" y="706"/>
                    <a:pt x="870" y="801"/>
                  </a:cubicBezTo>
                  <a:cubicBezTo>
                    <a:pt x="763" y="885"/>
                    <a:pt x="715" y="1028"/>
                    <a:pt x="715" y="1159"/>
                  </a:cubicBezTo>
                  <a:cubicBezTo>
                    <a:pt x="715" y="1266"/>
                    <a:pt x="632" y="1349"/>
                    <a:pt x="525" y="1349"/>
                  </a:cubicBezTo>
                  <a:cubicBezTo>
                    <a:pt x="418" y="1349"/>
                    <a:pt x="334" y="1266"/>
                    <a:pt x="334" y="1159"/>
                  </a:cubicBezTo>
                  <a:cubicBezTo>
                    <a:pt x="334" y="920"/>
                    <a:pt x="429" y="682"/>
                    <a:pt x="608" y="516"/>
                  </a:cubicBezTo>
                  <a:cubicBezTo>
                    <a:pt x="775" y="359"/>
                    <a:pt x="995" y="276"/>
                    <a:pt x="1218" y="276"/>
                  </a:cubicBezTo>
                  <a:close/>
                  <a:moveTo>
                    <a:pt x="1163" y="0"/>
                  </a:moveTo>
                  <a:cubicBezTo>
                    <a:pt x="872" y="0"/>
                    <a:pt x="586" y="108"/>
                    <a:pt x="370" y="313"/>
                  </a:cubicBezTo>
                  <a:cubicBezTo>
                    <a:pt x="132" y="539"/>
                    <a:pt x="1" y="849"/>
                    <a:pt x="1" y="1159"/>
                  </a:cubicBezTo>
                  <a:cubicBezTo>
                    <a:pt x="1" y="1432"/>
                    <a:pt x="227" y="1647"/>
                    <a:pt x="489" y="1647"/>
                  </a:cubicBezTo>
                  <a:cubicBezTo>
                    <a:pt x="763" y="1647"/>
                    <a:pt x="989" y="1432"/>
                    <a:pt x="989" y="1159"/>
                  </a:cubicBezTo>
                  <a:cubicBezTo>
                    <a:pt x="989" y="1099"/>
                    <a:pt x="1001" y="1051"/>
                    <a:pt x="1049" y="1028"/>
                  </a:cubicBezTo>
                  <a:cubicBezTo>
                    <a:pt x="1078" y="998"/>
                    <a:pt x="1115" y="977"/>
                    <a:pt x="1161" y="977"/>
                  </a:cubicBezTo>
                  <a:cubicBezTo>
                    <a:pt x="1171" y="977"/>
                    <a:pt x="1181" y="978"/>
                    <a:pt x="1191" y="980"/>
                  </a:cubicBezTo>
                  <a:cubicBezTo>
                    <a:pt x="1287" y="980"/>
                    <a:pt x="1358" y="1075"/>
                    <a:pt x="1370" y="1159"/>
                  </a:cubicBezTo>
                  <a:cubicBezTo>
                    <a:pt x="1370" y="1230"/>
                    <a:pt x="1322" y="1313"/>
                    <a:pt x="1263" y="1337"/>
                  </a:cubicBezTo>
                  <a:cubicBezTo>
                    <a:pt x="930" y="1504"/>
                    <a:pt x="703" y="1849"/>
                    <a:pt x="703" y="2230"/>
                  </a:cubicBezTo>
                  <a:cubicBezTo>
                    <a:pt x="703" y="2504"/>
                    <a:pt x="930" y="2718"/>
                    <a:pt x="1191" y="2718"/>
                  </a:cubicBezTo>
                  <a:cubicBezTo>
                    <a:pt x="1465" y="2718"/>
                    <a:pt x="1680" y="2504"/>
                    <a:pt x="1680" y="2230"/>
                  </a:cubicBezTo>
                  <a:lnTo>
                    <a:pt x="1680" y="2218"/>
                  </a:lnTo>
                  <a:cubicBezTo>
                    <a:pt x="2096" y="2004"/>
                    <a:pt x="2370" y="1563"/>
                    <a:pt x="2334" y="1087"/>
                  </a:cubicBezTo>
                  <a:cubicBezTo>
                    <a:pt x="2311" y="504"/>
                    <a:pt x="1834" y="27"/>
                    <a:pt x="1251" y="4"/>
                  </a:cubicBezTo>
                  <a:cubicBezTo>
                    <a:pt x="1222" y="1"/>
                    <a:pt x="1192" y="0"/>
                    <a:pt x="11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6"/>
            <p:cNvSpPr/>
            <p:nvPr/>
          </p:nvSpPr>
          <p:spPr>
            <a:xfrm>
              <a:off x="4755894" y="3048431"/>
              <a:ext cx="31098" cy="32244"/>
            </a:xfrm>
            <a:custGeom>
              <a:avLst/>
              <a:gdLst/>
              <a:ahLst/>
              <a:cxnLst/>
              <a:rect l="l" t="t" r="r" b="b"/>
              <a:pathLst>
                <a:path w="977" h="1013" extrusionOk="0">
                  <a:moveTo>
                    <a:pt x="489" y="298"/>
                  </a:moveTo>
                  <a:cubicBezTo>
                    <a:pt x="596" y="298"/>
                    <a:pt x="679" y="381"/>
                    <a:pt x="679" y="488"/>
                  </a:cubicBezTo>
                  <a:lnTo>
                    <a:pt x="679" y="500"/>
                  </a:lnTo>
                  <a:cubicBezTo>
                    <a:pt x="679" y="607"/>
                    <a:pt x="596" y="702"/>
                    <a:pt x="489" y="702"/>
                  </a:cubicBezTo>
                  <a:cubicBezTo>
                    <a:pt x="381" y="702"/>
                    <a:pt x="298" y="607"/>
                    <a:pt x="298" y="500"/>
                  </a:cubicBezTo>
                  <a:lnTo>
                    <a:pt x="298" y="488"/>
                  </a:lnTo>
                  <a:cubicBezTo>
                    <a:pt x="298" y="381"/>
                    <a:pt x="381" y="298"/>
                    <a:pt x="489" y="298"/>
                  </a:cubicBezTo>
                  <a:close/>
                  <a:moveTo>
                    <a:pt x="489" y="0"/>
                  </a:moveTo>
                  <a:cubicBezTo>
                    <a:pt x="215" y="0"/>
                    <a:pt x="0" y="226"/>
                    <a:pt x="0" y="488"/>
                  </a:cubicBezTo>
                  <a:lnTo>
                    <a:pt x="0" y="524"/>
                  </a:lnTo>
                  <a:cubicBezTo>
                    <a:pt x="0" y="786"/>
                    <a:pt x="215" y="1012"/>
                    <a:pt x="489" y="1012"/>
                  </a:cubicBezTo>
                  <a:cubicBezTo>
                    <a:pt x="751" y="1012"/>
                    <a:pt x="977" y="786"/>
                    <a:pt x="977" y="524"/>
                  </a:cubicBezTo>
                  <a:lnTo>
                    <a:pt x="977" y="488"/>
                  </a:lnTo>
                  <a:cubicBezTo>
                    <a:pt x="977" y="226"/>
                    <a:pt x="751" y="0"/>
                    <a:pt x="4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5" name="Google Shape;155;p16"/>
          <p:cNvSpPr txBox="1"/>
          <p:nvPr/>
        </p:nvSpPr>
        <p:spPr>
          <a:xfrm>
            <a:off x="789952" y="963600"/>
            <a:ext cx="36093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dk1"/>
                </a:solidFill>
                <a:latin typeface="Quantico"/>
                <a:ea typeface="Quantico"/>
                <a:cs typeface="Quantico"/>
                <a:sym typeface="Quantico"/>
              </a:rPr>
              <a:t>Dado un problema debemos:</a:t>
            </a:r>
            <a:endParaRPr sz="2000">
              <a:solidFill>
                <a:schemeClr val="dk1"/>
              </a:solidFill>
              <a:latin typeface="Quantico"/>
              <a:ea typeface="Quantico"/>
              <a:cs typeface="Quantico"/>
              <a:sym typeface="Quantico"/>
            </a:endParaRPr>
          </a:p>
        </p:txBody>
      </p:sp>
      <p:grpSp>
        <p:nvGrpSpPr>
          <p:cNvPr id="156" name="Google Shape;156;p16"/>
          <p:cNvGrpSpPr/>
          <p:nvPr/>
        </p:nvGrpSpPr>
        <p:grpSpPr>
          <a:xfrm>
            <a:off x="4383333" y="2921295"/>
            <a:ext cx="370930" cy="370549"/>
            <a:chOff x="2497275" y="2744159"/>
            <a:chExt cx="370930" cy="370549"/>
          </a:xfrm>
        </p:grpSpPr>
        <p:sp>
          <p:nvSpPr>
            <p:cNvPr id="157" name="Google Shape;157;p16"/>
            <p:cNvSpPr/>
            <p:nvPr/>
          </p:nvSpPr>
          <p:spPr>
            <a:xfrm>
              <a:off x="2497275" y="2744159"/>
              <a:ext cx="284366" cy="284747"/>
            </a:xfrm>
            <a:custGeom>
              <a:avLst/>
              <a:gdLst/>
              <a:ahLst/>
              <a:cxnLst/>
              <a:rect l="l" t="t" r="r" b="b"/>
              <a:pathLst>
                <a:path w="8955" h="8967" extrusionOk="0">
                  <a:moveTo>
                    <a:pt x="4204" y="1"/>
                  </a:moveTo>
                  <a:cubicBezTo>
                    <a:pt x="3942" y="1"/>
                    <a:pt x="3704" y="203"/>
                    <a:pt x="3644" y="465"/>
                  </a:cubicBezTo>
                  <a:lnTo>
                    <a:pt x="3466" y="1334"/>
                  </a:lnTo>
                  <a:cubicBezTo>
                    <a:pt x="3287" y="1394"/>
                    <a:pt x="3108" y="1465"/>
                    <a:pt x="2942" y="1537"/>
                  </a:cubicBezTo>
                  <a:lnTo>
                    <a:pt x="2215" y="1048"/>
                  </a:lnTo>
                  <a:cubicBezTo>
                    <a:pt x="2120" y="983"/>
                    <a:pt x="2009" y="952"/>
                    <a:pt x="1899" y="952"/>
                  </a:cubicBezTo>
                  <a:cubicBezTo>
                    <a:pt x="1749" y="952"/>
                    <a:pt x="1599" y="1010"/>
                    <a:pt x="1489" y="1120"/>
                  </a:cubicBezTo>
                  <a:lnTo>
                    <a:pt x="1108" y="1489"/>
                  </a:lnTo>
                  <a:cubicBezTo>
                    <a:pt x="918" y="1691"/>
                    <a:pt x="894" y="1989"/>
                    <a:pt x="1037" y="2227"/>
                  </a:cubicBezTo>
                  <a:lnTo>
                    <a:pt x="1525" y="2953"/>
                  </a:lnTo>
                  <a:cubicBezTo>
                    <a:pt x="1441" y="3120"/>
                    <a:pt x="1370" y="3287"/>
                    <a:pt x="1322" y="3465"/>
                  </a:cubicBezTo>
                  <a:lnTo>
                    <a:pt x="453" y="3644"/>
                  </a:lnTo>
                  <a:cubicBezTo>
                    <a:pt x="191" y="3703"/>
                    <a:pt x="1" y="3930"/>
                    <a:pt x="1" y="4215"/>
                  </a:cubicBezTo>
                  <a:lnTo>
                    <a:pt x="1" y="4751"/>
                  </a:lnTo>
                  <a:cubicBezTo>
                    <a:pt x="1" y="5025"/>
                    <a:pt x="191" y="5251"/>
                    <a:pt x="453" y="5323"/>
                  </a:cubicBezTo>
                  <a:lnTo>
                    <a:pt x="1322" y="5501"/>
                  </a:lnTo>
                  <a:cubicBezTo>
                    <a:pt x="1382" y="5668"/>
                    <a:pt x="1453" y="5847"/>
                    <a:pt x="1525" y="6013"/>
                  </a:cubicBezTo>
                  <a:lnTo>
                    <a:pt x="1037" y="6740"/>
                  </a:lnTo>
                  <a:cubicBezTo>
                    <a:pt x="894" y="6966"/>
                    <a:pt x="918" y="7287"/>
                    <a:pt x="1108" y="7478"/>
                  </a:cubicBezTo>
                  <a:lnTo>
                    <a:pt x="1489" y="7847"/>
                  </a:lnTo>
                  <a:cubicBezTo>
                    <a:pt x="1599" y="7957"/>
                    <a:pt x="1745" y="8015"/>
                    <a:pt x="1894" y="8015"/>
                  </a:cubicBezTo>
                  <a:cubicBezTo>
                    <a:pt x="2003" y="8015"/>
                    <a:pt x="2115" y="7984"/>
                    <a:pt x="2215" y="7918"/>
                  </a:cubicBezTo>
                  <a:lnTo>
                    <a:pt x="2942" y="7430"/>
                  </a:lnTo>
                  <a:cubicBezTo>
                    <a:pt x="3108" y="7513"/>
                    <a:pt x="3287" y="7597"/>
                    <a:pt x="3466" y="7633"/>
                  </a:cubicBezTo>
                  <a:lnTo>
                    <a:pt x="3644" y="8502"/>
                  </a:lnTo>
                  <a:cubicBezTo>
                    <a:pt x="3704" y="8764"/>
                    <a:pt x="3930" y="8966"/>
                    <a:pt x="4204" y="8966"/>
                  </a:cubicBezTo>
                  <a:lnTo>
                    <a:pt x="4740" y="8966"/>
                  </a:lnTo>
                  <a:cubicBezTo>
                    <a:pt x="5013" y="8966"/>
                    <a:pt x="5251" y="8764"/>
                    <a:pt x="5311" y="8502"/>
                  </a:cubicBezTo>
                  <a:lnTo>
                    <a:pt x="5490" y="7633"/>
                  </a:lnTo>
                  <a:cubicBezTo>
                    <a:pt x="5621" y="7597"/>
                    <a:pt x="5775" y="7537"/>
                    <a:pt x="5906" y="7478"/>
                  </a:cubicBezTo>
                  <a:cubicBezTo>
                    <a:pt x="6002" y="7442"/>
                    <a:pt x="6037" y="7323"/>
                    <a:pt x="6002" y="7240"/>
                  </a:cubicBezTo>
                  <a:cubicBezTo>
                    <a:pt x="5966" y="7169"/>
                    <a:pt x="5898" y="7131"/>
                    <a:pt x="5831" y="7131"/>
                  </a:cubicBezTo>
                  <a:cubicBezTo>
                    <a:pt x="5808" y="7131"/>
                    <a:pt x="5785" y="7135"/>
                    <a:pt x="5763" y="7144"/>
                  </a:cubicBezTo>
                  <a:cubicBezTo>
                    <a:pt x="5609" y="7228"/>
                    <a:pt x="5466" y="7287"/>
                    <a:pt x="5299" y="7323"/>
                  </a:cubicBezTo>
                  <a:cubicBezTo>
                    <a:pt x="5240" y="7347"/>
                    <a:pt x="5180" y="7406"/>
                    <a:pt x="5168" y="7454"/>
                  </a:cubicBezTo>
                  <a:lnTo>
                    <a:pt x="4966" y="8430"/>
                  </a:lnTo>
                  <a:cubicBezTo>
                    <a:pt x="4954" y="8514"/>
                    <a:pt x="4870" y="8597"/>
                    <a:pt x="4763" y="8597"/>
                  </a:cubicBezTo>
                  <a:lnTo>
                    <a:pt x="4228" y="8597"/>
                  </a:lnTo>
                  <a:cubicBezTo>
                    <a:pt x="4120" y="8597"/>
                    <a:pt x="4049" y="8514"/>
                    <a:pt x="4013" y="8430"/>
                  </a:cubicBezTo>
                  <a:lnTo>
                    <a:pt x="3823" y="7454"/>
                  </a:lnTo>
                  <a:cubicBezTo>
                    <a:pt x="3811" y="7383"/>
                    <a:pt x="3763" y="7335"/>
                    <a:pt x="3692" y="7323"/>
                  </a:cubicBezTo>
                  <a:cubicBezTo>
                    <a:pt x="3466" y="7263"/>
                    <a:pt x="3239" y="7180"/>
                    <a:pt x="3049" y="7061"/>
                  </a:cubicBezTo>
                  <a:cubicBezTo>
                    <a:pt x="3019" y="7043"/>
                    <a:pt x="2986" y="7034"/>
                    <a:pt x="2954" y="7034"/>
                  </a:cubicBezTo>
                  <a:cubicBezTo>
                    <a:pt x="2921" y="7034"/>
                    <a:pt x="2888" y="7043"/>
                    <a:pt x="2858" y="7061"/>
                  </a:cubicBezTo>
                  <a:lnTo>
                    <a:pt x="2037" y="7609"/>
                  </a:lnTo>
                  <a:cubicBezTo>
                    <a:pt x="2006" y="7634"/>
                    <a:pt x="1966" y="7647"/>
                    <a:pt x="1926" y="7647"/>
                  </a:cubicBezTo>
                  <a:cubicBezTo>
                    <a:pt x="1874" y="7647"/>
                    <a:pt x="1821" y="7625"/>
                    <a:pt x="1787" y="7585"/>
                  </a:cubicBezTo>
                  <a:lnTo>
                    <a:pt x="1418" y="7204"/>
                  </a:lnTo>
                  <a:cubicBezTo>
                    <a:pt x="1334" y="7132"/>
                    <a:pt x="1334" y="7025"/>
                    <a:pt x="1382" y="6954"/>
                  </a:cubicBezTo>
                  <a:lnTo>
                    <a:pt x="1930" y="6132"/>
                  </a:lnTo>
                  <a:cubicBezTo>
                    <a:pt x="1977" y="6073"/>
                    <a:pt x="1977" y="6001"/>
                    <a:pt x="1930" y="5942"/>
                  </a:cubicBezTo>
                  <a:cubicBezTo>
                    <a:pt x="1811" y="5739"/>
                    <a:pt x="1727" y="5525"/>
                    <a:pt x="1668" y="5299"/>
                  </a:cubicBezTo>
                  <a:cubicBezTo>
                    <a:pt x="1656" y="5239"/>
                    <a:pt x="1596" y="5180"/>
                    <a:pt x="1537" y="5168"/>
                  </a:cubicBezTo>
                  <a:lnTo>
                    <a:pt x="560" y="4977"/>
                  </a:lnTo>
                  <a:cubicBezTo>
                    <a:pt x="477" y="4954"/>
                    <a:pt x="406" y="4870"/>
                    <a:pt x="406" y="4763"/>
                  </a:cubicBezTo>
                  <a:lnTo>
                    <a:pt x="406" y="4227"/>
                  </a:lnTo>
                  <a:cubicBezTo>
                    <a:pt x="406" y="4132"/>
                    <a:pt x="477" y="4049"/>
                    <a:pt x="560" y="4025"/>
                  </a:cubicBezTo>
                  <a:lnTo>
                    <a:pt x="1537" y="3834"/>
                  </a:lnTo>
                  <a:cubicBezTo>
                    <a:pt x="1608" y="3811"/>
                    <a:pt x="1656" y="3775"/>
                    <a:pt x="1668" y="3692"/>
                  </a:cubicBezTo>
                  <a:cubicBezTo>
                    <a:pt x="1727" y="3477"/>
                    <a:pt x="1811" y="3251"/>
                    <a:pt x="1930" y="3061"/>
                  </a:cubicBezTo>
                  <a:cubicBezTo>
                    <a:pt x="1965" y="3001"/>
                    <a:pt x="1965" y="2918"/>
                    <a:pt x="1930" y="2858"/>
                  </a:cubicBezTo>
                  <a:lnTo>
                    <a:pt x="1382" y="2049"/>
                  </a:lnTo>
                  <a:cubicBezTo>
                    <a:pt x="1322" y="1965"/>
                    <a:pt x="1334" y="1846"/>
                    <a:pt x="1418" y="1787"/>
                  </a:cubicBezTo>
                  <a:lnTo>
                    <a:pt x="1787" y="1417"/>
                  </a:lnTo>
                  <a:cubicBezTo>
                    <a:pt x="1826" y="1378"/>
                    <a:pt x="1876" y="1360"/>
                    <a:pt x="1925" y="1360"/>
                  </a:cubicBezTo>
                  <a:cubicBezTo>
                    <a:pt x="1965" y="1360"/>
                    <a:pt x="2005" y="1372"/>
                    <a:pt x="2037" y="1394"/>
                  </a:cubicBezTo>
                  <a:lnTo>
                    <a:pt x="2858" y="1941"/>
                  </a:lnTo>
                  <a:cubicBezTo>
                    <a:pt x="2888" y="1965"/>
                    <a:pt x="2921" y="1977"/>
                    <a:pt x="2954" y="1977"/>
                  </a:cubicBezTo>
                  <a:cubicBezTo>
                    <a:pt x="2986" y="1977"/>
                    <a:pt x="3019" y="1965"/>
                    <a:pt x="3049" y="1941"/>
                  </a:cubicBezTo>
                  <a:cubicBezTo>
                    <a:pt x="3263" y="1822"/>
                    <a:pt x="3466" y="1727"/>
                    <a:pt x="3692" y="1668"/>
                  </a:cubicBezTo>
                  <a:cubicBezTo>
                    <a:pt x="3751" y="1656"/>
                    <a:pt x="3811" y="1596"/>
                    <a:pt x="3823" y="1537"/>
                  </a:cubicBezTo>
                  <a:lnTo>
                    <a:pt x="4013" y="572"/>
                  </a:lnTo>
                  <a:cubicBezTo>
                    <a:pt x="4037" y="477"/>
                    <a:pt x="4120" y="405"/>
                    <a:pt x="4228" y="405"/>
                  </a:cubicBezTo>
                  <a:lnTo>
                    <a:pt x="4763" y="405"/>
                  </a:lnTo>
                  <a:cubicBezTo>
                    <a:pt x="4870" y="405"/>
                    <a:pt x="4942" y="477"/>
                    <a:pt x="4966" y="572"/>
                  </a:cubicBezTo>
                  <a:lnTo>
                    <a:pt x="5168" y="1537"/>
                  </a:lnTo>
                  <a:cubicBezTo>
                    <a:pt x="5180" y="1608"/>
                    <a:pt x="5216" y="1656"/>
                    <a:pt x="5299" y="1668"/>
                  </a:cubicBezTo>
                  <a:cubicBezTo>
                    <a:pt x="5513" y="1727"/>
                    <a:pt x="5740" y="1822"/>
                    <a:pt x="5930" y="1941"/>
                  </a:cubicBezTo>
                  <a:cubicBezTo>
                    <a:pt x="5960" y="1953"/>
                    <a:pt x="5996" y="1959"/>
                    <a:pt x="6031" y="1959"/>
                  </a:cubicBezTo>
                  <a:cubicBezTo>
                    <a:pt x="6067" y="1959"/>
                    <a:pt x="6103" y="1953"/>
                    <a:pt x="6133" y="1941"/>
                  </a:cubicBezTo>
                  <a:lnTo>
                    <a:pt x="6942" y="1394"/>
                  </a:lnTo>
                  <a:cubicBezTo>
                    <a:pt x="6978" y="1368"/>
                    <a:pt x="7021" y="1356"/>
                    <a:pt x="7063" y="1356"/>
                  </a:cubicBezTo>
                  <a:cubicBezTo>
                    <a:pt x="7117" y="1356"/>
                    <a:pt x="7170" y="1377"/>
                    <a:pt x="7204" y="1417"/>
                  </a:cubicBezTo>
                  <a:lnTo>
                    <a:pt x="7573" y="1787"/>
                  </a:lnTo>
                  <a:cubicBezTo>
                    <a:pt x="7645" y="1870"/>
                    <a:pt x="7645" y="1965"/>
                    <a:pt x="7597" y="2049"/>
                  </a:cubicBezTo>
                  <a:lnTo>
                    <a:pt x="7049" y="2858"/>
                  </a:lnTo>
                  <a:cubicBezTo>
                    <a:pt x="7002" y="2918"/>
                    <a:pt x="7002" y="2989"/>
                    <a:pt x="7049" y="3061"/>
                  </a:cubicBezTo>
                  <a:cubicBezTo>
                    <a:pt x="7168" y="3263"/>
                    <a:pt x="7264" y="3477"/>
                    <a:pt x="7323" y="3692"/>
                  </a:cubicBezTo>
                  <a:cubicBezTo>
                    <a:pt x="7335" y="3751"/>
                    <a:pt x="7395" y="3811"/>
                    <a:pt x="7454" y="3834"/>
                  </a:cubicBezTo>
                  <a:lnTo>
                    <a:pt x="8419" y="4025"/>
                  </a:lnTo>
                  <a:cubicBezTo>
                    <a:pt x="8514" y="4037"/>
                    <a:pt x="8585" y="4132"/>
                    <a:pt x="8585" y="4227"/>
                  </a:cubicBezTo>
                  <a:lnTo>
                    <a:pt x="8585" y="4763"/>
                  </a:lnTo>
                  <a:cubicBezTo>
                    <a:pt x="8585" y="4870"/>
                    <a:pt x="8514" y="4942"/>
                    <a:pt x="8419" y="4977"/>
                  </a:cubicBezTo>
                  <a:lnTo>
                    <a:pt x="7454" y="5168"/>
                  </a:lnTo>
                  <a:cubicBezTo>
                    <a:pt x="7383" y="5180"/>
                    <a:pt x="7335" y="5227"/>
                    <a:pt x="7323" y="5299"/>
                  </a:cubicBezTo>
                  <a:cubicBezTo>
                    <a:pt x="7276" y="5466"/>
                    <a:pt x="7216" y="5632"/>
                    <a:pt x="7145" y="5775"/>
                  </a:cubicBezTo>
                  <a:cubicBezTo>
                    <a:pt x="7097" y="5870"/>
                    <a:pt x="7145" y="5966"/>
                    <a:pt x="7228" y="6013"/>
                  </a:cubicBezTo>
                  <a:cubicBezTo>
                    <a:pt x="7254" y="6026"/>
                    <a:pt x="7280" y="6032"/>
                    <a:pt x="7305" y="6032"/>
                  </a:cubicBezTo>
                  <a:cubicBezTo>
                    <a:pt x="7372" y="6032"/>
                    <a:pt x="7431" y="5991"/>
                    <a:pt x="7466" y="5930"/>
                  </a:cubicBezTo>
                  <a:cubicBezTo>
                    <a:pt x="7526" y="5799"/>
                    <a:pt x="7585" y="5644"/>
                    <a:pt x="7633" y="5501"/>
                  </a:cubicBezTo>
                  <a:lnTo>
                    <a:pt x="8490" y="5323"/>
                  </a:lnTo>
                  <a:cubicBezTo>
                    <a:pt x="8764" y="5263"/>
                    <a:pt x="8954" y="5037"/>
                    <a:pt x="8954" y="4751"/>
                  </a:cubicBezTo>
                  <a:lnTo>
                    <a:pt x="8954" y="4215"/>
                  </a:lnTo>
                  <a:cubicBezTo>
                    <a:pt x="8954" y="3942"/>
                    <a:pt x="8764" y="3715"/>
                    <a:pt x="8490" y="3644"/>
                  </a:cubicBezTo>
                  <a:lnTo>
                    <a:pt x="7633" y="3465"/>
                  </a:lnTo>
                  <a:cubicBezTo>
                    <a:pt x="7573" y="3287"/>
                    <a:pt x="7502" y="3120"/>
                    <a:pt x="7418" y="2953"/>
                  </a:cubicBezTo>
                  <a:lnTo>
                    <a:pt x="7918" y="2227"/>
                  </a:lnTo>
                  <a:cubicBezTo>
                    <a:pt x="8061" y="2001"/>
                    <a:pt x="8038" y="1679"/>
                    <a:pt x="7835" y="1489"/>
                  </a:cubicBezTo>
                  <a:lnTo>
                    <a:pt x="7466" y="1120"/>
                  </a:lnTo>
                  <a:cubicBezTo>
                    <a:pt x="7356" y="1010"/>
                    <a:pt x="7211" y="952"/>
                    <a:pt x="7061" y="952"/>
                  </a:cubicBezTo>
                  <a:cubicBezTo>
                    <a:pt x="6952" y="952"/>
                    <a:pt x="6840" y="983"/>
                    <a:pt x="6740" y="1048"/>
                  </a:cubicBezTo>
                  <a:lnTo>
                    <a:pt x="6013" y="1537"/>
                  </a:lnTo>
                  <a:cubicBezTo>
                    <a:pt x="5847" y="1453"/>
                    <a:pt x="5668" y="1370"/>
                    <a:pt x="5490" y="1334"/>
                  </a:cubicBezTo>
                  <a:lnTo>
                    <a:pt x="5311" y="465"/>
                  </a:lnTo>
                  <a:cubicBezTo>
                    <a:pt x="5251" y="203"/>
                    <a:pt x="5025" y="1"/>
                    <a:pt x="47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6"/>
            <p:cNvSpPr/>
            <p:nvPr/>
          </p:nvSpPr>
          <p:spPr>
            <a:xfrm>
              <a:off x="2592191" y="2821673"/>
              <a:ext cx="113461" cy="98345"/>
            </a:xfrm>
            <a:custGeom>
              <a:avLst/>
              <a:gdLst/>
              <a:ahLst/>
              <a:cxnLst/>
              <a:rect l="l" t="t" r="r" b="b"/>
              <a:pathLst>
                <a:path w="3573" h="3097" extrusionOk="0">
                  <a:moveTo>
                    <a:pt x="1524" y="0"/>
                  </a:moveTo>
                  <a:cubicBezTo>
                    <a:pt x="989" y="0"/>
                    <a:pt x="465" y="215"/>
                    <a:pt x="72" y="584"/>
                  </a:cubicBezTo>
                  <a:cubicBezTo>
                    <a:pt x="0" y="655"/>
                    <a:pt x="0" y="774"/>
                    <a:pt x="72" y="834"/>
                  </a:cubicBezTo>
                  <a:cubicBezTo>
                    <a:pt x="113" y="876"/>
                    <a:pt x="164" y="896"/>
                    <a:pt x="212" y="896"/>
                  </a:cubicBezTo>
                  <a:cubicBezTo>
                    <a:pt x="259" y="896"/>
                    <a:pt x="304" y="876"/>
                    <a:pt x="334" y="834"/>
                  </a:cubicBezTo>
                  <a:cubicBezTo>
                    <a:pt x="643" y="524"/>
                    <a:pt x="1072" y="358"/>
                    <a:pt x="1500" y="358"/>
                  </a:cubicBezTo>
                  <a:cubicBezTo>
                    <a:pt x="2441" y="358"/>
                    <a:pt x="3203" y="1120"/>
                    <a:pt x="3203" y="2060"/>
                  </a:cubicBezTo>
                  <a:cubicBezTo>
                    <a:pt x="3203" y="2322"/>
                    <a:pt x="3144" y="2596"/>
                    <a:pt x="3024" y="2834"/>
                  </a:cubicBezTo>
                  <a:cubicBezTo>
                    <a:pt x="2965" y="2941"/>
                    <a:pt x="3013" y="3037"/>
                    <a:pt x="3096" y="3084"/>
                  </a:cubicBezTo>
                  <a:cubicBezTo>
                    <a:pt x="3132" y="3096"/>
                    <a:pt x="3155" y="3096"/>
                    <a:pt x="3191" y="3096"/>
                  </a:cubicBezTo>
                  <a:cubicBezTo>
                    <a:pt x="3251" y="3096"/>
                    <a:pt x="3322" y="3072"/>
                    <a:pt x="3346" y="3001"/>
                  </a:cubicBezTo>
                  <a:cubicBezTo>
                    <a:pt x="3501" y="2715"/>
                    <a:pt x="3572" y="2382"/>
                    <a:pt x="3572" y="2060"/>
                  </a:cubicBezTo>
                  <a:cubicBezTo>
                    <a:pt x="3572" y="929"/>
                    <a:pt x="2655" y="0"/>
                    <a:pt x="15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16"/>
            <p:cNvSpPr/>
            <p:nvPr/>
          </p:nvSpPr>
          <p:spPr>
            <a:xfrm>
              <a:off x="2574408" y="2862129"/>
              <a:ext cx="106665" cy="90756"/>
            </a:xfrm>
            <a:custGeom>
              <a:avLst/>
              <a:gdLst/>
              <a:ahLst/>
              <a:cxnLst/>
              <a:rect l="l" t="t" r="r" b="b"/>
              <a:pathLst>
                <a:path w="3359" h="2858" extrusionOk="0">
                  <a:moveTo>
                    <a:pt x="294" y="1"/>
                  </a:moveTo>
                  <a:cubicBezTo>
                    <a:pt x="218" y="1"/>
                    <a:pt x="145" y="48"/>
                    <a:pt x="108" y="131"/>
                  </a:cubicBezTo>
                  <a:cubicBezTo>
                    <a:pt x="36" y="334"/>
                    <a:pt x="1" y="572"/>
                    <a:pt x="1" y="798"/>
                  </a:cubicBezTo>
                  <a:cubicBezTo>
                    <a:pt x="1" y="1929"/>
                    <a:pt x="917" y="2858"/>
                    <a:pt x="2049" y="2858"/>
                  </a:cubicBezTo>
                  <a:cubicBezTo>
                    <a:pt x="2477" y="2858"/>
                    <a:pt x="2894" y="2715"/>
                    <a:pt x="3251" y="2465"/>
                  </a:cubicBezTo>
                  <a:cubicBezTo>
                    <a:pt x="3346" y="2405"/>
                    <a:pt x="3358" y="2286"/>
                    <a:pt x="3299" y="2215"/>
                  </a:cubicBezTo>
                  <a:cubicBezTo>
                    <a:pt x="3263" y="2158"/>
                    <a:pt x="3206" y="2131"/>
                    <a:pt x="3151" y="2131"/>
                  </a:cubicBezTo>
                  <a:cubicBezTo>
                    <a:pt x="3114" y="2131"/>
                    <a:pt x="3077" y="2143"/>
                    <a:pt x="3049" y="2167"/>
                  </a:cubicBezTo>
                  <a:cubicBezTo>
                    <a:pt x="2763" y="2382"/>
                    <a:pt x="2406" y="2501"/>
                    <a:pt x="2049" y="2501"/>
                  </a:cubicBezTo>
                  <a:cubicBezTo>
                    <a:pt x="1108" y="2501"/>
                    <a:pt x="346" y="1739"/>
                    <a:pt x="346" y="798"/>
                  </a:cubicBezTo>
                  <a:cubicBezTo>
                    <a:pt x="346" y="608"/>
                    <a:pt x="382" y="429"/>
                    <a:pt x="441" y="250"/>
                  </a:cubicBezTo>
                  <a:cubicBezTo>
                    <a:pt x="501" y="143"/>
                    <a:pt x="441" y="36"/>
                    <a:pt x="358" y="12"/>
                  </a:cubicBezTo>
                  <a:cubicBezTo>
                    <a:pt x="337" y="4"/>
                    <a:pt x="315" y="1"/>
                    <a:pt x="2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16"/>
            <p:cNvSpPr/>
            <p:nvPr/>
          </p:nvSpPr>
          <p:spPr>
            <a:xfrm>
              <a:off x="2676881" y="2923385"/>
              <a:ext cx="191324" cy="191324"/>
            </a:xfrm>
            <a:custGeom>
              <a:avLst/>
              <a:gdLst/>
              <a:ahLst/>
              <a:cxnLst/>
              <a:rect l="l" t="t" r="r" b="b"/>
              <a:pathLst>
                <a:path w="6025" h="6025" extrusionOk="0">
                  <a:moveTo>
                    <a:pt x="2810" y="0"/>
                  </a:moveTo>
                  <a:cubicBezTo>
                    <a:pt x="2608" y="0"/>
                    <a:pt x="2429" y="155"/>
                    <a:pt x="2382" y="357"/>
                  </a:cubicBezTo>
                  <a:lnTo>
                    <a:pt x="2274" y="893"/>
                  </a:lnTo>
                  <a:cubicBezTo>
                    <a:pt x="2191" y="929"/>
                    <a:pt x="2084" y="965"/>
                    <a:pt x="1989" y="1012"/>
                  </a:cubicBezTo>
                  <a:lnTo>
                    <a:pt x="1548" y="715"/>
                  </a:lnTo>
                  <a:cubicBezTo>
                    <a:pt x="1475" y="666"/>
                    <a:pt x="1393" y="643"/>
                    <a:pt x="1313" y="643"/>
                  </a:cubicBezTo>
                  <a:cubicBezTo>
                    <a:pt x="1198" y="643"/>
                    <a:pt x="1085" y="690"/>
                    <a:pt x="1000" y="774"/>
                  </a:cubicBezTo>
                  <a:lnTo>
                    <a:pt x="738" y="1024"/>
                  </a:lnTo>
                  <a:cubicBezTo>
                    <a:pt x="596" y="1179"/>
                    <a:pt x="572" y="1417"/>
                    <a:pt x="679" y="1584"/>
                  </a:cubicBezTo>
                  <a:lnTo>
                    <a:pt x="977" y="2024"/>
                  </a:lnTo>
                  <a:cubicBezTo>
                    <a:pt x="917" y="2143"/>
                    <a:pt x="858" y="2274"/>
                    <a:pt x="834" y="2417"/>
                  </a:cubicBezTo>
                  <a:cubicBezTo>
                    <a:pt x="798" y="2512"/>
                    <a:pt x="858" y="2608"/>
                    <a:pt x="965" y="2631"/>
                  </a:cubicBezTo>
                  <a:cubicBezTo>
                    <a:pt x="986" y="2639"/>
                    <a:pt x="1006" y="2642"/>
                    <a:pt x="1025" y="2642"/>
                  </a:cubicBezTo>
                  <a:cubicBezTo>
                    <a:pt x="1103" y="2642"/>
                    <a:pt x="1162" y="2587"/>
                    <a:pt x="1191" y="2501"/>
                  </a:cubicBezTo>
                  <a:cubicBezTo>
                    <a:pt x="1227" y="2358"/>
                    <a:pt x="1298" y="2215"/>
                    <a:pt x="1346" y="2096"/>
                  </a:cubicBezTo>
                  <a:cubicBezTo>
                    <a:pt x="1381" y="2036"/>
                    <a:pt x="1381" y="1965"/>
                    <a:pt x="1346" y="1905"/>
                  </a:cubicBezTo>
                  <a:lnTo>
                    <a:pt x="1000" y="1369"/>
                  </a:lnTo>
                  <a:cubicBezTo>
                    <a:pt x="977" y="1346"/>
                    <a:pt x="977" y="1310"/>
                    <a:pt x="1012" y="1286"/>
                  </a:cubicBezTo>
                  <a:lnTo>
                    <a:pt x="1262" y="1024"/>
                  </a:lnTo>
                  <a:cubicBezTo>
                    <a:pt x="1283" y="1010"/>
                    <a:pt x="1300" y="1004"/>
                    <a:pt x="1318" y="1004"/>
                  </a:cubicBezTo>
                  <a:cubicBezTo>
                    <a:pt x="1330" y="1004"/>
                    <a:pt x="1343" y="1007"/>
                    <a:pt x="1358" y="1012"/>
                  </a:cubicBezTo>
                  <a:lnTo>
                    <a:pt x="1893" y="1369"/>
                  </a:lnTo>
                  <a:cubicBezTo>
                    <a:pt x="1923" y="1393"/>
                    <a:pt x="1956" y="1405"/>
                    <a:pt x="1989" y="1405"/>
                  </a:cubicBezTo>
                  <a:cubicBezTo>
                    <a:pt x="2021" y="1405"/>
                    <a:pt x="2054" y="1393"/>
                    <a:pt x="2084" y="1369"/>
                  </a:cubicBezTo>
                  <a:cubicBezTo>
                    <a:pt x="2215" y="1298"/>
                    <a:pt x="2346" y="1238"/>
                    <a:pt x="2489" y="1203"/>
                  </a:cubicBezTo>
                  <a:cubicBezTo>
                    <a:pt x="2548" y="1191"/>
                    <a:pt x="2608" y="1131"/>
                    <a:pt x="2620" y="1072"/>
                  </a:cubicBezTo>
                  <a:lnTo>
                    <a:pt x="2751" y="429"/>
                  </a:lnTo>
                  <a:cubicBezTo>
                    <a:pt x="2751" y="405"/>
                    <a:pt x="2786" y="369"/>
                    <a:pt x="2822" y="369"/>
                  </a:cubicBezTo>
                  <a:lnTo>
                    <a:pt x="3167" y="369"/>
                  </a:lnTo>
                  <a:cubicBezTo>
                    <a:pt x="3203" y="369"/>
                    <a:pt x="3227" y="405"/>
                    <a:pt x="3239" y="429"/>
                  </a:cubicBezTo>
                  <a:lnTo>
                    <a:pt x="3382" y="1072"/>
                  </a:lnTo>
                  <a:cubicBezTo>
                    <a:pt x="3394" y="1143"/>
                    <a:pt x="3429" y="1191"/>
                    <a:pt x="3513" y="1203"/>
                  </a:cubicBezTo>
                  <a:cubicBezTo>
                    <a:pt x="3656" y="1250"/>
                    <a:pt x="3786" y="1310"/>
                    <a:pt x="3917" y="1369"/>
                  </a:cubicBezTo>
                  <a:cubicBezTo>
                    <a:pt x="3947" y="1387"/>
                    <a:pt x="3980" y="1396"/>
                    <a:pt x="4013" y="1396"/>
                  </a:cubicBezTo>
                  <a:cubicBezTo>
                    <a:pt x="4045" y="1396"/>
                    <a:pt x="4078" y="1387"/>
                    <a:pt x="4108" y="1369"/>
                  </a:cubicBezTo>
                  <a:lnTo>
                    <a:pt x="4644" y="1012"/>
                  </a:lnTo>
                  <a:cubicBezTo>
                    <a:pt x="4654" y="1007"/>
                    <a:pt x="4665" y="1004"/>
                    <a:pt x="4678" y="1004"/>
                  </a:cubicBezTo>
                  <a:cubicBezTo>
                    <a:pt x="4695" y="1004"/>
                    <a:pt x="4713" y="1010"/>
                    <a:pt x="4727" y="1024"/>
                  </a:cubicBezTo>
                  <a:lnTo>
                    <a:pt x="4989" y="1286"/>
                  </a:lnTo>
                  <a:cubicBezTo>
                    <a:pt x="5013" y="1310"/>
                    <a:pt x="5013" y="1346"/>
                    <a:pt x="5001" y="1369"/>
                  </a:cubicBezTo>
                  <a:lnTo>
                    <a:pt x="4644" y="1905"/>
                  </a:lnTo>
                  <a:cubicBezTo>
                    <a:pt x="4596" y="1965"/>
                    <a:pt x="4596" y="2036"/>
                    <a:pt x="4644" y="2096"/>
                  </a:cubicBezTo>
                  <a:cubicBezTo>
                    <a:pt x="4715" y="2239"/>
                    <a:pt x="4775" y="2370"/>
                    <a:pt x="4810" y="2501"/>
                  </a:cubicBezTo>
                  <a:cubicBezTo>
                    <a:pt x="4822" y="2560"/>
                    <a:pt x="4882" y="2620"/>
                    <a:pt x="4941" y="2631"/>
                  </a:cubicBezTo>
                  <a:lnTo>
                    <a:pt x="5584" y="2774"/>
                  </a:lnTo>
                  <a:cubicBezTo>
                    <a:pt x="5608" y="2774"/>
                    <a:pt x="5644" y="2798"/>
                    <a:pt x="5644" y="2846"/>
                  </a:cubicBezTo>
                  <a:lnTo>
                    <a:pt x="5644" y="3191"/>
                  </a:lnTo>
                  <a:cubicBezTo>
                    <a:pt x="5644" y="3215"/>
                    <a:pt x="5608" y="3251"/>
                    <a:pt x="5584" y="3263"/>
                  </a:cubicBezTo>
                  <a:lnTo>
                    <a:pt x="4941" y="3393"/>
                  </a:lnTo>
                  <a:cubicBezTo>
                    <a:pt x="4870" y="3405"/>
                    <a:pt x="4822" y="3453"/>
                    <a:pt x="4810" y="3524"/>
                  </a:cubicBezTo>
                  <a:cubicBezTo>
                    <a:pt x="4763" y="3679"/>
                    <a:pt x="4703" y="3810"/>
                    <a:pt x="4644" y="3929"/>
                  </a:cubicBezTo>
                  <a:cubicBezTo>
                    <a:pt x="4608" y="3989"/>
                    <a:pt x="4608" y="4060"/>
                    <a:pt x="4644" y="4120"/>
                  </a:cubicBezTo>
                  <a:lnTo>
                    <a:pt x="5001" y="4656"/>
                  </a:lnTo>
                  <a:cubicBezTo>
                    <a:pt x="5013" y="4691"/>
                    <a:pt x="5013" y="4715"/>
                    <a:pt x="4989" y="4751"/>
                  </a:cubicBezTo>
                  <a:lnTo>
                    <a:pt x="4727" y="5001"/>
                  </a:lnTo>
                  <a:cubicBezTo>
                    <a:pt x="4714" y="5020"/>
                    <a:pt x="4697" y="5029"/>
                    <a:pt x="4681" y="5029"/>
                  </a:cubicBezTo>
                  <a:cubicBezTo>
                    <a:pt x="4668" y="5029"/>
                    <a:pt x="4654" y="5023"/>
                    <a:pt x="4644" y="5013"/>
                  </a:cubicBezTo>
                  <a:lnTo>
                    <a:pt x="4108" y="4656"/>
                  </a:lnTo>
                  <a:cubicBezTo>
                    <a:pt x="4078" y="4638"/>
                    <a:pt x="4045" y="4629"/>
                    <a:pt x="4013" y="4629"/>
                  </a:cubicBezTo>
                  <a:cubicBezTo>
                    <a:pt x="3980" y="4629"/>
                    <a:pt x="3947" y="4638"/>
                    <a:pt x="3917" y="4656"/>
                  </a:cubicBezTo>
                  <a:cubicBezTo>
                    <a:pt x="3775" y="4739"/>
                    <a:pt x="3644" y="4798"/>
                    <a:pt x="3513" y="4822"/>
                  </a:cubicBezTo>
                  <a:cubicBezTo>
                    <a:pt x="3453" y="4834"/>
                    <a:pt x="3394" y="4894"/>
                    <a:pt x="3382" y="4953"/>
                  </a:cubicBezTo>
                  <a:lnTo>
                    <a:pt x="3239" y="5596"/>
                  </a:lnTo>
                  <a:cubicBezTo>
                    <a:pt x="3239" y="5632"/>
                    <a:pt x="3215" y="5656"/>
                    <a:pt x="3167" y="5656"/>
                  </a:cubicBezTo>
                  <a:lnTo>
                    <a:pt x="2822" y="5656"/>
                  </a:lnTo>
                  <a:cubicBezTo>
                    <a:pt x="2798" y="5656"/>
                    <a:pt x="2763" y="5632"/>
                    <a:pt x="2751" y="5596"/>
                  </a:cubicBezTo>
                  <a:lnTo>
                    <a:pt x="2620" y="4953"/>
                  </a:lnTo>
                  <a:cubicBezTo>
                    <a:pt x="2608" y="4882"/>
                    <a:pt x="2560" y="4834"/>
                    <a:pt x="2489" y="4822"/>
                  </a:cubicBezTo>
                  <a:cubicBezTo>
                    <a:pt x="2334" y="4775"/>
                    <a:pt x="2203" y="4715"/>
                    <a:pt x="2084" y="4656"/>
                  </a:cubicBezTo>
                  <a:cubicBezTo>
                    <a:pt x="2054" y="4644"/>
                    <a:pt x="2021" y="4638"/>
                    <a:pt x="1989" y="4638"/>
                  </a:cubicBezTo>
                  <a:cubicBezTo>
                    <a:pt x="1956" y="4638"/>
                    <a:pt x="1923" y="4644"/>
                    <a:pt x="1893" y="4656"/>
                  </a:cubicBezTo>
                  <a:lnTo>
                    <a:pt x="1358" y="5013"/>
                  </a:lnTo>
                  <a:cubicBezTo>
                    <a:pt x="1342" y="5023"/>
                    <a:pt x="1328" y="5029"/>
                    <a:pt x="1314" y="5029"/>
                  </a:cubicBezTo>
                  <a:cubicBezTo>
                    <a:pt x="1298" y="5029"/>
                    <a:pt x="1282" y="5020"/>
                    <a:pt x="1262" y="5001"/>
                  </a:cubicBezTo>
                  <a:lnTo>
                    <a:pt x="1012" y="4751"/>
                  </a:lnTo>
                  <a:cubicBezTo>
                    <a:pt x="977" y="4715"/>
                    <a:pt x="977" y="4691"/>
                    <a:pt x="1000" y="4656"/>
                  </a:cubicBezTo>
                  <a:lnTo>
                    <a:pt x="1346" y="4120"/>
                  </a:lnTo>
                  <a:cubicBezTo>
                    <a:pt x="1393" y="4060"/>
                    <a:pt x="1393" y="3989"/>
                    <a:pt x="1346" y="3929"/>
                  </a:cubicBezTo>
                  <a:cubicBezTo>
                    <a:pt x="1274" y="3798"/>
                    <a:pt x="1215" y="3667"/>
                    <a:pt x="1191" y="3524"/>
                  </a:cubicBezTo>
                  <a:cubicBezTo>
                    <a:pt x="1167" y="3465"/>
                    <a:pt x="1108" y="3405"/>
                    <a:pt x="1048" y="3393"/>
                  </a:cubicBezTo>
                  <a:lnTo>
                    <a:pt x="417" y="3263"/>
                  </a:lnTo>
                  <a:cubicBezTo>
                    <a:pt x="381" y="3263"/>
                    <a:pt x="357" y="3227"/>
                    <a:pt x="357" y="3191"/>
                  </a:cubicBezTo>
                  <a:lnTo>
                    <a:pt x="357" y="2846"/>
                  </a:lnTo>
                  <a:cubicBezTo>
                    <a:pt x="357" y="2810"/>
                    <a:pt x="381" y="2786"/>
                    <a:pt x="417" y="2774"/>
                  </a:cubicBezTo>
                  <a:lnTo>
                    <a:pt x="453" y="2751"/>
                  </a:lnTo>
                  <a:cubicBezTo>
                    <a:pt x="560" y="2739"/>
                    <a:pt x="619" y="2631"/>
                    <a:pt x="608" y="2548"/>
                  </a:cubicBezTo>
                  <a:cubicBezTo>
                    <a:pt x="597" y="2450"/>
                    <a:pt x="506" y="2392"/>
                    <a:pt x="427" y="2392"/>
                  </a:cubicBezTo>
                  <a:cubicBezTo>
                    <a:pt x="419" y="2392"/>
                    <a:pt x="412" y="2392"/>
                    <a:pt x="405" y="2393"/>
                  </a:cubicBezTo>
                  <a:lnTo>
                    <a:pt x="357" y="2417"/>
                  </a:lnTo>
                  <a:cubicBezTo>
                    <a:pt x="143" y="2453"/>
                    <a:pt x="0" y="2631"/>
                    <a:pt x="0" y="2846"/>
                  </a:cubicBezTo>
                  <a:lnTo>
                    <a:pt x="0" y="3191"/>
                  </a:lnTo>
                  <a:cubicBezTo>
                    <a:pt x="0" y="3393"/>
                    <a:pt x="143" y="3572"/>
                    <a:pt x="357" y="3620"/>
                  </a:cubicBezTo>
                  <a:lnTo>
                    <a:pt x="893" y="3727"/>
                  </a:lnTo>
                  <a:cubicBezTo>
                    <a:pt x="917" y="3810"/>
                    <a:pt x="965" y="3917"/>
                    <a:pt x="1012" y="4001"/>
                  </a:cubicBezTo>
                  <a:lnTo>
                    <a:pt x="715" y="4453"/>
                  </a:lnTo>
                  <a:cubicBezTo>
                    <a:pt x="596" y="4632"/>
                    <a:pt x="619" y="4858"/>
                    <a:pt x="774" y="5001"/>
                  </a:cubicBezTo>
                  <a:lnTo>
                    <a:pt x="1024" y="5251"/>
                  </a:lnTo>
                  <a:cubicBezTo>
                    <a:pt x="1112" y="5339"/>
                    <a:pt x="1227" y="5381"/>
                    <a:pt x="1338" y="5381"/>
                  </a:cubicBezTo>
                  <a:cubicBezTo>
                    <a:pt x="1423" y="5381"/>
                    <a:pt x="1505" y="5357"/>
                    <a:pt x="1572" y="5310"/>
                  </a:cubicBezTo>
                  <a:lnTo>
                    <a:pt x="2024" y="5013"/>
                  </a:lnTo>
                  <a:cubicBezTo>
                    <a:pt x="2108" y="5060"/>
                    <a:pt x="2203" y="5108"/>
                    <a:pt x="2310" y="5132"/>
                  </a:cubicBezTo>
                  <a:lnTo>
                    <a:pt x="2405" y="5668"/>
                  </a:lnTo>
                  <a:cubicBezTo>
                    <a:pt x="2453" y="5882"/>
                    <a:pt x="2632" y="6025"/>
                    <a:pt x="2846" y="6025"/>
                  </a:cubicBezTo>
                  <a:lnTo>
                    <a:pt x="3179" y="6025"/>
                  </a:lnTo>
                  <a:cubicBezTo>
                    <a:pt x="3394" y="6025"/>
                    <a:pt x="3572" y="5882"/>
                    <a:pt x="3620" y="5668"/>
                  </a:cubicBezTo>
                  <a:lnTo>
                    <a:pt x="3715" y="5132"/>
                  </a:lnTo>
                  <a:cubicBezTo>
                    <a:pt x="3810" y="5108"/>
                    <a:pt x="3917" y="5060"/>
                    <a:pt x="4001" y="5013"/>
                  </a:cubicBezTo>
                  <a:lnTo>
                    <a:pt x="4453" y="5310"/>
                  </a:lnTo>
                  <a:cubicBezTo>
                    <a:pt x="4529" y="5361"/>
                    <a:pt x="4611" y="5386"/>
                    <a:pt x="4692" y="5386"/>
                  </a:cubicBezTo>
                  <a:cubicBezTo>
                    <a:pt x="4803" y="5386"/>
                    <a:pt x="4912" y="5340"/>
                    <a:pt x="5001" y="5251"/>
                  </a:cubicBezTo>
                  <a:lnTo>
                    <a:pt x="5251" y="5001"/>
                  </a:lnTo>
                  <a:cubicBezTo>
                    <a:pt x="5406" y="4858"/>
                    <a:pt x="5418" y="4620"/>
                    <a:pt x="5310" y="4453"/>
                  </a:cubicBezTo>
                  <a:lnTo>
                    <a:pt x="5013" y="4001"/>
                  </a:lnTo>
                  <a:cubicBezTo>
                    <a:pt x="5060" y="3917"/>
                    <a:pt x="5108" y="3822"/>
                    <a:pt x="5132" y="3727"/>
                  </a:cubicBezTo>
                  <a:lnTo>
                    <a:pt x="5668" y="3620"/>
                  </a:lnTo>
                  <a:cubicBezTo>
                    <a:pt x="5882" y="3572"/>
                    <a:pt x="6025" y="3393"/>
                    <a:pt x="6025" y="3191"/>
                  </a:cubicBezTo>
                  <a:lnTo>
                    <a:pt x="6025" y="2846"/>
                  </a:lnTo>
                  <a:cubicBezTo>
                    <a:pt x="6001" y="2631"/>
                    <a:pt x="5846" y="2453"/>
                    <a:pt x="5644" y="2417"/>
                  </a:cubicBezTo>
                  <a:lnTo>
                    <a:pt x="5108" y="2310"/>
                  </a:lnTo>
                  <a:cubicBezTo>
                    <a:pt x="5072" y="2215"/>
                    <a:pt x="5025" y="2120"/>
                    <a:pt x="4989" y="2024"/>
                  </a:cubicBezTo>
                  <a:lnTo>
                    <a:pt x="5287" y="1584"/>
                  </a:lnTo>
                  <a:cubicBezTo>
                    <a:pt x="5406" y="1405"/>
                    <a:pt x="5370" y="1179"/>
                    <a:pt x="5227" y="1024"/>
                  </a:cubicBezTo>
                  <a:lnTo>
                    <a:pt x="4965" y="774"/>
                  </a:lnTo>
                  <a:cubicBezTo>
                    <a:pt x="4882" y="691"/>
                    <a:pt x="4766" y="648"/>
                    <a:pt x="4651" y="648"/>
                  </a:cubicBezTo>
                  <a:cubicBezTo>
                    <a:pt x="4569" y="648"/>
                    <a:pt x="4487" y="670"/>
                    <a:pt x="4418" y="715"/>
                  </a:cubicBezTo>
                  <a:lnTo>
                    <a:pt x="3977" y="1012"/>
                  </a:lnTo>
                  <a:cubicBezTo>
                    <a:pt x="3882" y="965"/>
                    <a:pt x="3786" y="929"/>
                    <a:pt x="3691" y="893"/>
                  </a:cubicBezTo>
                  <a:lnTo>
                    <a:pt x="3584" y="357"/>
                  </a:lnTo>
                  <a:cubicBezTo>
                    <a:pt x="3536" y="155"/>
                    <a:pt x="3358" y="0"/>
                    <a:pt x="31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6"/>
            <p:cNvSpPr/>
            <p:nvPr/>
          </p:nvSpPr>
          <p:spPr>
            <a:xfrm>
              <a:off x="2738867" y="2986895"/>
              <a:ext cx="65066" cy="65066"/>
            </a:xfrm>
            <a:custGeom>
              <a:avLst/>
              <a:gdLst/>
              <a:ahLst/>
              <a:cxnLst/>
              <a:rect l="l" t="t" r="r" b="b"/>
              <a:pathLst>
                <a:path w="2049" h="2049" extrusionOk="0">
                  <a:moveTo>
                    <a:pt x="1025" y="0"/>
                  </a:moveTo>
                  <a:cubicBezTo>
                    <a:pt x="453" y="0"/>
                    <a:pt x="1" y="453"/>
                    <a:pt x="1" y="1024"/>
                  </a:cubicBezTo>
                  <a:cubicBezTo>
                    <a:pt x="1" y="1584"/>
                    <a:pt x="453" y="2048"/>
                    <a:pt x="1025" y="2048"/>
                  </a:cubicBezTo>
                  <a:cubicBezTo>
                    <a:pt x="1251" y="2048"/>
                    <a:pt x="1465" y="1977"/>
                    <a:pt x="1644" y="1846"/>
                  </a:cubicBezTo>
                  <a:cubicBezTo>
                    <a:pt x="1727" y="1786"/>
                    <a:pt x="1739" y="1667"/>
                    <a:pt x="1680" y="1584"/>
                  </a:cubicBezTo>
                  <a:cubicBezTo>
                    <a:pt x="1646" y="1543"/>
                    <a:pt x="1593" y="1522"/>
                    <a:pt x="1540" y="1522"/>
                  </a:cubicBezTo>
                  <a:cubicBezTo>
                    <a:pt x="1500" y="1522"/>
                    <a:pt x="1461" y="1534"/>
                    <a:pt x="1430" y="1560"/>
                  </a:cubicBezTo>
                  <a:cubicBezTo>
                    <a:pt x="1311" y="1644"/>
                    <a:pt x="1168" y="1691"/>
                    <a:pt x="1025" y="1691"/>
                  </a:cubicBezTo>
                  <a:cubicBezTo>
                    <a:pt x="668" y="1691"/>
                    <a:pt x="370" y="1393"/>
                    <a:pt x="370" y="1036"/>
                  </a:cubicBezTo>
                  <a:cubicBezTo>
                    <a:pt x="382" y="655"/>
                    <a:pt x="680" y="370"/>
                    <a:pt x="1037" y="370"/>
                  </a:cubicBezTo>
                  <a:cubicBezTo>
                    <a:pt x="1394" y="370"/>
                    <a:pt x="1692" y="667"/>
                    <a:pt x="1692" y="1024"/>
                  </a:cubicBezTo>
                  <a:cubicBezTo>
                    <a:pt x="1692" y="1132"/>
                    <a:pt x="1775" y="1203"/>
                    <a:pt x="1870" y="1203"/>
                  </a:cubicBezTo>
                  <a:cubicBezTo>
                    <a:pt x="1965" y="1203"/>
                    <a:pt x="2049" y="1108"/>
                    <a:pt x="2049" y="1024"/>
                  </a:cubicBezTo>
                  <a:cubicBezTo>
                    <a:pt x="2049" y="453"/>
                    <a:pt x="1584" y="0"/>
                    <a:pt x="10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6"/>
            <p:cNvSpPr/>
            <p:nvPr/>
          </p:nvSpPr>
          <p:spPr>
            <a:xfrm>
              <a:off x="2604670" y="2851904"/>
              <a:ext cx="70718" cy="71131"/>
            </a:xfrm>
            <a:custGeom>
              <a:avLst/>
              <a:gdLst/>
              <a:ahLst/>
              <a:cxnLst/>
              <a:rect l="l" t="t" r="r" b="b"/>
              <a:pathLst>
                <a:path w="2227" h="2240" extrusionOk="0">
                  <a:moveTo>
                    <a:pt x="1107" y="382"/>
                  </a:moveTo>
                  <a:cubicBezTo>
                    <a:pt x="1512" y="382"/>
                    <a:pt x="1858" y="715"/>
                    <a:pt x="1858" y="1120"/>
                  </a:cubicBezTo>
                  <a:cubicBezTo>
                    <a:pt x="1858" y="1525"/>
                    <a:pt x="1512" y="1870"/>
                    <a:pt x="1107" y="1870"/>
                  </a:cubicBezTo>
                  <a:cubicBezTo>
                    <a:pt x="691" y="1870"/>
                    <a:pt x="369" y="1525"/>
                    <a:pt x="369" y="1120"/>
                  </a:cubicBezTo>
                  <a:cubicBezTo>
                    <a:pt x="369" y="703"/>
                    <a:pt x="703" y="382"/>
                    <a:pt x="1107" y="382"/>
                  </a:cubicBezTo>
                  <a:close/>
                  <a:moveTo>
                    <a:pt x="1107" y="1"/>
                  </a:moveTo>
                  <a:cubicBezTo>
                    <a:pt x="500" y="1"/>
                    <a:pt x="0" y="513"/>
                    <a:pt x="0" y="1120"/>
                  </a:cubicBezTo>
                  <a:cubicBezTo>
                    <a:pt x="0" y="1727"/>
                    <a:pt x="500" y="2239"/>
                    <a:pt x="1107" y="2239"/>
                  </a:cubicBezTo>
                  <a:cubicBezTo>
                    <a:pt x="1727" y="2239"/>
                    <a:pt x="2227" y="1727"/>
                    <a:pt x="2227" y="1120"/>
                  </a:cubicBezTo>
                  <a:cubicBezTo>
                    <a:pt x="2227" y="513"/>
                    <a:pt x="1727" y="1"/>
                    <a:pt x="11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 name="Google Shape;163;p16"/>
          <p:cNvGrpSpPr/>
          <p:nvPr/>
        </p:nvGrpSpPr>
        <p:grpSpPr>
          <a:xfrm>
            <a:off x="2935480" y="2922086"/>
            <a:ext cx="339335" cy="333821"/>
            <a:chOff x="4210933" y="2926777"/>
            <a:chExt cx="280072" cy="275520"/>
          </a:xfrm>
        </p:grpSpPr>
        <p:sp>
          <p:nvSpPr>
            <p:cNvPr id="164" name="Google Shape;164;p16"/>
            <p:cNvSpPr/>
            <p:nvPr/>
          </p:nvSpPr>
          <p:spPr>
            <a:xfrm>
              <a:off x="4490623" y="2970352"/>
              <a:ext cx="32" cy="414"/>
            </a:xfrm>
            <a:custGeom>
              <a:avLst/>
              <a:gdLst/>
              <a:ahLst/>
              <a:cxnLst/>
              <a:rect l="l" t="t" r="r" b="b"/>
              <a:pathLst>
                <a:path w="1" h="13" extrusionOk="0">
                  <a:moveTo>
                    <a:pt x="0" y="0"/>
                  </a:moveTo>
                  <a:cubicBezTo>
                    <a:pt x="0" y="12"/>
                    <a:pt x="0" y="0"/>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6"/>
            <p:cNvSpPr/>
            <p:nvPr/>
          </p:nvSpPr>
          <p:spPr>
            <a:xfrm>
              <a:off x="4489859" y="2969589"/>
              <a:ext cx="32" cy="32"/>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6"/>
            <p:cNvSpPr/>
            <p:nvPr/>
          </p:nvSpPr>
          <p:spPr>
            <a:xfrm>
              <a:off x="4210933" y="2944952"/>
              <a:ext cx="280072" cy="257346"/>
            </a:xfrm>
            <a:custGeom>
              <a:avLst/>
              <a:gdLst/>
              <a:ahLst/>
              <a:cxnLst/>
              <a:rect l="l" t="t" r="r" b="b"/>
              <a:pathLst>
                <a:path w="8799" h="8085" extrusionOk="0">
                  <a:moveTo>
                    <a:pt x="7549" y="620"/>
                  </a:moveTo>
                  <a:lnTo>
                    <a:pt x="6596" y="6382"/>
                  </a:lnTo>
                  <a:lnTo>
                    <a:pt x="6596" y="620"/>
                  </a:lnTo>
                  <a:close/>
                  <a:moveTo>
                    <a:pt x="4965" y="1"/>
                  </a:moveTo>
                  <a:cubicBezTo>
                    <a:pt x="4894" y="1"/>
                    <a:pt x="4834" y="60"/>
                    <a:pt x="4834" y="143"/>
                  </a:cubicBezTo>
                  <a:cubicBezTo>
                    <a:pt x="4834" y="215"/>
                    <a:pt x="4894" y="274"/>
                    <a:pt x="4965" y="274"/>
                  </a:cubicBezTo>
                  <a:lnTo>
                    <a:pt x="6322" y="274"/>
                  </a:lnTo>
                  <a:lnTo>
                    <a:pt x="6322" y="7835"/>
                  </a:lnTo>
                  <a:lnTo>
                    <a:pt x="262" y="7835"/>
                  </a:lnTo>
                  <a:lnTo>
                    <a:pt x="262" y="7192"/>
                  </a:lnTo>
                  <a:cubicBezTo>
                    <a:pt x="262" y="7121"/>
                    <a:pt x="203" y="7061"/>
                    <a:pt x="131" y="7061"/>
                  </a:cubicBezTo>
                  <a:cubicBezTo>
                    <a:pt x="60" y="7061"/>
                    <a:pt x="0" y="7121"/>
                    <a:pt x="0" y="7192"/>
                  </a:cubicBezTo>
                  <a:lnTo>
                    <a:pt x="0" y="7954"/>
                  </a:lnTo>
                  <a:cubicBezTo>
                    <a:pt x="0" y="8025"/>
                    <a:pt x="60" y="8085"/>
                    <a:pt x="131" y="8085"/>
                  </a:cubicBezTo>
                  <a:lnTo>
                    <a:pt x="6465" y="8085"/>
                  </a:lnTo>
                  <a:cubicBezTo>
                    <a:pt x="6525" y="8085"/>
                    <a:pt x="6561" y="8037"/>
                    <a:pt x="6584" y="8002"/>
                  </a:cubicBezTo>
                  <a:lnTo>
                    <a:pt x="7906" y="3715"/>
                  </a:lnTo>
                  <a:cubicBezTo>
                    <a:pt x="7918" y="3632"/>
                    <a:pt x="7882" y="3572"/>
                    <a:pt x="7811" y="3549"/>
                  </a:cubicBezTo>
                  <a:cubicBezTo>
                    <a:pt x="7799" y="3547"/>
                    <a:pt x="7788" y="3546"/>
                    <a:pt x="7777" y="3546"/>
                  </a:cubicBezTo>
                  <a:cubicBezTo>
                    <a:pt x="7721" y="3546"/>
                    <a:pt x="7674" y="3572"/>
                    <a:pt x="7644" y="3632"/>
                  </a:cubicBezTo>
                  <a:lnTo>
                    <a:pt x="6870" y="6132"/>
                  </a:lnTo>
                  <a:lnTo>
                    <a:pt x="7727" y="989"/>
                  </a:lnTo>
                  <a:lnTo>
                    <a:pt x="8466" y="989"/>
                  </a:lnTo>
                  <a:lnTo>
                    <a:pt x="7799" y="3144"/>
                  </a:lnTo>
                  <a:cubicBezTo>
                    <a:pt x="7787" y="3215"/>
                    <a:pt x="7811" y="3275"/>
                    <a:pt x="7882" y="3311"/>
                  </a:cubicBezTo>
                  <a:lnTo>
                    <a:pt x="7930" y="3311"/>
                  </a:lnTo>
                  <a:cubicBezTo>
                    <a:pt x="7989" y="3311"/>
                    <a:pt x="8037" y="3275"/>
                    <a:pt x="8049" y="3215"/>
                  </a:cubicBezTo>
                  <a:lnTo>
                    <a:pt x="8763" y="894"/>
                  </a:lnTo>
                  <a:cubicBezTo>
                    <a:pt x="8799" y="870"/>
                    <a:pt x="8799" y="822"/>
                    <a:pt x="8763" y="798"/>
                  </a:cubicBezTo>
                  <a:cubicBezTo>
                    <a:pt x="8739" y="763"/>
                    <a:pt x="8704" y="739"/>
                    <a:pt x="8668" y="739"/>
                  </a:cubicBezTo>
                  <a:lnTo>
                    <a:pt x="7787" y="739"/>
                  </a:lnTo>
                  <a:lnTo>
                    <a:pt x="7835" y="501"/>
                  </a:lnTo>
                  <a:cubicBezTo>
                    <a:pt x="7835" y="453"/>
                    <a:pt x="7835" y="417"/>
                    <a:pt x="7799" y="394"/>
                  </a:cubicBezTo>
                  <a:cubicBezTo>
                    <a:pt x="7763" y="358"/>
                    <a:pt x="7739" y="346"/>
                    <a:pt x="7692" y="346"/>
                  </a:cubicBezTo>
                  <a:lnTo>
                    <a:pt x="6596" y="346"/>
                  </a:lnTo>
                  <a:lnTo>
                    <a:pt x="6596" y="143"/>
                  </a:lnTo>
                  <a:cubicBezTo>
                    <a:pt x="6596" y="60"/>
                    <a:pt x="6537" y="1"/>
                    <a:pt x="64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6"/>
            <p:cNvSpPr/>
            <p:nvPr/>
          </p:nvSpPr>
          <p:spPr>
            <a:xfrm>
              <a:off x="4212047" y="2926777"/>
              <a:ext cx="144826" cy="234619"/>
            </a:xfrm>
            <a:custGeom>
              <a:avLst/>
              <a:gdLst/>
              <a:ahLst/>
              <a:cxnLst/>
              <a:rect l="l" t="t" r="r" b="b"/>
              <a:pathLst>
                <a:path w="4550" h="7371" extrusionOk="0">
                  <a:moveTo>
                    <a:pt x="132" y="0"/>
                  </a:moveTo>
                  <a:cubicBezTo>
                    <a:pt x="60" y="0"/>
                    <a:pt x="1" y="60"/>
                    <a:pt x="1" y="131"/>
                  </a:cubicBezTo>
                  <a:lnTo>
                    <a:pt x="1" y="7239"/>
                  </a:lnTo>
                  <a:cubicBezTo>
                    <a:pt x="1" y="7311"/>
                    <a:pt x="60" y="7370"/>
                    <a:pt x="132" y="7370"/>
                  </a:cubicBezTo>
                  <a:cubicBezTo>
                    <a:pt x="203" y="7370"/>
                    <a:pt x="263" y="7311"/>
                    <a:pt x="263" y="7239"/>
                  </a:cubicBezTo>
                  <a:lnTo>
                    <a:pt x="263" y="262"/>
                  </a:lnTo>
                  <a:lnTo>
                    <a:pt x="1763" y="262"/>
                  </a:lnTo>
                  <a:lnTo>
                    <a:pt x="2299" y="810"/>
                  </a:lnTo>
                  <a:cubicBezTo>
                    <a:pt x="2335" y="845"/>
                    <a:pt x="2358" y="857"/>
                    <a:pt x="2394" y="857"/>
                  </a:cubicBezTo>
                  <a:lnTo>
                    <a:pt x="4418" y="857"/>
                  </a:lnTo>
                  <a:cubicBezTo>
                    <a:pt x="4490" y="857"/>
                    <a:pt x="4549" y="798"/>
                    <a:pt x="4549" y="726"/>
                  </a:cubicBezTo>
                  <a:cubicBezTo>
                    <a:pt x="4537" y="655"/>
                    <a:pt x="4478" y="595"/>
                    <a:pt x="4418" y="595"/>
                  </a:cubicBezTo>
                  <a:lnTo>
                    <a:pt x="2454" y="595"/>
                  </a:lnTo>
                  <a:lnTo>
                    <a:pt x="1918" y="36"/>
                  </a:lnTo>
                  <a:cubicBezTo>
                    <a:pt x="1882" y="12"/>
                    <a:pt x="1858" y="0"/>
                    <a:pt x="18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6"/>
            <p:cNvSpPr/>
            <p:nvPr/>
          </p:nvSpPr>
          <p:spPr>
            <a:xfrm>
              <a:off x="4246550" y="2996103"/>
              <a:ext cx="28074" cy="28106"/>
            </a:xfrm>
            <a:custGeom>
              <a:avLst/>
              <a:gdLst/>
              <a:ahLst/>
              <a:cxnLst/>
              <a:rect l="l" t="t" r="r" b="b"/>
              <a:pathLst>
                <a:path w="882" h="883" extrusionOk="0">
                  <a:moveTo>
                    <a:pt x="620" y="263"/>
                  </a:moveTo>
                  <a:lnTo>
                    <a:pt x="620" y="608"/>
                  </a:lnTo>
                  <a:lnTo>
                    <a:pt x="262" y="608"/>
                  </a:lnTo>
                  <a:lnTo>
                    <a:pt x="262" y="263"/>
                  </a:lnTo>
                  <a:close/>
                  <a:moveTo>
                    <a:pt x="131" y="1"/>
                  </a:moveTo>
                  <a:cubicBezTo>
                    <a:pt x="60" y="1"/>
                    <a:pt x="0" y="60"/>
                    <a:pt x="0" y="144"/>
                  </a:cubicBezTo>
                  <a:lnTo>
                    <a:pt x="0" y="751"/>
                  </a:lnTo>
                  <a:cubicBezTo>
                    <a:pt x="0" y="822"/>
                    <a:pt x="60" y="882"/>
                    <a:pt x="131" y="882"/>
                  </a:cubicBezTo>
                  <a:lnTo>
                    <a:pt x="739" y="882"/>
                  </a:lnTo>
                  <a:cubicBezTo>
                    <a:pt x="822" y="882"/>
                    <a:pt x="881" y="822"/>
                    <a:pt x="881" y="751"/>
                  </a:cubicBezTo>
                  <a:lnTo>
                    <a:pt x="881" y="144"/>
                  </a:lnTo>
                  <a:cubicBezTo>
                    <a:pt x="881" y="60"/>
                    <a:pt x="822" y="1"/>
                    <a:pt x="7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16"/>
            <p:cNvSpPr/>
            <p:nvPr/>
          </p:nvSpPr>
          <p:spPr>
            <a:xfrm>
              <a:off x="4285956" y="3015456"/>
              <a:ext cx="97814" cy="8753"/>
            </a:xfrm>
            <a:custGeom>
              <a:avLst/>
              <a:gdLst/>
              <a:ahLst/>
              <a:cxnLst/>
              <a:rect l="l" t="t" r="r" b="b"/>
              <a:pathLst>
                <a:path w="3073" h="275" extrusionOk="0">
                  <a:moveTo>
                    <a:pt x="132" y="0"/>
                  </a:moveTo>
                  <a:cubicBezTo>
                    <a:pt x="60" y="0"/>
                    <a:pt x="1" y="60"/>
                    <a:pt x="1" y="143"/>
                  </a:cubicBezTo>
                  <a:cubicBezTo>
                    <a:pt x="1" y="214"/>
                    <a:pt x="60" y="274"/>
                    <a:pt x="132" y="274"/>
                  </a:cubicBezTo>
                  <a:lnTo>
                    <a:pt x="2942" y="274"/>
                  </a:lnTo>
                  <a:cubicBezTo>
                    <a:pt x="3013" y="274"/>
                    <a:pt x="3072" y="214"/>
                    <a:pt x="3072" y="143"/>
                  </a:cubicBezTo>
                  <a:cubicBezTo>
                    <a:pt x="3072" y="72"/>
                    <a:pt x="3013" y="0"/>
                    <a:pt x="29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6"/>
            <p:cNvSpPr/>
            <p:nvPr/>
          </p:nvSpPr>
          <p:spPr>
            <a:xfrm>
              <a:off x="4285956" y="3001800"/>
              <a:ext cx="30366" cy="8753"/>
            </a:xfrm>
            <a:custGeom>
              <a:avLst/>
              <a:gdLst/>
              <a:ahLst/>
              <a:cxnLst/>
              <a:rect l="l" t="t" r="r" b="b"/>
              <a:pathLst>
                <a:path w="954" h="275" extrusionOk="0">
                  <a:moveTo>
                    <a:pt x="132" y="1"/>
                  </a:moveTo>
                  <a:cubicBezTo>
                    <a:pt x="60" y="1"/>
                    <a:pt x="1" y="60"/>
                    <a:pt x="1" y="132"/>
                  </a:cubicBezTo>
                  <a:cubicBezTo>
                    <a:pt x="1" y="215"/>
                    <a:pt x="60" y="274"/>
                    <a:pt x="132" y="274"/>
                  </a:cubicBezTo>
                  <a:lnTo>
                    <a:pt x="810" y="274"/>
                  </a:lnTo>
                  <a:cubicBezTo>
                    <a:pt x="894" y="274"/>
                    <a:pt x="953" y="215"/>
                    <a:pt x="953" y="132"/>
                  </a:cubicBezTo>
                  <a:cubicBezTo>
                    <a:pt x="953" y="60"/>
                    <a:pt x="894" y="1"/>
                    <a:pt x="8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6"/>
            <p:cNvSpPr/>
            <p:nvPr/>
          </p:nvSpPr>
          <p:spPr>
            <a:xfrm>
              <a:off x="4246550" y="3060177"/>
              <a:ext cx="28074" cy="28074"/>
            </a:xfrm>
            <a:custGeom>
              <a:avLst/>
              <a:gdLst/>
              <a:ahLst/>
              <a:cxnLst/>
              <a:rect l="l" t="t" r="r" b="b"/>
              <a:pathLst>
                <a:path w="882" h="882" extrusionOk="0">
                  <a:moveTo>
                    <a:pt x="620" y="274"/>
                  </a:moveTo>
                  <a:lnTo>
                    <a:pt x="620" y="631"/>
                  </a:lnTo>
                  <a:lnTo>
                    <a:pt x="262" y="631"/>
                  </a:lnTo>
                  <a:lnTo>
                    <a:pt x="262" y="274"/>
                  </a:lnTo>
                  <a:close/>
                  <a:moveTo>
                    <a:pt x="131" y="0"/>
                  </a:moveTo>
                  <a:cubicBezTo>
                    <a:pt x="60" y="0"/>
                    <a:pt x="0" y="60"/>
                    <a:pt x="0" y="131"/>
                  </a:cubicBezTo>
                  <a:lnTo>
                    <a:pt x="0" y="750"/>
                  </a:lnTo>
                  <a:cubicBezTo>
                    <a:pt x="0" y="822"/>
                    <a:pt x="60" y="881"/>
                    <a:pt x="131" y="881"/>
                  </a:cubicBezTo>
                  <a:lnTo>
                    <a:pt x="739" y="881"/>
                  </a:lnTo>
                  <a:cubicBezTo>
                    <a:pt x="822" y="881"/>
                    <a:pt x="881" y="822"/>
                    <a:pt x="881" y="750"/>
                  </a:cubicBezTo>
                  <a:lnTo>
                    <a:pt x="881" y="131"/>
                  </a:lnTo>
                  <a:cubicBezTo>
                    <a:pt x="881" y="60"/>
                    <a:pt x="822" y="0"/>
                    <a:pt x="7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6"/>
            <p:cNvSpPr/>
            <p:nvPr/>
          </p:nvSpPr>
          <p:spPr>
            <a:xfrm>
              <a:off x="4285956" y="3080261"/>
              <a:ext cx="97814" cy="8371"/>
            </a:xfrm>
            <a:custGeom>
              <a:avLst/>
              <a:gdLst/>
              <a:ahLst/>
              <a:cxnLst/>
              <a:rect l="l" t="t" r="r" b="b"/>
              <a:pathLst>
                <a:path w="3073" h="263" extrusionOk="0">
                  <a:moveTo>
                    <a:pt x="132" y="0"/>
                  </a:moveTo>
                  <a:cubicBezTo>
                    <a:pt x="60" y="0"/>
                    <a:pt x="1" y="48"/>
                    <a:pt x="1" y="131"/>
                  </a:cubicBezTo>
                  <a:cubicBezTo>
                    <a:pt x="1" y="203"/>
                    <a:pt x="60" y="262"/>
                    <a:pt x="132" y="262"/>
                  </a:cubicBezTo>
                  <a:lnTo>
                    <a:pt x="2942" y="262"/>
                  </a:lnTo>
                  <a:cubicBezTo>
                    <a:pt x="3013" y="262"/>
                    <a:pt x="3072" y="203"/>
                    <a:pt x="3072" y="131"/>
                  </a:cubicBezTo>
                  <a:cubicBezTo>
                    <a:pt x="3072" y="48"/>
                    <a:pt x="3013" y="0"/>
                    <a:pt x="29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6"/>
            <p:cNvSpPr/>
            <p:nvPr/>
          </p:nvSpPr>
          <p:spPr>
            <a:xfrm>
              <a:off x="4285956" y="3066224"/>
              <a:ext cx="30366" cy="8753"/>
            </a:xfrm>
            <a:custGeom>
              <a:avLst/>
              <a:gdLst/>
              <a:ahLst/>
              <a:cxnLst/>
              <a:rect l="l" t="t" r="r" b="b"/>
              <a:pathLst>
                <a:path w="954" h="275" extrusionOk="0">
                  <a:moveTo>
                    <a:pt x="132" y="1"/>
                  </a:moveTo>
                  <a:cubicBezTo>
                    <a:pt x="60" y="1"/>
                    <a:pt x="1" y="60"/>
                    <a:pt x="1" y="143"/>
                  </a:cubicBezTo>
                  <a:cubicBezTo>
                    <a:pt x="1" y="215"/>
                    <a:pt x="60" y="274"/>
                    <a:pt x="132" y="274"/>
                  </a:cubicBezTo>
                  <a:lnTo>
                    <a:pt x="810" y="274"/>
                  </a:lnTo>
                  <a:cubicBezTo>
                    <a:pt x="894" y="274"/>
                    <a:pt x="953" y="215"/>
                    <a:pt x="953" y="143"/>
                  </a:cubicBezTo>
                  <a:cubicBezTo>
                    <a:pt x="953" y="60"/>
                    <a:pt x="894" y="1"/>
                    <a:pt x="8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16"/>
            <p:cNvSpPr/>
            <p:nvPr/>
          </p:nvSpPr>
          <p:spPr>
            <a:xfrm>
              <a:off x="4246550" y="3124601"/>
              <a:ext cx="28074" cy="28074"/>
            </a:xfrm>
            <a:custGeom>
              <a:avLst/>
              <a:gdLst/>
              <a:ahLst/>
              <a:cxnLst/>
              <a:rect l="l" t="t" r="r" b="b"/>
              <a:pathLst>
                <a:path w="882" h="882" extrusionOk="0">
                  <a:moveTo>
                    <a:pt x="620" y="250"/>
                  </a:moveTo>
                  <a:lnTo>
                    <a:pt x="620" y="607"/>
                  </a:lnTo>
                  <a:lnTo>
                    <a:pt x="262" y="607"/>
                  </a:lnTo>
                  <a:lnTo>
                    <a:pt x="262" y="250"/>
                  </a:lnTo>
                  <a:close/>
                  <a:moveTo>
                    <a:pt x="131" y="0"/>
                  </a:moveTo>
                  <a:cubicBezTo>
                    <a:pt x="60" y="0"/>
                    <a:pt x="0" y="60"/>
                    <a:pt x="0" y="131"/>
                  </a:cubicBezTo>
                  <a:lnTo>
                    <a:pt x="0" y="738"/>
                  </a:lnTo>
                  <a:cubicBezTo>
                    <a:pt x="0" y="822"/>
                    <a:pt x="60" y="881"/>
                    <a:pt x="131" y="881"/>
                  </a:cubicBezTo>
                  <a:lnTo>
                    <a:pt x="739" y="881"/>
                  </a:lnTo>
                  <a:cubicBezTo>
                    <a:pt x="822" y="881"/>
                    <a:pt x="881" y="822"/>
                    <a:pt x="881" y="738"/>
                  </a:cubicBezTo>
                  <a:lnTo>
                    <a:pt x="881" y="131"/>
                  </a:lnTo>
                  <a:cubicBezTo>
                    <a:pt x="881" y="60"/>
                    <a:pt x="822" y="0"/>
                    <a:pt x="7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6"/>
            <p:cNvSpPr/>
            <p:nvPr/>
          </p:nvSpPr>
          <p:spPr>
            <a:xfrm>
              <a:off x="4285956" y="3143921"/>
              <a:ext cx="97814" cy="8753"/>
            </a:xfrm>
            <a:custGeom>
              <a:avLst/>
              <a:gdLst/>
              <a:ahLst/>
              <a:cxnLst/>
              <a:rect l="l" t="t" r="r" b="b"/>
              <a:pathLst>
                <a:path w="3073" h="275" extrusionOk="0">
                  <a:moveTo>
                    <a:pt x="132" y="0"/>
                  </a:moveTo>
                  <a:cubicBezTo>
                    <a:pt x="60" y="0"/>
                    <a:pt x="1" y="60"/>
                    <a:pt x="1" y="131"/>
                  </a:cubicBezTo>
                  <a:cubicBezTo>
                    <a:pt x="1" y="215"/>
                    <a:pt x="60" y="274"/>
                    <a:pt x="132" y="274"/>
                  </a:cubicBezTo>
                  <a:lnTo>
                    <a:pt x="2942" y="274"/>
                  </a:lnTo>
                  <a:cubicBezTo>
                    <a:pt x="3013" y="274"/>
                    <a:pt x="3072" y="215"/>
                    <a:pt x="3072" y="131"/>
                  </a:cubicBezTo>
                  <a:cubicBezTo>
                    <a:pt x="3072" y="60"/>
                    <a:pt x="3013" y="0"/>
                    <a:pt x="29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6"/>
            <p:cNvSpPr/>
            <p:nvPr/>
          </p:nvSpPr>
          <p:spPr>
            <a:xfrm>
              <a:off x="4285956" y="3130266"/>
              <a:ext cx="30366" cy="8371"/>
            </a:xfrm>
            <a:custGeom>
              <a:avLst/>
              <a:gdLst/>
              <a:ahLst/>
              <a:cxnLst/>
              <a:rect l="l" t="t" r="r" b="b"/>
              <a:pathLst>
                <a:path w="954" h="263" extrusionOk="0">
                  <a:moveTo>
                    <a:pt x="132" y="1"/>
                  </a:moveTo>
                  <a:cubicBezTo>
                    <a:pt x="60" y="1"/>
                    <a:pt x="1" y="60"/>
                    <a:pt x="1" y="132"/>
                  </a:cubicBezTo>
                  <a:cubicBezTo>
                    <a:pt x="1" y="215"/>
                    <a:pt x="60" y="263"/>
                    <a:pt x="132" y="263"/>
                  </a:cubicBezTo>
                  <a:lnTo>
                    <a:pt x="810" y="263"/>
                  </a:lnTo>
                  <a:cubicBezTo>
                    <a:pt x="894" y="263"/>
                    <a:pt x="953" y="215"/>
                    <a:pt x="953" y="132"/>
                  </a:cubicBezTo>
                  <a:cubicBezTo>
                    <a:pt x="953" y="60"/>
                    <a:pt x="894" y="1"/>
                    <a:pt x="8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7" name="Google Shape;177;p16"/>
          <p:cNvGrpSpPr/>
          <p:nvPr/>
        </p:nvGrpSpPr>
        <p:grpSpPr>
          <a:xfrm>
            <a:off x="5839619" y="2897010"/>
            <a:ext cx="400812" cy="422071"/>
            <a:chOff x="862283" y="4274771"/>
            <a:chExt cx="341204" cy="359301"/>
          </a:xfrm>
        </p:grpSpPr>
        <p:sp>
          <p:nvSpPr>
            <p:cNvPr id="178" name="Google Shape;178;p16"/>
            <p:cNvSpPr/>
            <p:nvPr/>
          </p:nvSpPr>
          <p:spPr>
            <a:xfrm>
              <a:off x="1100089" y="4490790"/>
              <a:ext cx="24267" cy="17366"/>
            </a:xfrm>
            <a:custGeom>
              <a:avLst/>
              <a:gdLst/>
              <a:ahLst/>
              <a:cxnLst/>
              <a:rect l="l" t="t" r="r" b="b"/>
              <a:pathLst>
                <a:path w="763" h="546" extrusionOk="0">
                  <a:moveTo>
                    <a:pt x="561" y="0"/>
                  </a:moveTo>
                  <a:cubicBezTo>
                    <a:pt x="536" y="0"/>
                    <a:pt x="510" y="7"/>
                    <a:pt x="489" y="22"/>
                  </a:cubicBezTo>
                  <a:lnTo>
                    <a:pt x="108" y="224"/>
                  </a:lnTo>
                  <a:cubicBezTo>
                    <a:pt x="24" y="272"/>
                    <a:pt x="0" y="379"/>
                    <a:pt x="48" y="450"/>
                  </a:cubicBezTo>
                  <a:cubicBezTo>
                    <a:pt x="72" y="510"/>
                    <a:pt x="131" y="545"/>
                    <a:pt x="191" y="545"/>
                  </a:cubicBezTo>
                  <a:cubicBezTo>
                    <a:pt x="227" y="545"/>
                    <a:pt x="250" y="545"/>
                    <a:pt x="262" y="522"/>
                  </a:cubicBezTo>
                  <a:lnTo>
                    <a:pt x="655" y="319"/>
                  </a:lnTo>
                  <a:cubicBezTo>
                    <a:pt x="727" y="272"/>
                    <a:pt x="762" y="164"/>
                    <a:pt x="715" y="93"/>
                  </a:cubicBezTo>
                  <a:cubicBezTo>
                    <a:pt x="682" y="35"/>
                    <a:pt x="620" y="0"/>
                    <a:pt x="5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16"/>
            <p:cNvSpPr/>
            <p:nvPr/>
          </p:nvSpPr>
          <p:spPr>
            <a:xfrm>
              <a:off x="1100089" y="4476001"/>
              <a:ext cx="24267" cy="17397"/>
            </a:xfrm>
            <a:custGeom>
              <a:avLst/>
              <a:gdLst/>
              <a:ahLst/>
              <a:cxnLst/>
              <a:rect l="l" t="t" r="r" b="b"/>
              <a:pathLst>
                <a:path w="763" h="547" extrusionOk="0">
                  <a:moveTo>
                    <a:pt x="561" y="1"/>
                  </a:moveTo>
                  <a:cubicBezTo>
                    <a:pt x="536" y="1"/>
                    <a:pt x="510" y="8"/>
                    <a:pt x="489" y="22"/>
                  </a:cubicBezTo>
                  <a:lnTo>
                    <a:pt x="108" y="236"/>
                  </a:lnTo>
                  <a:cubicBezTo>
                    <a:pt x="24" y="272"/>
                    <a:pt x="0" y="379"/>
                    <a:pt x="48" y="451"/>
                  </a:cubicBezTo>
                  <a:cubicBezTo>
                    <a:pt x="72" y="510"/>
                    <a:pt x="131" y="546"/>
                    <a:pt x="191" y="546"/>
                  </a:cubicBezTo>
                  <a:cubicBezTo>
                    <a:pt x="227" y="546"/>
                    <a:pt x="250" y="546"/>
                    <a:pt x="262" y="534"/>
                  </a:cubicBezTo>
                  <a:lnTo>
                    <a:pt x="655" y="320"/>
                  </a:lnTo>
                  <a:cubicBezTo>
                    <a:pt x="727" y="272"/>
                    <a:pt x="762" y="177"/>
                    <a:pt x="715" y="94"/>
                  </a:cubicBezTo>
                  <a:cubicBezTo>
                    <a:pt x="682" y="36"/>
                    <a:pt x="620" y="1"/>
                    <a:pt x="5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6"/>
            <p:cNvSpPr/>
            <p:nvPr/>
          </p:nvSpPr>
          <p:spPr>
            <a:xfrm>
              <a:off x="862283" y="4274771"/>
              <a:ext cx="341204" cy="359301"/>
            </a:xfrm>
            <a:custGeom>
              <a:avLst/>
              <a:gdLst/>
              <a:ahLst/>
              <a:cxnLst/>
              <a:rect l="l" t="t" r="r" b="b"/>
              <a:pathLst>
                <a:path w="10728" h="11297" extrusionOk="0">
                  <a:moveTo>
                    <a:pt x="5203" y="444"/>
                  </a:moveTo>
                  <a:lnTo>
                    <a:pt x="5203" y="2194"/>
                  </a:lnTo>
                  <a:lnTo>
                    <a:pt x="2084" y="3920"/>
                  </a:lnTo>
                  <a:lnTo>
                    <a:pt x="512" y="3051"/>
                  </a:lnTo>
                  <a:lnTo>
                    <a:pt x="5203" y="444"/>
                  </a:lnTo>
                  <a:close/>
                  <a:moveTo>
                    <a:pt x="5537" y="444"/>
                  </a:moveTo>
                  <a:lnTo>
                    <a:pt x="10228" y="3051"/>
                  </a:lnTo>
                  <a:lnTo>
                    <a:pt x="8656" y="3920"/>
                  </a:lnTo>
                  <a:lnTo>
                    <a:pt x="5537" y="2194"/>
                  </a:lnTo>
                  <a:lnTo>
                    <a:pt x="5537" y="444"/>
                  </a:lnTo>
                  <a:close/>
                  <a:moveTo>
                    <a:pt x="5382" y="2480"/>
                  </a:moveTo>
                  <a:lnTo>
                    <a:pt x="8311" y="4099"/>
                  </a:lnTo>
                  <a:lnTo>
                    <a:pt x="5382" y="5730"/>
                  </a:lnTo>
                  <a:lnTo>
                    <a:pt x="2441" y="4099"/>
                  </a:lnTo>
                  <a:lnTo>
                    <a:pt x="5382" y="2480"/>
                  </a:lnTo>
                  <a:close/>
                  <a:moveTo>
                    <a:pt x="346" y="3325"/>
                  </a:moveTo>
                  <a:lnTo>
                    <a:pt x="1941" y="4206"/>
                  </a:lnTo>
                  <a:lnTo>
                    <a:pt x="1941" y="7278"/>
                  </a:lnTo>
                  <a:lnTo>
                    <a:pt x="346" y="7992"/>
                  </a:lnTo>
                  <a:lnTo>
                    <a:pt x="346" y="3325"/>
                  </a:lnTo>
                  <a:close/>
                  <a:moveTo>
                    <a:pt x="2262" y="4385"/>
                  </a:moveTo>
                  <a:lnTo>
                    <a:pt x="3477" y="5051"/>
                  </a:lnTo>
                  <a:lnTo>
                    <a:pt x="5215" y="6028"/>
                  </a:lnTo>
                  <a:lnTo>
                    <a:pt x="5215" y="8921"/>
                  </a:lnTo>
                  <a:lnTo>
                    <a:pt x="2262" y="7290"/>
                  </a:lnTo>
                  <a:lnTo>
                    <a:pt x="2262" y="4385"/>
                  </a:lnTo>
                  <a:close/>
                  <a:moveTo>
                    <a:pt x="8489" y="4385"/>
                  </a:moveTo>
                  <a:lnTo>
                    <a:pt x="8489" y="7290"/>
                  </a:lnTo>
                  <a:lnTo>
                    <a:pt x="5537" y="8921"/>
                  </a:lnTo>
                  <a:lnTo>
                    <a:pt x="5537" y="6028"/>
                  </a:lnTo>
                  <a:lnTo>
                    <a:pt x="8489" y="4385"/>
                  </a:lnTo>
                  <a:close/>
                  <a:moveTo>
                    <a:pt x="5374" y="0"/>
                  </a:moveTo>
                  <a:cubicBezTo>
                    <a:pt x="5346" y="0"/>
                    <a:pt x="5316" y="9"/>
                    <a:pt x="5287" y="27"/>
                  </a:cubicBezTo>
                  <a:lnTo>
                    <a:pt x="96" y="2896"/>
                  </a:lnTo>
                  <a:cubicBezTo>
                    <a:pt x="36" y="2932"/>
                    <a:pt x="0" y="2992"/>
                    <a:pt x="0" y="3051"/>
                  </a:cubicBezTo>
                  <a:lnTo>
                    <a:pt x="0" y="8242"/>
                  </a:lnTo>
                  <a:cubicBezTo>
                    <a:pt x="0" y="8302"/>
                    <a:pt x="36" y="8361"/>
                    <a:pt x="96" y="8385"/>
                  </a:cubicBezTo>
                  <a:lnTo>
                    <a:pt x="2382" y="9659"/>
                  </a:lnTo>
                  <a:cubicBezTo>
                    <a:pt x="2407" y="9670"/>
                    <a:pt x="2434" y="9676"/>
                    <a:pt x="2461" y="9676"/>
                  </a:cubicBezTo>
                  <a:cubicBezTo>
                    <a:pt x="2519" y="9676"/>
                    <a:pt x="2575" y="9649"/>
                    <a:pt x="2608" y="9600"/>
                  </a:cubicBezTo>
                  <a:cubicBezTo>
                    <a:pt x="2655" y="9516"/>
                    <a:pt x="2620" y="9421"/>
                    <a:pt x="2548" y="9373"/>
                  </a:cubicBezTo>
                  <a:lnTo>
                    <a:pt x="548" y="8266"/>
                  </a:lnTo>
                  <a:lnTo>
                    <a:pt x="2096" y="7587"/>
                  </a:lnTo>
                  <a:lnTo>
                    <a:pt x="5227" y="9314"/>
                  </a:lnTo>
                  <a:lnTo>
                    <a:pt x="5227" y="10862"/>
                  </a:lnTo>
                  <a:lnTo>
                    <a:pt x="3215" y="9742"/>
                  </a:lnTo>
                  <a:cubicBezTo>
                    <a:pt x="3193" y="9727"/>
                    <a:pt x="3167" y="9721"/>
                    <a:pt x="3140" y="9721"/>
                  </a:cubicBezTo>
                  <a:cubicBezTo>
                    <a:pt x="3082" y="9721"/>
                    <a:pt x="3021" y="9753"/>
                    <a:pt x="2989" y="9802"/>
                  </a:cubicBezTo>
                  <a:cubicBezTo>
                    <a:pt x="2953" y="9873"/>
                    <a:pt x="2977" y="9981"/>
                    <a:pt x="3060" y="10028"/>
                  </a:cubicBezTo>
                  <a:lnTo>
                    <a:pt x="5299" y="11278"/>
                  </a:lnTo>
                  <a:cubicBezTo>
                    <a:pt x="5322" y="11290"/>
                    <a:pt x="5349" y="11296"/>
                    <a:pt x="5377" y="11296"/>
                  </a:cubicBezTo>
                  <a:cubicBezTo>
                    <a:pt x="5406" y="11296"/>
                    <a:pt x="5435" y="11290"/>
                    <a:pt x="5465" y="11278"/>
                  </a:cubicBezTo>
                  <a:lnTo>
                    <a:pt x="7835" y="9969"/>
                  </a:lnTo>
                  <a:cubicBezTo>
                    <a:pt x="7906" y="9921"/>
                    <a:pt x="7930" y="9814"/>
                    <a:pt x="7894" y="9742"/>
                  </a:cubicBezTo>
                  <a:cubicBezTo>
                    <a:pt x="7861" y="9693"/>
                    <a:pt x="7801" y="9661"/>
                    <a:pt x="7743" y="9661"/>
                  </a:cubicBezTo>
                  <a:cubicBezTo>
                    <a:pt x="7716" y="9661"/>
                    <a:pt x="7690" y="9668"/>
                    <a:pt x="7668" y="9683"/>
                  </a:cubicBezTo>
                  <a:lnTo>
                    <a:pt x="5561" y="10862"/>
                  </a:lnTo>
                  <a:lnTo>
                    <a:pt x="5561" y="9314"/>
                  </a:lnTo>
                  <a:lnTo>
                    <a:pt x="8680" y="7587"/>
                  </a:lnTo>
                  <a:lnTo>
                    <a:pt x="10228" y="8266"/>
                  </a:lnTo>
                  <a:lnTo>
                    <a:pt x="8335" y="9314"/>
                  </a:lnTo>
                  <a:cubicBezTo>
                    <a:pt x="8263" y="9361"/>
                    <a:pt x="8239" y="9457"/>
                    <a:pt x="8275" y="9540"/>
                  </a:cubicBezTo>
                  <a:cubicBezTo>
                    <a:pt x="8311" y="9600"/>
                    <a:pt x="8370" y="9623"/>
                    <a:pt x="8430" y="9623"/>
                  </a:cubicBezTo>
                  <a:cubicBezTo>
                    <a:pt x="8454" y="9623"/>
                    <a:pt x="8489" y="9623"/>
                    <a:pt x="8501" y="9611"/>
                  </a:cubicBezTo>
                  <a:lnTo>
                    <a:pt x="10680" y="8409"/>
                  </a:lnTo>
                  <a:cubicBezTo>
                    <a:pt x="10680" y="8373"/>
                    <a:pt x="10692" y="8349"/>
                    <a:pt x="10704" y="8326"/>
                  </a:cubicBezTo>
                  <a:cubicBezTo>
                    <a:pt x="10716" y="8302"/>
                    <a:pt x="10728" y="8266"/>
                    <a:pt x="10728" y="8242"/>
                  </a:cubicBezTo>
                  <a:lnTo>
                    <a:pt x="10728" y="6778"/>
                  </a:lnTo>
                  <a:cubicBezTo>
                    <a:pt x="10728" y="6694"/>
                    <a:pt x="10656" y="6623"/>
                    <a:pt x="10573" y="6623"/>
                  </a:cubicBezTo>
                  <a:cubicBezTo>
                    <a:pt x="10478" y="6623"/>
                    <a:pt x="10406" y="6694"/>
                    <a:pt x="10406" y="6778"/>
                  </a:cubicBezTo>
                  <a:lnTo>
                    <a:pt x="10406" y="7992"/>
                  </a:lnTo>
                  <a:lnTo>
                    <a:pt x="8811" y="7278"/>
                  </a:lnTo>
                  <a:lnTo>
                    <a:pt x="8811" y="4206"/>
                  </a:lnTo>
                  <a:lnTo>
                    <a:pt x="10406" y="3325"/>
                  </a:lnTo>
                  <a:lnTo>
                    <a:pt x="10406" y="6063"/>
                  </a:lnTo>
                  <a:cubicBezTo>
                    <a:pt x="10406" y="6159"/>
                    <a:pt x="10478" y="6230"/>
                    <a:pt x="10573" y="6230"/>
                  </a:cubicBezTo>
                  <a:cubicBezTo>
                    <a:pt x="10656" y="6230"/>
                    <a:pt x="10728" y="6159"/>
                    <a:pt x="10728" y="6063"/>
                  </a:cubicBezTo>
                  <a:lnTo>
                    <a:pt x="10728" y="3051"/>
                  </a:lnTo>
                  <a:cubicBezTo>
                    <a:pt x="10728" y="2992"/>
                    <a:pt x="10704" y="2932"/>
                    <a:pt x="10644" y="2896"/>
                  </a:cubicBezTo>
                  <a:lnTo>
                    <a:pt x="5453" y="27"/>
                  </a:lnTo>
                  <a:cubicBezTo>
                    <a:pt x="5430" y="9"/>
                    <a:pt x="5403" y="0"/>
                    <a:pt x="53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17"/>
          <p:cNvSpPr txBox="1">
            <a:spLocks noGrp="1"/>
          </p:cNvSpPr>
          <p:nvPr>
            <p:ph type="title"/>
          </p:nvPr>
        </p:nvSpPr>
        <p:spPr>
          <a:xfrm>
            <a:off x="720000" y="234700"/>
            <a:ext cx="7704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a:solidFill>
                  <a:schemeClr val="accent1"/>
                </a:solidFill>
              </a:rPr>
              <a:t>&lt;/</a:t>
            </a:r>
            <a:r>
              <a:rPr lang="en" sz="2800"/>
              <a:t>Nuevo paradigma para resolver problemas</a:t>
            </a:r>
            <a:endParaRPr sz="2800"/>
          </a:p>
        </p:txBody>
      </p:sp>
      <p:sp>
        <p:nvSpPr>
          <p:cNvPr id="186" name="Google Shape;186;p17"/>
          <p:cNvSpPr txBox="1"/>
          <p:nvPr/>
        </p:nvSpPr>
        <p:spPr>
          <a:xfrm>
            <a:off x="3835437" y="963088"/>
            <a:ext cx="16728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dk1"/>
                </a:solidFill>
                <a:latin typeface="Quantico"/>
                <a:ea typeface="Quantico"/>
                <a:cs typeface="Quantico"/>
                <a:sym typeface="Quantico"/>
              </a:rPr>
              <a:t>{Problema</a:t>
            </a:r>
            <a:r>
              <a:rPr lang="en" sz="2000">
                <a:solidFill>
                  <a:schemeClr val="lt2"/>
                </a:solidFill>
                <a:latin typeface="Quantico"/>
                <a:ea typeface="Quantico"/>
                <a:cs typeface="Quantico"/>
                <a:sym typeface="Quantico"/>
              </a:rPr>
              <a:t>}</a:t>
            </a:r>
            <a:endParaRPr sz="2000">
              <a:solidFill>
                <a:schemeClr val="dk1"/>
              </a:solidFill>
              <a:latin typeface="Quantico"/>
              <a:ea typeface="Quantico"/>
              <a:cs typeface="Quantico"/>
              <a:sym typeface="Quantico"/>
            </a:endParaRPr>
          </a:p>
        </p:txBody>
      </p:sp>
      <p:sp>
        <p:nvSpPr>
          <p:cNvPr id="187" name="Google Shape;187;p17"/>
          <p:cNvSpPr txBox="1"/>
          <p:nvPr/>
        </p:nvSpPr>
        <p:spPr>
          <a:xfrm>
            <a:off x="3835388" y="2679413"/>
            <a:ext cx="4946700" cy="67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dk1"/>
                </a:solidFill>
                <a:latin typeface="Quantico"/>
                <a:ea typeface="Quantico"/>
                <a:cs typeface="Quantico"/>
                <a:sym typeface="Quantico"/>
              </a:rPr>
              <a:t>{Desarrollar Apps Utilizando Clases</a:t>
            </a:r>
            <a:r>
              <a:rPr lang="en" sz="2000">
                <a:solidFill>
                  <a:schemeClr val="accent3"/>
                </a:solidFill>
                <a:latin typeface="Quantico"/>
                <a:ea typeface="Quantico"/>
                <a:cs typeface="Quantico"/>
                <a:sym typeface="Quantico"/>
              </a:rPr>
              <a:t>}</a:t>
            </a:r>
            <a:endParaRPr sz="2000">
              <a:solidFill>
                <a:schemeClr val="accent3"/>
              </a:solidFill>
              <a:latin typeface="Quantico"/>
              <a:ea typeface="Quantico"/>
              <a:cs typeface="Quantico"/>
              <a:sym typeface="Quantico"/>
            </a:endParaRPr>
          </a:p>
        </p:txBody>
      </p:sp>
      <p:cxnSp>
        <p:nvCxnSpPr>
          <p:cNvPr id="188" name="Google Shape;188;p17"/>
          <p:cNvCxnSpPr>
            <a:stCxn id="186" idx="1"/>
            <a:endCxn id="189" idx="6"/>
          </p:cNvCxnSpPr>
          <p:nvPr/>
        </p:nvCxnSpPr>
        <p:spPr>
          <a:xfrm flipH="1">
            <a:off x="3150837" y="1191688"/>
            <a:ext cx="684600" cy="331500"/>
          </a:xfrm>
          <a:prstGeom prst="bentConnector3">
            <a:avLst>
              <a:gd name="adj1" fmla="val 50003"/>
            </a:avLst>
          </a:prstGeom>
          <a:noFill/>
          <a:ln w="9525" cap="flat" cmpd="sng">
            <a:solidFill>
              <a:schemeClr val="dk1"/>
            </a:solidFill>
            <a:prstDash val="solid"/>
            <a:round/>
            <a:headEnd type="none" w="med" len="med"/>
            <a:tailEnd type="none" w="med" len="med"/>
          </a:ln>
        </p:spPr>
      </p:cxnSp>
      <p:cxnSp>
        <p:nvCxnSpPr>
          <p:cNvPr id="190" name="Google Shape;190;p17"/>
          <p:cNvCxnSpPr>
            <a:stCxn id="191" idx="1"/>
            <a:endCxn id="192" idx="6"/>
          </p:cNvCxnSpPr>
          <p:nvPr/>
        </p:nvCxnSpPr>
        <p:spPr>
          <a:xfrm flipH="1">
            <a:off x="3150788" y="1814588"/>
            <a:ext cx="684600" cy="134400"/>
          </a:xfrm>
          <a:prstGeom prst="bentConnector3">
            <a:avLst>
              <a:gd name="adj1" fmla="val 50000"/>
            </a:avLst>
          </a:prstGeom>
          <a:noFill/>
          <a:ln w="9525" cap="flat" cmpd="sng">
            <a:solidFill>
              <a:schemeClr val="dk1"/>
            </a:solidFill>
            <a:prstDash val="solid"/>
            <a:round/>
            <a:headEnd type="none" w="med" len="med"/>
            <a:tailEnd type="none" w="med" len="med"/>
          </a:ln>
        </p:spPr>
      </p:cxnSp>
      <p:cxnSp>
        <p:nvCxnSpPr>
          <p:cNvPr id="193" name="Google Shape;193;p17"/>
          <p:cNvCxnSpPr>
            <a:stCxn id="194" idx="1"/>
            <a:endCxn id="195" idx="6"/>
          </p:cNvCxnSpPr>
          <p:nvPr/>
        </p:nvCxnSpPr>
        <p:spPr>
          <a:xfrm rot="10800000">
            <a:off x="3150788" y="2374813"/>
            <a:ext cx="684600" cy="62700"/>
          </a:xfrm>
          <a:prstGeom prst="bentConnector3">
            <a:avLst>
              <a:gd name="adj1" fmla="val 50000"/>
            </a:avLst>
          </a:prstGeom>
          <a:noFill/>
          <a:ln w="9525" cap="flat" cmpd="sng">
            <a:solidFill>
              <a:schemeClr val="dk1"/>
            </a:solidFill>
            <a:prstDash val="solid"/>
            <a:round/>
            <a:headEnd type="none" w="med" len="med"/>
            <a:tailEnd type="none" w="med" len="med"/>
          </a:ln>
        </p:spPr>
      </p:cxnSp>
      <p:cxnSp>
        <p:nvCxnSpPr>
          <p:cNvPr id="196" name="Google Shape;196;p17"/>
          <p:cNvCxnSpPr>
            <a:stCxn id="187" idx="1"/>
            <a:endCxn id="197" idx="6"/>
          </p:cNvCxnSpPr>
          <p:nvPr/>
        </p:nvCxnSpPr>
        <p:spPr>
          <a:xfrm rot="10800000">
            <a:off x="3150788" y="2800613"/>
            <a:ext cx="684600" cy="215400"/>
          </a:xfrm>
          <a:prstGeom prst="bentConnector3">
            <a:avLst>
              <a:gd name="adj1" fmla="val 50000"/>
            </a:avLst>
          </a:prstGeom>
          <a:noFill/>
          <a:ln w="9525" cap="flat" cmpd="sng">
            <a:solidFill>
              <a:schemeClr val="dk1"/>
            </a:solidFill>
            <a:prstDash val="solid"/>
            <a:round/>
            <a:headEnd type="none" w="med" len="med"/>
            <a:tailEnd type="none" w="med" len="med"/>
          </a:ln>
        </p:spPr>
      </p:cxnSp>
      <p:sp>
        <p:nvSpPr>
          <p:cNvPr id="189" name="Google Shape;189;p17"/>
          <p:cNvSpPr/>
          <p:nvPr/>
        </p:nvSpPr>
        <p:spPr>
          <a:xfrm>
            <a:off x="2847194" y="1371445"/>
            <a:ext cx="303600" cy="3036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7"/>
          <p:cNvSpPr/>
          <p:nvPr/>
        </p:nvSpPr>
        <p:spPr>
          <a:xfrm>
            <a:off x="2847194" y="1797244"/>
            <a:ext cx="303600" cy="303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7"/>
          <p:cNvSpPr/>
          <p:nvPr/>
        </p:nvSpPr>
        <p:spPr>
          <a:xfrm>
            <a:off x="2847194" y="2223043"/>
            <a:ext cx="303600" cy="3036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7"/>
          <p:cNvSpPr/>
          <p:nvPr/>
        </p:nvSpPr>
        <p:spPr>
          <a:xfrm>
            <a:off x="2847194" y="2648842"/>
            <a:ext cx="303600" cy="303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8" name="Google Shape;198;p17"/>
          <p:cNvGrpSpPr/>
          <p:nvPr/>
        </p:nvGrpSpPr>
        <p:grpSpPr>
          <a:xfrm>
            <a:off x="999138" y="1037040"/>
            <a:ext cx="1952570" cy="2269603"/>
            <a:chOff x="720000" y="1437774"/>
            <a:chExt cx="2235085" cy="2597989"/>
          </a:xfrm>
        </p:grpSpPr>
        <p:sp>
          <p:nvSpPr>
            <p:cNvPr id="199" name="Google Shape;199;p17"/>
            <p:cNvSpPr/>
            <p:nvPr/>
          </p:nvSpPr>
          <p:spPr>
            <a:xfrm>
              <a:off x="720000" y="3317983"/>
              <a:ext cx="2235085" cy="717779"/>
            </a:xfrm>
            <a:custGeom>
              <a:avLst/>
              <a:gdLst/>
              <a:ahLst/>
              <a:cxnLst/>
              <a:rect l="l" t="t" r="r" b="b"/>
              <a:pathLst>
                <a:path w="218430" h="70147" fill="none" extrusionOk="0">
                  <a:moveTo>
                    <a:pt x="29746" y="1"/>
                  </a:moveTo>
                  <a:lnTo>
                    <a:pt x="0" y="14430"/>
                  </a:lnTo>
                  <a:lnTo>
                    <a:pt x="109215" y="70147"/>
                  </a:lnTo>
                  <a:lnTo>
                    <a:pt x="218429" y="14430"/>
                  </a:lnTo>
                  <a:lnTo>
                    <a:pt x="188684" y="1"/>
                  </a:lnTo>
                  <a:lnTo>
                    <a:pt x="109215" y="40623"/>
                  </a:lnTo>
                  <a:close/>
                </a:path>
              </a:pathLst>
            </a:custGeom>
            <a:solidFill>
              <a:schemeClr val="lt2"/>
            </a:solidFill>
            <a:ln w="9525" cap="flat" cmpd="sng">
              <a:solidFill>
                <a:schemeClr val="dk1"/>
              </a:solidFill>
              <a:prstDash val="solid"/>
              <a:miter lim="22198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7"/>
            <p:cNvSpPr/>
            <p:nvPr/>
          </p:nvSpPr>
          <p:spPr>
            <a:xfrm>
              <a:off x="720000" y="2822990"/>
              <a:ext cx="2235085" cy="717779"/>
            </a:xfrm>
            <a:custGeom>
              <a:avLst/>
              <a:gdLst/>
              <a:ahLst/>
              <a:cxnLst/>
              <a:rect l="l" t="t" r="r" b="b"/>
              <a:pathLst>
                <a:path w="218430" h="70147" fill="none" extrusionOk="0">
                  <a:moveTo>
                    <a:pt x="188684" y="0"/>
                  </a:moveTo>
                  <a:lnTo>
                    <a:pt x="158939" y="15095"/>
                  </a:lnTo>
                  <a:lnTo>
                    <a:pt x="109215" y="40623"/>
                  </a:lnTo>
                  <a:lnTo>
                    <a:pt x="59491" y="15095"/>
                  </a:lnTo>
                  <a:lnTo>
                    <a:pt x="29746" y="0"/>
                  </a:lnTo>
                  <a:lnTo>
                    <a:pt x="0" y="14429"/>
                  </a:lnTo>
                  <a:lnTo>
                    <a:pt x="29746" y="29524"/>
                  </a:lnTo>
                  <a:lnTo>
                    <a:pt x="109215" y="70146"/>
                  </a:lnTo>
                  <a:lnTo>
                    <a:pt x="188684" y="29524"/>
                  </a:lnTo>
                  <a:lnTo>
                    <a:pt x="218429" y="14429"/>
                  </a:lnTo>
                  <a:close/>
                </a:path>
              </a:pathLst>
            </a:custGeom>
            <a:noFill/>
            <a:ln w="9525" cap="flat" cmpd="sng">
              <a:solidFill>
                <a:schemeClr val="dk1"/>
              </a:solidFill>
              <a:prstDash val="solid"/>
              <a:miter lim="22198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7"/>
            <p:cNvSpPr/>
            <p:nvPr/>
          </p:nvSpPr>
          <p:spPr>
            <a:xfrm>
              <a:off x="720000" y="2327997"/>
              <a:ext cx="2235085" cy="717779"/>
            </a:xfrm>
            <a:custGeom>
              <a:avLst/>
              <a:gdLst/>
              <a:ahLst/>
              <a:cxnLst/>
              <a:rect l="l" t="t" r="r" b="b"/>
              <a:pathLst>
                <a:path w="218430" h="70147" fill="none" extrusionOk="0">
                  <a:moveTo>
                    <a:pt x="188684" y="1"/>
                  </a:moveTo>
                  <a:lnTo>
                    <a:pt x="158939" y="15096"/>
                  </a:lnTo>
                  <a:lnTo>
                    <a:pt x="129193" y="30190"/>
                  </a:lnTo>
                  <a:lnTo>
                    <a:pt x="109215" y="40623"/>
                  </a:lnTo>
                  <a:lnTo>
                    <a:pt x="89237" y="30190"/>
                  </a:lnTo>
                  <a:lnTo>
                    <a:pt x="59491" y="15096"/>
                  </a:lnTo>
                  <a:lnTo>
                    <a:pt x="29746" y="1"/>
                  </a:lnTo>
                  <a:lnTo>
                    <a:pt x="0" y="14208"/>
                  </a:lnTo>
                  <a:lnTo>
                    <a:pt x="29746" y="29524"/>
                  </a:lnTo>
                  <a:lnTo>
                    <a:pt x="59491" y="44619"/>
                  </a:lnTo>
                  <a:lnTo>
                    <a:pt x="109215" y="70147"/>
                  </a:lnTo>
                  <a:lnTo>
                    <a:pt x="158939" y="44619"/>
                  </a:lnTo>
                  <a:lnTo>
                    <a:pt x="188684" y="29524"/>
                  </a:lnTo>
                  <a:lnTo>
                    <a:pt x="218429" y="14208"/>
                  </a:lnTo>
                  <a:close/>
                </a:path>
              </a:pathLst>
            </a:custGeom>
            <a:noFill/>
            <a:ln w="9525" cap="flat" cmpd="sng">
              <a:solidFill>
                <a:schemeClr val="dk1"/>
              </a:solidFill>
              <a:prstDash val="solid"/>
              <a:miter lim="22198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7"/>
            <p:cNvSpPr/>
            <p:nvPr/>
          </p:nvSpPr>
          <p:spPr>
            <a:xfrm>
              <a:off x="720000" y="1437774"/>
              <a:ext cx="2235085" cy="1113009"/>
            </a:xfrm>
            <a:custGeom>
              <a:avLst/>
              <a:gdLst/>
              <a:ahLst/>
              <a:cxnLst/>
              <a:rect l="l" t="t" r="r" b="b"/>
              <a:pathLst>
                <a:path w="218430" h="108772" fill="none" extrusionOk="0">
                  <a:moveTo>
                    <a:pt x="109215" y="1"/>
                  </a:moveTo>
                  <a:lnTo>
                    <a:pt x="0" y="52832"/>
                  </a:lnTo>
                  <a:lnTo>
                    <a:pt x="109215" y="108771"/>
                  </a:lnTo>
                  <a:lnTo>
                    <a:pt x="218429" y="52832"/>
                  </a:lnTo>
                  <a:close/>
                </a:path>
              </a:pathLst>
            </a:custGeom>
            <a:noFill/>
            <a:ln w="9525" cap="flat" cmpd="sng">
              <a:solidFill>
                <a:schemeClr val="dk1"/>
              </a:solidFill>
              <a:prstDash val="solid"/>
              <a:miter lim="22198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1" name="Google Shape;191;p17"/>
          <p:cNvSpPr txBox="1"/>
          <p:nvPr/>
        </p:nvSpPr>
        <p:spPr>
          <a:xfrm>
            <a:off x="3835388" y="1585988"/>
            <a:ext cx="44571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dk1"/>
                </a:solidFill>
                <a:latin typeface="Quantico"/>
                <a:ea typeface="Quantico"/>
                <a:cs typeface="Quantico"/>
                <a:sym typeface="Quantico"/>
              </a:rPr>
              <a:t>{Identificación de Elementos</a:t>
            </a:r>
            <a:r>
              <a:rPr lang="en" sz="2000">
                <a:solidFill>
                  <a:schemeClr val="accent1"/>
                </a:solidFill>
                <a:latin typeface="Quantico"/>
                <a:ea typeface="Quantico"/>
                <a:cs typeface="Quantico"/>
                <a:sym typeface="Quantico"/>
              </a:rPr>
              <a:t>}</a:t>
            </a:r>
            <a:endParaRPr sz="2000">
              <a:solidFill>
                <a:schemeClr val="accent1"/>
              </a:solidFill>
              <a:latin typeface="Quantico"/>
              <a:ea typeface="Quantico"/>
              <a:cs typeface="Quantico"/>
              <a:sym typeface="Quantico"/>
            </a:endParaRPr>
          </a:p>
        </p:txBody>
      </p:sp>
      <p:sp>
        <p:nvSpPr>
          <p:cNvPr id="194" name="Google Shape;194;p17"/>
          <p:cNvSpPr txBox="1"/>
          <p:nvPr/>
        </p:nvSpPr>
        <p:spPr>
          <a:xfrm>
            <a:off x="3835388" y="2208913"/>
            <a:ext cx="30258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chemeClr val="dk1"/>
                </a:solidFill>
                <a:latin typeface="Quantico"/>
                <a:ea typeface="Quantico"/>
                <a:cs typeface="Quantico"/>
                <a:sym typeface="Quantico"/>
              </a:rPr>
              <a:t>{Desarrollar clases</a:t>
            </a:r>
            <a:r>
              <a:rPr lang="en" sz="2000">
                <a:solidFill>
                  <a:schemeClr val="accent2"/>
                </a:solidFill>
                <a:latin typeface="Quantico"/>
                <a:ea typeface="Quantico"/>
                <a:cs typeface="Quantico"/>
                <a:sym typeface="Quantico"/>
              </a:rPr>
              <a:t>}</a:t>
            </a:r>
            <a:endParaRPr sz="2000">
              <a:solidFill>
                <a:schemeClr val="accent2"/>
              </a:solidFill>
              <a:latin typeface="Quantico"/>
              <a:ea typeface="Quantico"/>
              <a:cs typeface="Quantico"/>
              <a:sym typeface="Quantico"/>
            </a:endParaRPr>
          </a:p>
        </p:txBody>
      </p:sp>
      <p:sp>
        <p:nvSpPr>
          <p:cNvPr id="203" name="Google Shape;203;p17"/>
          <p:cNvSpPr txBox="1"/>
          <p:nvPr/>
        </p:nvSpPr>
        <p:spPr>
          <a:xfrm>
            <a:off x="253350" y="3670720"/>
            <a:ext cx="8637300" cy="1204500"/>
          </a:xfrm>
          <a:prstGeom prst="rect">
            <a:avLst/>
          </a:prstGeom>
          <a:noFill/>
          <a:ln>
            <a:noFill/>
          </a:ln>
        </p:spPr>
        <p:txBody>
          <a:bodyPr spcFirstLastPara="1" wrap="square" lIns="91425" tIns="91425" rIns="91425" bIns="91425" anchor="ctr" anchorCtr="0">
            <a:noAutofit/>
          </a:bodyPr>
          <a:lstStyle/>
          <a:p>
            <a:pPr marL="0" lvl="0" indent="0" algn="just" rtl="0">
              <a:spcBef>
                <a:spcPts val="0"/>
              </a:spcBef>
              <a:spcAft>
                <a:spcPts val="0"/>
              </a:spcAft>
              <a:buNone/>
            </a:pPr>
            <a:r>
              <a:rPr lang="en" sz="2000" i="1">
                <a:solidFill>
                  <a:schemeClr val="dk1"/>
                </a:solidFill>
                <a:latin typeface="Quantico"/>
                <a:ea typeface="Quantico"/>
                <a:cs typeface="Quantico"/>
                <a:sym typeface="Quantico"/>
              </a:rPr>
              <a:t>Si llegáramos a necesitar una clase que ya tenemos creada durante el desarrollo de una nueva aplicación, simplemente tendríamos que importarla e implementarla conociendo los datos y comportamiento que maneja</a:t>
            </a:r>
            <a:endParaRPr sz="2000" i="1">
              <a:solidFill>
                <a:schemeClr val="accent2"/>
              </a:solidFill>
              <a:latin typeface="Quantico"/>
              <a:ea typeface="Quantico"/>
              <a:cs typeface="Quantico"/>
              <a:sym typeface="Quantico"/>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18"/>
          <p:cNvSpPr txBox="1"/>
          <p:nvPr/>
        </p:nvSpPr>
        <p:spPr>
          <a:xfrm>
            <a:off x="410925" y="1416625"/>
            <a:ext cx="8161500" cy="3370800"/>
          </a:xfrm>
          <a:prstGeom prst="rect">
            <a:avLst/>
          </a:prstGeom>
          <a:noFill/>
          <a:ln>
            <a:noFill/>
          </a:ln>
        </p:spPr>
        <p:txBody>
          <a:bodyPr spcFirstLastPara="1" wrap="square" lIns="91425" tIns="91425" rIns="91425" bIns="91425" anchor="b" anchorCtr="0">
            <a:noAutofit/>
          </a:bodyPr>
          <a:lstStyle/>
          <a:p>
            <a:pPr marL="0" lvl="0" indent="0" algn="just" rtl="0">
              <a:lnSpc>
                <a:spcPct val="115000"/>
              </a:lnSpc>
              <a:spcBef>
                <a:spcPts val="0"/>
              </a:spcBef>
              <a:spcAft>
                <a:spcPts val="0"/>
              </a:spcAft>
              <a:buNone/>
            </a:pPr>
            <a:r>
              <a:rPr lang="en" sz="2000">
                <a:solidFill>
                  <a:schemeClr val="dk1"/>
                </a:solidFill>
                <a:latin typeface="Quantico"/>
                <a:ea typeface="Quantico"/>
                <a:cs typeface="Quantico"/>
                <a:sym typeface="Quantico"/>
              </a:rPr>
              <a:t>La Programación Orientada a Objetos se define como una manera de programar específica, donde se organiza el código en unidades denominadas clases, de las cuales se crean objetos que se relacionan entre sí para conseguir los objetivos de las aplicaciones.</a:t>
            </a:r>
            <a:endParaRPr sz="2000">
              <a:solidFill>
                <a:schemeClr val="dk1"/>
              </a:solidFill>
              <a:latin typeface="Quantico"/>
              <a:ea typeface="Quantico"/>
              <a:cs typeface="Quantico"/>
              <a:sym typeface="Quantico"/>
            </a:endParaRPr>
          </a:p>
          <a:p>
            <a:pPr marL="0" lvl="0" indent="0" algn="just" rtl="0">
              <a:lnSpc>
                <a:spcPct val="115000"/>
              </a:lnSpc>
              <a:spcBef>
                <a:spcPts val="1600"/>
              </a:spcBef>
              <a:spcAft>
                <a:spcPts val="1600"/>
              </a:spcAft>
              <a:buNone/>
            </a:pPr>
            <a:r>
              <a:rPr lang="en" sz="2000">
                <a:solidFill>
                  <a:schemeClr val="dk1"/>
                </a:solidFill>
                <a:latin typeface="Quantico"/>
                <a:ea typeface="Quantico"/>
                <a:cs typeface="Quantico"/>
                <a:sym typeface="Quantico"/>
              </a:rPr>
              <a:t>Con la POO se resuelven los problemas escribiendo programas en términos de clases, objetos, propiedades, métodos, diagrama de clases entre otros conceptos; ya no se escribe como se solía hacer en la programación estructurada.</a:t>
            </a:r>
            <a:endParaRPr sz="2000">
              <a:solidFill>
                <a:schemeClr val="dk1"/>
              </a:solidFill>
              <a:latin typeface="Quantico"/>
              <a:ea typeface="Quantico"/>
              <a:cs typeface="Quantico"/>
              <a:sym typeface="Quantico"/>
            </a:endParaRPr>
          </a:p>
        </p:txBody>
      </p:sp>
      <p:sp>
        <p:nvSpPr>
          <p:cNvPr id="209" name="Google Shape;209;p18"/>
          <p:cNvSpPr txBox="1">
            <a:spLocks noGrp="1"/>
          </p:cNvSpPr>
          <p:nvPr>
            <p:ph type="title"/>
          </p:nvPr>
        </p:nvSpPr>
        <p:spPr>
          <a:xfrm>
            <a:off x="720000" y="310900"/>
            <a:ext cx="7704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1"/>
                </a:solidFill>
              </a:rPr>
              <a:t>&lt;/</a:t>
            </a:r>
            <a:r>
              <a:rPr lang="en"/>
              <a:t>¿Qué es el POO?</a:t>
            </a:r>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19"/>
          <p:cNvSpPr txBox="1">
            <a:spLocks noGrp="1"/>
          </p:cNvSpPr>
          <p:nvPr>
            <p:ph type="title"/>
          </p:nvPr>
        </p:nvSpPr>
        <p:spPr>
          <a:xfrm>
            <a:off x="720000" y="539500"/>
            <a:ext cx="7704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2"/>
                </a:solidFill>
              </a:rPr>
              <a:t>&lt;/</a:t>
            </a:r>
            <a:r>
              <a:rPr lang="en"/>
              <a:t>¿Con qué trabajamos?</a:t>
            </a:r>
            <a:endParaRPr/>
          </a:p>
        </p:txBody>
      </p:sp>
      <p:sp>
        <p:nvSpPr>
          <p:cNvPr id="215" name="Google Shape;215;p19"/>
          <p:cNvSpPr txBox="1"/>
          <p:nvPr/>
        </p:nvSpPr>
        <p:spPr>
          <a:xfrm>
            <a:off x="3485163" y="1664350"/>
            <a:ext cx="1825500" cy="6324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3000">
                <a:solidFill>
                  <a:schemeClr val="dk1"/>
                </a:solidFill>
                <a:latin typeface="Quantico"/>
                <a:ea typeface="Quantico"/>
                <a:cs typeface="Quantico"/>
                <a:sym typeface="Quantico"/>
              </a:rPr>
              <a:t>{Clase</a:t>
            </a:r>
            <a:r>
              <a:rPr lang="en" sz="3000">
                <a:solidFill>
                  <a:schemeClr val="lt2"/>
                </a:solidFill>
                <a:latin typeface="Quantico"/>
                <a:ea typeface="Quantico"/>
                <a:cs typeface="Quantico"/>
                <a:sym typeface="Quantico"/>
              </a:rPr>
              <a:t>}</a:t>
            </a:r>
            <a:endParaRPr sz="3000">
              <a:solidFill>
                <a:schemeClr val="lt2"/>
              </a:solidFill>
              <a:latin typeface="Quantico"/>
              <a:ea typeface="Quantico"/>
              <a:cs typeface="Quantico"/>
              <a:sym typeface="Quantico"/>
            </a:endParaRPr>
          </a:p>
        </p:txBody>
      </p:sp>
      <p:sp>
        <p:nvSpPr>
          <p:cNvPr id="216" name="Google Shape;216;p19"/>
          <p:cNvSpPr txBox="1"/>
          <p:nvPr/>
        </p:nvSpPr>
        <p:spPr>
          <a:xfrm>
            <a:off x="731263" y="3596500"/>
            <a:ext cx="1825500" cy="6324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3000">
                <a:solidFill>
                  <a:schemeClr val="dk1"/>
                </a:solidFill>
                <a:latin typeface="Quantico"/>
                <a:ea typeface="Quantico"/>
                <a:cs typeface="Quantico"/>
                <a:sym typeface="Quantico"/>
              </a:rPr>
              <a:t>{Objeto</a:t>
            </a:r>
            <a:r>
              <a:rPr lang="en" sz="3000">
                <a:solidFill>
                  <a:schemeClr val="accent1"/>
                </a:solidFill>
                <a:latin typeface="Quantico"/>
                <a:ea typeface="Quantico"/>
                <a:cs typeface="Quantico"/>
                <a:sym typeface="Quantico"/>
              </a:rPr>
              <a:t>}</a:t>
            </a:r>
            <a:endParaRPr sz="3000">
              <a:solidFill>
                <a:schemeClr val="accent1"/>
              </a:solidFill>
              <a:latin typeface="Quantico"/>
              <a:ea typeface="Quantico"/>
              <a:cs typeface="Quantico"/>
              <a:sym typeface="Quantico"/>
            </a:endParaRPr>
          </a:p>
        </p:txBody>
      </p:sp>
      <p:sp>
        <p:nvSpPr>
          <p:cNvPr id="217" name="Google Shape;217;p19"/>
          <p:cNvSpPr txBox="1"/>
          <p:nvPr/>
        </p:nvSpPr>
        <p:spPr>
          <a:xfrm>
            <a:off x="6295637" y="3596500"/>
            <a:ext cx="2117100" cy="6324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3000">
                <a:solidFill>
                  <a:schemeClr val="dk1"/>
                </a:solidFill>
                <a:latin typeface="Quantico"/>
                <a:ea typeface="Quantico"/>
                <a:cs typeface="Quantico"/>
                <a:sym typeface="Quantico"/>
              </a:rPr>
              <a:t>{Instancia</a:t>
            </a:r>
            <a:r>
              <a:rPr lang="en" sz="3000">
                <a:solidFill>
                  <a:schemeClr val="accent2"/>
                </a:solidFill>
                <a:latin typeface="Quantico"/>
                <a:ea typeface="Quantico"/>
                <a:cs typeface="Quantico"/>
                <a:sym typeface="Quantico"/>
              </a:rPr>
              <a:t>}</a:t>
            </a:r>
            <a:endParaRPr sz="3000">
              <a:solidFill>
                <a:schemeClr val="accent2"/>
              </a:solidFill>
              <a:latin typeface="Quantico"/>
              <a:ea typeface="Quantico"/>
              <a:cs typeface="Quantico"/>
              <a:sym typeface="Quantico"/>
            </a:endParaRPr>
          </a:p>
        </p:txBody>
      </p:sp>
      <p:cxnSp>
        <p:nvCxnSpPr>
          <p:cNvPr id="218" name="Google Shape;218;p19"/>
          <p:cNvCxnSpPr>
            <a:stCxn id="216" idx="3"/>
            <a:endCxn id="217" idx="1"/>
          </p:cNvCxnSpPr>
          <p:nvPr/>
        </p:nvCxnSpPr>
        <p:spPr>
          <a:xfrm>
            <a:off x="2556763" y="3912700"/>
            <a:ext cx="3738900" cy="0"/>
          </a:xfrm>
          <a:prstGeom prst="straightConnector1">
            <a:avLst/>
          </a:prstGeom>
          <a:noFill/>
          <a:ln w="9525" cap="flat" cmpd="sng">
            <a:solidFill>
              <a:schemeClr val="dk1"/>
            </a:solidFill>
            <a:prstDash val="solid"/>
            <a:round/>
            <a:headEnd type="none" w="med" len="med"/>
            <a:tailEnd type="none" w="med" len="med"/>
          </a:ln>
        </p:spPr>
      </p:cxnSp>
      <p:cxnSp>
        <p:nvCxnSpPr>
          <p:cNvPr id="219" name="Google Shape;219;p19"/>
          <p:cNvCxnSpPr>
            <a:stCxn id="215" idx="2"/>
            <a:endCxn id="216" idx="0"/>
          </p:cNvCxnSpPr>
          <p:nvPr/>
        </p:nvCxnSpPr>
        <p:spPr>
          <a:xfrm flipH="1">
            <a:off x="1643913" y="2296750"/>
            <a:ext cx="2754000" cy="1299900"/>
          </a:xfrm>
          <a:prstGeom prst="straightConnector1">
            <a:avLst/>
          </a:prstGeom>
          <a:noFill/>
          <a:ln w="9525" cap="flat" cmpd="sng">
            <a:solidFill>
              <a:schemeClr val="dk1"/>
            </a:solidFill>
            <a:prstDash val="solid"/>
            <a:round/>
            <a:headEnd type="none" w="med" len="med"/>
            <a:tailEnd type="none" w="med" len="med"/>
          </a:ln>
        </p:spPr>
      </p:cxnSp>
      <p:cxnSp>
        <p:nvCxnSpPr>
          <p:cNvPr id="220" name="Google Shape;220;p19"/>
          <p:cNvCxnSpPr>
            <a:stCxn id="215" idx="2"/>
            <a:endCxn id="217" idx="0"/>
          </p:cNvCxnSpPr>
          <p:nvPr/>
        </p:nvCxnSpPr>
        <p:spPr>
          <a:xfrm>
            <a:off x="4397913" y="2296750"/>
            <a:ext cx="2956200" cy="12999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20"/>
          <p:cNvSpPr txBox="1">
            <a:spLocks noGrp="1"/>
          </p:cNvSpPr>
          <p:nvPr>
            <p:ph type="title"/>
          </p:nvPr>
        </p:nvSpPr>
        <p:spPr>
          <a:xfrm>
            <a:off x="720000" y="539500"/>
            <a:ext cx="7704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lt2"/>
                </a:solidFill>
              </a:rPr>
              <a:t>&lt;/</a:t>
            </a:r>
            <a:r>
              <a:rPr lang="en"/>
              <a:t>¿Qué es una clase?</a:t>
            </a:r>
            <a:endParaRPr/>
          </a:p>
        </p:txBody>
      </p:sp>
      <p:grpSp>
        <p:nvGrpSpPr>
          <p:cNvPr id="226" name="Google Shape;226;p20"/>
          <p:cNvGrpSpPr/>
          <p:nvPr/>
        </p:nvGrpSpPr>
        <p:grpSpPr>
          <a:xfrm>
            <a:off x="7960150" y="3070053"/>
            <a:ext cx="264084" cy="347783"/>
            <a:chOff x="864062" y="2884503"/>
            <a:chExt cx="264084" cy="347783"/>
          </a:xfrm>
        </p:grpSpPr>
        <p:sp>
          <p:nvSpPr>
            <p:cNvPr id="227" name="Google Shape;227;p20"/>
            <p:cNvSpPr/>
            <p:nvPr/>
          </p:nvSpPr>
          <p:spPr>
            <a:xfrm>
              <a:off x="944783" y="2884503"/>
              <a:ext cx="102263" cy="122982"/>
            </a:xfrm>
            <a:custGeom>
              <a:avLst/>
              <a:gdLst/>
              <a:ahLst/>
              <a:cxnLst/>
              <a:rect l="l" t="t" r="r" b="b"/>
              <a:pathLst>
                <a:path w="3228" h="3882" extrusionOk="0">
                  <a:moveTo>
                    <a:pt x="1608" y="0"/>
                  </a:moveTo>
                  <a:cubicBezTo>
                    <a:pt x="715" y="0"/>
                    <a:pt x="1" y="727"/>
                    <a:pt x="1" y="1608"/>
                  </a:cubicBezTo>
                  <a:cubicBezTo>
                    <a:pt x="1" y="2286"/>
                    <a:pt x="418" y="2882"/>
                    <a:pt x="1060" y="3120"/>
                  </a:cubicBezTo>
                  <a:lnTo>
                    <a:pt x="1477" y="3810"/>
                  </a:lnTo>
                  <a:cubicBezTo>
                    <a:pt x="1501" y="3858"/>
                    <a:pt x="1549" y="3882"/>
                    <a:pt x="1608" y="3882"/>
                  </a:cubicBezTo>
                  <a:cubicBezTo>
                    <a:pt x="1668" y="3882"/>
                    <a:pt x="1715" y="3858"/>
                    <a:pt x="1739" y="3810"/>
                  </a:cubicBezTo>
                  <a:lnTo>
                    <a:pt x="2156" y="3120"/>
                  </a:lnTo>
                  <a:cubicBezTo>
                    <a:pt x="2561" y="2977"/>
                    <a:pt x="2906" y="2667"/>
                    <a:pt x="3085" y="2263"/>
                  </a:cubicBezTo>
                  <a:cubicBezTo>
                    <a:pt x="3108" y="2191"/>
                    <a:pt x="3085" y="2084"/>
                    <a:pt x="3001" y="2060"/>
                  </a:cubicBezTo>
                  <a:cubicBezTo>
                    <a:pt x="2982" y="2051"/>
                    <a:pt x="2961" y="2046"/>
                    <a:pt x="2940" y="2046"/>
                  </a:cubicBezTo>
                  <a:cubicBezTo>
                    <a:pt x="2883" y="2046"/>
                    <a:pt x="2825" y="2079"/>
                    <a:pt x="2799" y="2132"/>
                  </a:cubicBezTo>
                  <a:cubicBezTo>
                    <a:pt x="2644" y="2465"/>
                    <a:pt x="2370" y="2727"/>
                    <a:pt x="2013" y="2834"/>
                  </a:cubicBezTo>
                  <a:cubicBezTo>
                    <a:pt x="1977" y="2846"/>
                    <a:pt x="1930" y="2858"/>
                    <a:pt x="1918" y="2905"/>
                  </a:cubicBezTo>
                  <a:lnTo>
                    <a:pt x="1608" y="3406"/>
                  </a:lnTo>
                  <a:lnTo>
                    <a:pt x="1299" y="2905"/>
                  </a:lnTo>
                  <a:cubicBezTo>
                    <a:pt x="1275" y="2870"/>
                    <a:pt x="1251" y="2846"/>
                    <a:pt x="1203" y="2834"/>
                  </a:cubicBezTo>
                  <a:cubicBezTo>
                    <a:pt x="668" y="2655"/>
                    <a:pt x="310" y="2155"/>
                    <a:pt x="310" y="1596"/>
                  </a:cubicBezTo>
                  <a:cubicBezTo>
                    <a:pt x="310" y="905"/>
                    <a:pt x="894" y="322"/>
                    <a:pt x="1608" y="322"/>
                  </a:cubicBezTo>
                  <a:cubicBezTo>
                    <a:pt x="2311" y="322"/>
                    <a:pt x="2870" y="881"/>
                    <a:pt x="2906" y="1572"/>
                  </a:cubicBezTo>
                  <a:cubicBezTo>
                    <a:pt x="2906" y="1667"/>
                    <a:pt x="2977" y="1739"/>
                    <a:pt x="3061" y="1739"/>
                  </a:cubicBezTo>
                  <a:cubicBezTo>
                    <a:pt x="3156" y="1739"/>
                    <a:pt x="3227" y="1667"/>
                    <a:pt x="3227" y="1572"/>
                  </a:cubicBezTo>
                  <a:cubicBezTo>
                    <a:pt x="3215" y="1167"/>
                    <a:pt x="3049" y="762"/>
                    <a:pt x="2739" y="465"/>
                  </a:cubicBezTo>
                  <a:cubicBezTo>
                    <a:pt x="2442" y="167"/>
                    <a:pt x="2037" y="0"/>
                    <a:pt x="16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20"/>
            <p:cNvSpPr/>
            <p:nvPr/>
          </p:nvSpPr>
          <p:spPr>
            <a:xfrm>
              <a:off x="963664" y="2903733"/>
              <a:ext cx="65261" cy="64152"/>
            </a:xfrm>
            <a:custGeom>
              <a:avLst/>
              <a:gdLst/>
              <a:ahLst/>
              <a:cxnLst/>
              <a:rect l="l" t="t" r="r" b="b"/>
              <a:pathLst>
                <a:path w="2060" h="2025" extrusionOk="0">
                  <a:moveTo>
                    <a:pt x="1012" y="584"/>
                  </a:moveTo>
                  <a:cubicBezTo>
                    <a:pt x="1250" y="584"/>
                    <a:pt x="1441" y="774"/>
                    <a:pt x="1441" y="1013"/>
                  </a:cubicBezTo>
                  <a:cubicBezTo>
                    <a:pt x="1441" y="1251"/>
                    <a:pt x="1250" y="1453"/>
                    <a:pt x="1012" y="1453"/>
                  </a:cubicBezTo>
                  <a:cubicBezTo>
                    <a:pt x="774" y="1453"/>
                    <a:pt x="584" y="1251"/>
                    <a:pt x="584" y="1013"/>
                  </a:cubicBezTo>
                  <a:cubicBezTo>
                    <a:pt x="584" y="774"/>
                    <a:pt x="774" y="584"/>
                    <a:pt x="1012" y="584"/>
                  </a:cubicBezTo>
                  <a:close/>
                  <a:moveTo>
                    <a:pt x="1012" y="1"/>
                  </a:moveTo>
                  <a:cubicBezTo>
                    <a:pt x="929" y="1"/>
                    <a:pt x="845" y="72"/>
                    <a:pt x="845" y="167"/>
                  </a:cubicBezTo>
                  <a:lnTo>
                    <a:pt x="845" y="274"/>
                  </a:lnTo>
                  <a:cubicBezTo>
                    <a:pt x="762" y="286"/>
                    <a:pt x="667" y="334"/>
                    <a:pt x="595" y="370"/>
                  </a:cubicBezTo>
                  <a:lnTo>
                    <a:pt x="524" y="298"/>
                  </a:lnTo>
                  <a:cubicBezTo>
                    <a:pt x="494" y="268"/>
                    <a:pt x="453" y="254"/>
                    <a:pt x="411" y="254"/>
                  </a:cubicBezTo>
                  <a:cubicBezTo>
                    <a:pt x="369" y="254"/>
                    <a:pt x="328" y="268"/>
                    <a:pt x="298" y="298"/>
                  </a:cubicBezTo>
                  <a:cubicBezTo>
                    <a:pt x="238" y="358"/>
                    <a:pt x="238" y="465"/>
                    <a:pt x="298" y="524"/>
                  </a:cubicBezTo>
                  <a:lnTo>
                    <a:pt x="369" y="596"/>
                  </a:lnTo>
                  <a:cubicBezTo>
                    <a:pt x="333" y="667"/>
                    <a:pt x="286" y="763"/>
                    <a:pt x="274" y="858"/>
                  </a:cubicBezTo>
                  <a:lnTo>
                    <a:pt x="167" y="858"/>
                  </a:lnTo>
                  <a:cubicBezTo>
                    <a:pt x="72" y="858"/>
                    <a:pt x="0" y="929"/>
                    <a:pt x="0" y="1013"/>
                  </a:cubicBezTo>
                  <a:cubicBezTo>
                    <a:pt x="0" y="1108"/>
                    <a:pt x="72" y="1179"/>
                    <a:pt x="167" y="1179"/>
                  </a:cubicBezTo>
                  <a:lnTo>
                    <a:pt x="274" y="1179"/>
                  </a:lnTo>
                  <a:cubicBezTo>
                    <a:pt x="286" y="1275"/>
                    <a:pt x="333" y="1358"/>
                    <a:pt x="369" y="1429"/>
                  </a:cubicBezTo>
                  <a:lnTo>
                    <a:pt x="298" y="1513"/>
                  </a:lnTo>
                  <a:cubicBezTo>
                    <a:pt x="238" y="1572"/>
                    <a:pt x="238" y="1667"/>
                    <a:pt x="298" y="1727"/>
                  </a:cubicBezTo>
                  <a:cubicBezTo>
                    <a:pt x="333" y="1763"/>
                    <a:pt x="369" y="1775"/>
                    <a:pt x="417" y="1775"/>
                  </a:cubicBezTo>
                  <a:cubicBezTo>
                    <a:pt x="464" y="1775"/>
                    <a:pt x="512" y="1763"/>
                    <a:pt x="536" y="1727"/>
                  </a:cubicBezTo>
                  <a:lnTo>
                    <a:pt x="607" y="1656"/>
                  </a:lnTo>
                  <a:cubicBezTo>
                    <a:pt x="691" y="1703"/>
                    <a:pt x="774" y="1751"/>
                    <a:pt x="869" y="1763"/>
                  </a:cubicBezTo>
                  <a:lnTo>
                    <a:pt x="869" y="1870"/>
                  </a:lnTo>
                  <a:cubicBezTo>
                    <a:pt x="869" y="1953"/>
                    <a:pt x="941" y="2025"/>
                    <a:pt x="1024" y="2025"/>
                  </a:cubicBezTo>
                  <a:cubicBezTo>
                    <a:pt x="1119" y="2025"/>
                    <a:pt x="1191" y="1953"/>
                    <a:pt x="1191" y="1870"/>
                  </a:cubicBezTo>
                  <a:lnTo>
                    <a:pt x="1191" y="1763"/>
                  </a:lnTo>
                  <a:cubicBezTo>
                    <a:pt x="1286" y="1751"/>
                    <a:pt x="1369" y="1703"/>
                    <a:pt x="1441" y="1656"/>
                  </a:cubicBezTo>
                  <a:lnTo>
                    <a:pt x="1524" y="1727"/>
                  </a:lnTo>
                  <a:cubicBezTo>
                    <a:pt x="1548" y="1763"/>
                    <a:pt x="1596" y="1775"/>
                    <a:pt x="1643" y="1775"/>
                  </a:cubicBezTo>
                  <a:cubicBezTo>
                    <a:pt x="1679" y="1775"/>
                    <a:pt x="1727" y="1763"/>
                    <a:pt x="1762" y="1727"/>
                  </a:cubicBezTo>
                  <a:cubicBezTo>
                    <a:pt x="1822" y="1667"/>
                    <a:pt x="1822" y="1572"/>
                    <a:pt x="1762" y="1513"/>
                  </a:cubicBezTo>
                  <a:lnTo>
                    <a:pt x="1679" y="1429"/>
                  </a:lnTo>
                  <a:cubicBezTo>
                    <a:pt x="1727" y="1358"/>
                    <a:pt x="1774" y="1275"/>
                    <a:pt x="1786" y="1179"/>
                  </a:cubicBezTo>
                  <a:lnTo>
                    <a:pt x="1893" y="1179"/>
                  </a:lnTo>
                  <a:cubicBezTo>
                    <a:pt x="1977" y="1179"/>
                    <a:pt x="2060" y="1108"/>
                    <a:pt x="2060" y="1013"/>
                  </a:cubicBezTo>
                  <a:cubicBezTo>
                    <a:pt x="2012" y="929"/>
                    <a:pt x="1953" y="858"/>
                    <a:pt x="1857" y="858"/>
                  </a:cubicBezTo>
                  <a:lnTo>
                    <a:pt x="1762" y="858"/>
                  </a:lnTo>
                  <a:cubicBezTo>
                    <a:pt x="1738" y="763"/>
                    <a:pt x="1703" y="667"/>
                    <a:pt x="1655" y="596"/>
                  </a:cubicBezTo>
                  <a:lnTo>
                    <a:pt x="1727" y="524"/>
                  </a:lnTo>
                  <a:cubicBezTo>
                    <a:pt x="1786" y="465"/>
                    <a:pt x="1786" y="358"/>
                    <a:pt x="1727" y="298"/>
                  </a:cubicBezTo>
                  <a:cubicBezTo>
                    <a:pt x="1697" y="268"/>
                    <a:pt x="1655" y="254"/>
                    <a:pt x="1613" y="254"/>
                  </a:cubicBezTo>
                  <a:cubicBezTo>
                    <a:pt x="1572" y="254"/>
                    <a:pt x="1530" y="268"/>
                    <a:pt x="1500" y="298"/>
                  </a:cubicBezTo>
                  <a:lnTo>
                    <a:pt x="1429" y="370"/>
                  </a:lnTo>
                  <a:cubicBezTo>
                    <a:pt x="1357" y="334"/>
                    <a:pt x="1262" y="286"/>
                    <a:pt x="1179" y="274"/>
                  </a:cubicBezTo>
                  <a:lnTo>
                    <a:pt x="1179" y="167"/>
                  </a:lnTo>
                  <a:cubicBezTo>
                    <a:pt x="1179" y="72"/>
                    <a:pt x="1107" y="1"/>
                    <a:pt x="10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0"/>
            <p:cNvSpPr/>
            <p:nvPr/>
          </p:nvSpPr>
          <p:spPr>
            <a:xfrm>
              <a:off x="864062" y="2987843"/>
              <a:ext cx="264084" cy="244443"/>
            </a:xfrm>
            <a:custGeom>
              <a:avLst/>
              <a:gdLst/>
              <a:ahLst/>
              <a:cxnLst/>
              <a:rect l="l" t="t" r="r" b="b"/>
              <a:pathLst>
                <a:path w="8336" h="7716" extrusionOk="0">
                  <a:moveTo>
                    <a:pt x="2513" y="1"/>
                  </a:moveTo>
                  <a:cubicBezTo>
                    <a:pt x="2477" y="1"/>
                    <a:pt x="2418" y="13"/>
                    <a:pt x="2370" y="24"/>
                  </a:cubicBezTo>
                  <a:cubicBezTo>
                    <a:pt x="1834" y="167"/>
                    <a:pt x="1442" y="667"/>
                    <a:pt x="1442" y="1263"/>
                  </a:cubicBezTo>
                  <a:lnTo>
                    <a:pt x="1442" y="1358"/>
                  </a:lnTo>
                  <a:cubicBezTo>
                    <a:pt x="953" y="1513"/>
                    <a:pt x="632" y="2013"/>
                    <a:pt x="632" y="2560"/>
                  </a:cubicBezTo>
                  <a:cubicBezTo>
                    <a:pt x="632" y="2751"/>
                    <a:pt x="680" y="2941"/>
                    <a:pt x="751" y="3120"/>
                  </a:cubicBezTo>
                  <a:cubicBezTo>
                    <a:pt x="287" y="3453"/>
                    <a:pt x="1" y="4001"/>
                    <a:pt x="1" y="4596"/>
                  </a:cubicBezTo>
                  <a:cubicBezTo>
                    <a:pt x="1" y="4966"/>
                    <a:pt x="108" y="5323"/>
                    <a:pt x="322" y="5620"/>
                  </a:cubicBezTo>
                  <a:cubicBezTo>
                    <a:pt x="346" y="5675"/>
                    <a:pt x="395" y="5699"/>
                    <a:pt x="446" y="5699"/>
                  </a:cubicBezTo>
                  <a:cubicBezTo>
                    <a:pt x="473" y="5699"/>
                    <a:pt x="500" y="5692"/>
                    <a:pt x="525" y="5680"/>
                  </a:cubicBezTo>
                  <a:cubicBezTo>
                    <a:pt x="620" y="5644"/>
                    <a:pt x="644" y="5537"/>
                    <a:pt x="584" y="5442"/>
                  </a:cubicBezTo>
                  <a:cubicBezTo>
                    <a:pt x="406" y="5192"/>
                    <a:pt x="322" y="4894"/>
                    <a:pt x="322" y="4596"/>
                  </a:cubicBezTo>
                  <a:cubicBezTo>
                    <a:pt x="322" y="4061"/>
                    <a:pt x="596" y="3573"/>
                    <a:pt x="1037" y="3311"/>
                  </a:cubicBezTo>
                  <a:cubicBezTo>
                    <a:pt x="1037" y="3311"/>
                    <a:pt x="1049" y="3311"/>
                    <a:pt x="1049" y="3299"/>
                  </a:cubicBezTo>
                  <a:cubicBezTo>
                    <a:pt x="1049" y="3299"/>
                    <a:pt x="1327" y="3093"/>
                    <a:pt x="1883" y="3093"/>
                  </a:cubicBezTo>
                  <a:cubicBezTo>
                    <a:pt x="1925" y="3093"/>
                    <a:pt x="1968" y="3094"/>
                    <a:pt x="2013" y="3096"/>
                  </a:cubicBezTo>
                  <a:cubicBezTo>
                    <a:pt x="2108" y="3096"/>
                    <a:pt x="2180" y="3037"/>
                    <a:pt x="2180" y="2941"/>
                  </a:cubicBezTo>
                  <a:cubicBezTo>
                    <a:pt x="2180" y="2858"/>
                    <a:pt x="2120" y="2775"/>
                    <a:pt x="2025" y="2775"/>
                  </a:cubicBezTo>
                  <a:cubicBezTo>
                    <a:pt x="2000" y="2774"/>
                    <a:pt x="1975" y="2774"/>
                    <a:pt x="1950" y="2774"/>
                  </a:cubicBezTo>
                  <a:cubicBezTo>
                    <a:pt x="1502" y="2774"/>
                    <a:pt x="1182" y="2874"/>
                    <a:pt x="1013" y="2953"/>
                  </a:cubicBezTo>
                  <a:cubicBezTo>
                    <a:pt x="953" y="2834"/>
                    <a:pt x="941" y="2703"/>
                    <a:pt x="941" y="2560"/>
                  </a:cubicBezTo>
                  <a:cubicBezTo>
                    <a:pt x="941" y="2108"/>
                    <a:pt x="1239" y="1727"/>
                    <a:pt x="1644" y="1632"/>
                  </a:cubicBezTo>
                  <a:cubicBezTo>
                    <a:pt x="1680" y="1632"/>
                    <a:pt x="1882" y="1632"/>
                    <a:pt x="2013" y="1763"/>
                  </a:cubicBezTo>
                  <a:cubicBezTo>
                    <a:pt x="2120" y="1870"/>
                    <a:pt x="2180" y="2025"/>
                    <a:pt x="2180" y="2239"/>
                  </a:cubicBezTo>
                  <a:cubicBezTo>
                    <a:pt x="2180" y="2334"/>
                    <a:pt x="2251" y="2406"/>
                    <a:pt x="2323" y="2406"/>
                  </a:cubicBezTo>
                  <a:cubicBezTo>
                    <a:pt x="2418" y="2406"/>
                    <a:pt x="2489" y="2334"/>
                    <a:pt x="2489" y="2239"/>
                  </a:cubicBezTo>
                  <a:cubicBezTo>
                    <a:pt x="2489" y="1929"/>
                    <a:pt x="2394" y="1691"/>
                    <a:pt x="2215" y="1525"/>
                  </a:cubicBezTo>
                  <a:cubicBezTo>
                    <a:pt x="2073" y="1394"/>
                    <a:pt x="1882" y="1334"/>
                    <a:pt x="1763" y="1322"/>
                  </a:cubicBezTo>
                  <a:lnTo>
                    <a:pt x="1763" y="1275"/>
                  </a:lnTo>
                  <a:cubicBezTo>
                    <a:pt x="1763" y="846"/>
                    <a:pt x="2037" y="453"/>
                    <a:pt x="2430" y="358"/>
                  </a:cubicBezTo>
                  <a:cubicBezTo>
                    <a:pt x="2477" y="334"/>
                    <a:pt x="2513" y="334"/>
                    <a:pt x="2561" y="322"/>
                  </a:cubicBezTo>
                  <a:lnTo>
                    <a:pt x="2846" y="322"/>
                  </a:lnTo>
                  <a:cubicBezTo>
                    <a:pt x="3370" y="322"/>
                    <a:pt x="3799" y="751"/>
                    <a:pt x="3799" y="1275"/>
                  </a:cubicBezTo>
                  <a:lnTo>
                    <a:pt x="3799" y="4608"/>
                  </a:lnTo>
                  <a:cubicBezTo>
                    <a:pt x="3311" y="4644"/>
                    <a:pt x="2858" y="4835"/>
                    <a:pt x="2513" y="5180"/>
                  </a:cubicBezTo>
                  <a:cubicBezTo>
                    <a:pt x="2477" y="5216"/>
                    <a:pt x="2454" y="5311"/>
                    <a:pt x="2489" y="5370"/>
                  </a:cubicBezTo>
                  <a:cubicBezTo>
                    <a:pt x="2513" y="5430"/>
                    <a:pt x="2573" y="5442"/>
                    <a:pt x="2620" y="5442"/>
                  </a:cubicBezTo>
                  <a:cubicBezTo>
                    <a:pt x="2668" y="5442"/>
                    <a:pt x="2715" y="5430"/>
                    <a:pt x="2739" y="5394"/>
                  </a:cubicBezTo>
                  <a:cubicBezTo>
                    <a:pt x="3037" y="5097"/>
                    <a:pt x="3454" y="4918"/>
                    <a:pt x="3894" y="4918"/>
                  </a:cubicBezTo>
                  <a:cubicBezTo>
                    <a:pt x="4168" y="5192"/>
                    <a:pt x="4335" y="5573"/>
                    <a:pt x="4335" y="5978"/>
                  </a:cubicBezTo>
                  <a:cubicBezTo>
                    <a:pt x="4335" y="6382"/>
                    <a:pt x="4168" y="6763"/>
                    <a:pt x="3894" y="7037"/>
                  </a:cubicBezTo>
                  <a:cubicBezTo>
                    <a:pt x="3656" y="7263"/>
                    <a:pt x="3335" y="7394"/>
                    <a:pt x="3013" y="7394"/>
                  </a:cubicBezTo>
                  <a:cubicBezTo>
                    <a:pt x="2358" y="7394"/>
                    <a:pt x="1811" y="6882"/>
                    <a:pt x="1703" y="6204"/>
                  </a:cubicBezTo>
                  <a:cubicBezTo>
                    <a:pt x="1763" y="6097"/>
                    <a:pt x="1942" y="5787"/>
                    <a:pt x="2215" y="5680"/>
                  </a:cubicBezTo>
                  <a:cubicBezTo>
                    <a:pt x="2299" y="5656"/>
                    <a:pt x="2358" y="5561"/>
                    <a:pt x="2323" y="5489"/>
                  </a:cubicBezTo>
                  <a:cubicBezTo>
                    <a:pt x="2304" y="5413"/>
                    <a:pt x="2239" y="5375"/>
                    <a:pt x="2171" y="5375"/>
                  </a:cubicBezTo>
                  <a:cubicBezTo>
                    <a:pt x="2154" y="5375"/>
                    <a:pt x="2137" y="5377"/>
                    <a:pt x="2120" y="5382"/>
                  </a:cubicBezTo>
                  <a:cubicBezTo>
                    <a:pt x="1775" y="5513"/>
                    <a:pt x="1549" y="5847"/>
                    <a:pt x="1442" y="6013"/>
                  </a:cubicBezTo>
                  <a:cubicBezTo>
                    <a:pt x="1287" y="5978"/>
                    <a:pt x="1132" y="5918"/>
                    <a:pt x="989" y="5835"/>
                  </a:cubicBezTo>
                  <a:cubicBezTo>
                    <a:pt x="956" y="5816"/>
                    <a:pt x="920" y="5806"/>
                    <a:pt x="887" y="5806"/>
                  </a:cubicBezTo>
                  <a:cubicBezTo>
                    <a:pt x="837" y="5806"/>
                    <a:pt x="791" y="5828"/>
                    <a:pt x="763" y="5870"/>
                  </a:cubicBezTo>
                  <a:cubicBezTo>
                    <a:pt x="715" y="5954"/>
                    <a:pt x="727" y="6049"/>
                    <a:pt x="810" y="6097"/>
                  </a:cubicBezTo>
                  <a:cubicBezTo>
                    <a:pt x="989" y="6216"/>
                    <a:pt x="1191" y="6287"/>
                    <a:pt x="1406" y="6323"/>
                  </a:cubicBezTo>
                  <a:cubicBezTo>
                    <a:pt x="1549" y="7121"/>
                    <a:pt x="2239" y="7716"/>
                    <a:pt x="3025" y="7716"/>
                  </a:cubicBezTo>
                  <a:cubicBezTo>
                    <a:pt x="3430" y="7716"/>
                    <a:pt x="3823" y="7561"/>
                    <a:pt x="4120" y="7275"/>
                  </a:cubicBezTo>
                  <a:lnTo>
                    <a:pt x="4168" y="7228"/>
                  </a:lnTo>
                  <a:lnTo>
                    <a:pt x="4216" y="7275"/>
                  </a:lnTo>
                  <a:cubicBezTo>
                    <a:pt x="4251" y="7299"/>
                    <a:pt x="4287" y="7335"/>
                    <a:pt x="4323" y="7359"/>
                  </a:cubicBezTo>
                  <a:cubicBezTo>
                    <a:pt x="4609" y="7597"/>
                    <a:pt x="4966" y="7716"/>
                    <a:pt x="5311" y="7716"/>
                  </a:cubicBezTo>
                  <a:cubicBezTo>
                    <a:pt x="6109" y="7716"/>
                    <a:pt x="6787" y="7121"/>
                    <a:pt x="6942" y="6323"/>
                  </a:cubicBezTo>
                  <a:cubicBezTo>
                    <a:pt x="7168" y="6287"/>
                    <a:pt x="7371" y="6204"/>
                    <a:pt x="7561" y="6085"/>
                  </a:cubicBezTo>
                  <a:cubicBezTo>
                    <a:pt x="7633" y="6037"/>
                    <a:pt x="7657" y="5954"/>
                    <a:pt x="7621" y="5870"/>
                  </a:cubicBezTo>
                  <a:cubicBezTo>
                    <a:pt x="7589" y="5816"/>
                    <a:pt x="7538" y="5781"/>
                    <a:pt x="7478" y="5781"/>
                  </a:cubicBezTo>
                  <a:cubicBezTo>
                    <a:pt x="7448" y="5781"/>
                    <a:pt x="7415" y="5791"/>
                    <a:pt x="7383" y="5811"/>
                  </a:cubicBezTo>
                  <a:cubicBezTo>
                    <a:pt x="7240" y="5918"/>
                    <a:pt x="7061" y="5978"/>
                    <a:pt x="6883" y="6013"/>
                  </a:cubicBezTo>
                  <a:cubicBezTo>
                    <a:pt x="6787" y="5835"/>
                    <a:pt x="6573" y="5513"/>
                    <a:pt x="6204" y="5382"/>
                  </a:cubicBezTo>
                  <a:cubicBezTo>
                    <a:pt x="6187" y="5377"/>
                    <a:pt x="6171" y="5375"/>
                    <a:pt x="6154" y="5375"/>
                  </a:cubicBezTo>
                  <a:cubicBezTo>
                    <a:pt x="6089" y="5375"/>
                    <a:pt x="6030" y="5413"/>
                    <a:pt x="6002" y="5489"/>
                  </a:cubicBezTo>
                  <a:cubicBezTo>
                    <a:pt x="5978" y="5573"/>
                    <a:pt x="6025" y="5656"/>
                    <a:pt x="6109" y="5680"/>
                  </a:cubicBezTo>
                  <a:cubicBezTo>
                    <a:pt x="6383" y="5787"/>
                    <a:pt x="6561" y="6097"/>
                    <a:pt x="6621" y="6204"/>
                  </a:cubicBezTo>
                  <a:cubicBezTo>
                    <a:pt x="6525" y="6882"/>
                    <a:pt x="5966" y="7394"/>
                    <a:pt x="5311" y="7394"/>
                  </a:cubicBezTo>
                  <a:cubicBezTo>
                    <a:pt x="5037" y="7394"/>
                    <a:pt x="4751" y="7287"/>
                    <a:pt x="4513" y="7109"/>
                  </a:cubicBezTo>
                  <a:cubicBezTo>
                    <a:pt x="4478" y="7085"/>
                    <a:pt x="4454" y="7061"/>
                    <a:pt x="4418" y="7037"/>
                  </a:cubicBezTo>
                  <a:cubicBezTo>
                    <a:pt x="4394" y="7025"/>
                    <a:pt x="4382" y="6990"/>
                    <a:pt x="4347" y="6966"/>
                  </a:cubicBezTo>
                  <a:cubicBezTo>
                    <a:pt x="4537" y="6680"/>
                    <a:pt x="4644" y="6323"/>
                    <a:pt x="4644" y="5966"/>
                  </a:cubicBezTo>
                  <a:cubicBezTo>
                    <a:pt x="4644" y="5859"/>
                    <a:pt x="4632" y="5775"/>
                    <a:pt x="4620" y="5680"/>
                  </a:cubicBezTo>
                  <a:lnTo>
                    <a:pt x="4620" y="5680"/>
                  </a:lnTo>
                  <a:cubicBezTo>
                    <a:pt x="5430" y="5859"/>
                    <a:pt x="5728" y="6251"/>
                    <a:pt x="5823" y="6430"/>
                  </a:cubicBezTo>
                  <a:cubicBezTo>
                    <a:pt x="5844" y="6482"/>
                    <a:pt x="5910" y="6516"/>
                    <a:pt x="5973" y="6516"/>
                  </a:cubicBezTo>
                  <a:cubicBezTo>
                    <a:pt x="5983" y="6516"/>
                    <a:pt x="5992" y="6515"/>
                    <a:pt x="6002" y="6513"/>
                  </a:cubicBezTo>
                  <a:cubicBezTo>
                    <a:pt x="6109" y="6501"/>
                    <a:pt x="6168" y="6382"/>
                    <a:pt x="6121" y="6275"/>
                  </a:cubicBezTo>
                  <a:cubicBezTo>
                    <a:pt x="5990" y="6025"/>
                    <a:pt x="5633" y="5561"/>
                    <a:pt x="4656" y="5370"/>
                  </a:cubicBezTo>
                  <a:cubicBezTo>
                    <a:pt x="4646" y="5367"/>
                    <a:pt x="4634" y="5365"/>
                    <a:pt x="4622" y="5365"/>
                  </a:cubicBezTo>
                  <a:cubicBezTo>
                    <a:pt x="4594" y="5365"/>
                    <a:pt x="4562" y="5374"/>
                    <a:pt x="4537" y="5382"/>
                  </a:cubicBezTo>
                  <a:cubicBezTo>
                    <a:pt x="4501" y="5239"/>
                    <a:pt x="4418" y="5097"/>
                    <a:pt x="4347" y="4977"/>
                  </a:cubicBezTo>
                  <a:cubicBezTo>
                    <a:pt x="4359" y="4954"/>
                    <a:pt x="4394" y="4942"/>
                    <a:pt x="4418" y="4906"/>
                  </a:cubicBezTo>
                  <a:cubicBezTo>
                    <a:pt x="4859" y="4906"/>
                    <a:pt x="5252" y="5073"/>
                    <a:pt x="5573" y="5382"/>
                  </a:cubicBezTo>
                  <a:cubicBezTo>
                    <a:pt x="5597" y="5418"/>
                    <a:pt x="5644" y="5430"/>
                    <a:pt x="5692" y="5430"/>
                  </a:cubicBezTo>
                  <a:cubicBezTo>
                    <a:pt x="5752" y="5430"/>
                    <a:pt x="5787" y="5394"/>
                    <a:pt x="5823" y="5358"/>
                  </a:cubicBezTo>
                  <a:cubicBezTo>
                    <a:pt x="5847" y="5299"/>
                    <a:pt x="5847" y="5204"/>
                    <a:pt x="5787" y="5156"/>
                  </a:cubicBezTo>
                  <a:cubicBezTo>
                    <a:pt x="5454" y="4823"/>
                    <a:pt x="4990" y="4608"/>
                    <a:pt x="4513" y="4596"/>
                  </a:cubicBezTo>
                  <a:lnTo>
                    <a:pt x="4513" y="1251"/>
                  </a:lnTo>
                  <a:cubicBezTo>
                    <a:pt x="4513" y="727"/>
                    <a:pt x="4942" y="298"/>
                    <a:pt x="5466" y="298"/>
                  </a:cubicBezTo>
                  <a:lnTo>
                    <a:pt x="5752" y="298"/>
                  </a:lnTo>
                  <a:cubicBezTo>
                    <a:pt x="5787" y="298"/>
                    <a:pt x="5835" y="310"/>
                    <a:pt x="5883" y="310"/>
                  </a:cubicBezTo>
                  <a:cubicBezTo>
                    <a:pt x="6287" y="417"/>
                    <a:pt x="6549" y="786"/>
                    <a:pt x="6549" y="1227"/>
                  </a:cubicBezTo>
                  <a:lnTo>
                    <a:pt x="6549" y="1275"/>
                  </a:lnTo>
                  <a:cubicBezTo>
                    <a:pt x="6418" y="1287"/>
                    <a:pt x="6240" y="1334"/>
                    <a:pt x="6085" y="1489"/>
                  </a:cubicBezTo>
                  <a:cubicBezTo>
                    <a:pt x="5906" y="1644"/>
                    <a:pt x="5823" y="1882"/>
                    <a:pt x="5823" y="2203"/>
                  </a:cubicBezTo>
                  <a:cubicBezTo>
                    <a:pt x="5823" y="2287"/>
                    <a:pt x="5883" y="2346"/>
                    <a:pt x="5954" y="2358"/>
                  </a:cubicBezTo>
                  <a:cubicBezTo>
                    <a:pt x="5967" y="2361"/>
                    <a:pt x="5979" y="2362"/>
                    <a:pt x="5990" y="2362"/>
                  </a:cubicBezTo>
                  <a:cubicBezTo>
                    <a:pt x="6077" y="2362"/>
                    <a:pt x="6133" y="2287"/>
                    <a:pt x="6133" y="2203"/>
                  </a:cubicBezTo>
                  <a:cubicBezTo>
                    <a:pt x="6133" y="1977"/>
                    <a:pt x="6192" y="1822"/>
                    <a:pt x="6299" y="1727"/>
                  </a:cubicBezTo>
                  <a:cubicBezTo>
                    <a:pt x="6430" y="1584"/>
                    <a:pt x="6621" y="1584"/>
                    <a:pt x="6668" y="1584"/>
                  </a:cubicBezTo>
                  <a:cubicBezTo>
                    <a:pt x="7073" y="1679"/>
                    <a:pt x="7371" y="2060"/>
                    <a:pt x="7371" y="2513"/>
                  </a:cubicBezTo>
                  <a:cubicBezTo>
                    <a:pt x="7371" y="2644"/>
                    <a:pt x="7335" y="2775"/>
                    <a:pt x="7299" y="2918"/>
                  </a:cubicBezTo>
                  <a:cubicBezTo>
                    <a:pt x="7138" y="2832"/>
                    <a:pt x="6840" y="2736"/>
                    <a:pt x="6424" y="2736"/>
                  </a:cubicBezTo>
                  <a:cubicBezTo>
                    <a:pt x="6380" y="2736"/>
                    <a:pt x="6334" y="2737"/>
                    <a:pt x="6287" y="2739"/>
                  </a:cubicBezTo>
                  <a:cubicBezTo>
                    <a:pt x="6192" y="2739"/>
                    <a:pt x="6133" y="2799"/>
                    <a:pt x="6121" y="2882"/>
                  </a:cubicBezTo>
                  <a:cubicBezTo>
                    <a:pt x="6109" y="2989"/>
                    <a:pt x="6192" y="3061"/>
                    <a:pt x="6287" y="3061"/>
                  </a:cubicBezTo>
                  <a:cubicBezTo>
                    <a:pt x="6317" y="3059"/>
                    <a:pt x="6346" y="3059"/>
                    <a:pt x="6374" y="3059"/>
                  </a:cubicBezTo>
                  <a:cubicBezTo>
                    <a:pt x="6937" y="3059"/>
                    <a:pt x="7240" y="3275"/>
                    <a:pt x="7252" y="3275"/>
                  </a:cubicBezTo>
                  <a:lnTo>
                    <a:pt x="7264" y="3287"/>
                  </a:lnTo>
                  <a:cubicBezTo>
                    <a:pt x="7716" y="3537"/>
                    <a:pt x="7978" y="4025"/>
                    <a:pt x="7978" y="4561"/>
                  </a:cubicBezTo>
                  <a:cubicBezTo>
                    <a:pt x="7978" y="4858"/>
                    <a:pt x="7895" y="5144"/>
                    <a:pt x="7740" y="5382"/>
                  </a:cubicBezTo>
                  <a:cubicBezTo>
                    <a:pt x="7692" y="5454"/>
                    <a:pt x="7716" y="5549"/>
                    <a:pt x="7776" y="5608"/>
                  </a:cubicBezTo>
                  <a:cubicBezTo>
                    <a:pt x="7799" y="5632"/>
                    <a:pt x="7835" y="5632"/>
                    <a:pt x="7871" y="5632"/>
                  </a:cubicBezTo>
                  <a:cubicBezTo>
                    <a:pt x="7930" y="5632"/>
                    <a:pt x="7978" y="5608"/>
                    <a:pt x="8014" y="5561"/>
                  </a:cubicBezTo>
                  <a:cubicBezTo>
                    <a:pt x="8204" y="5263"/>
                    <a:pt x="8311" y="4918"/>
                    <a:pt x="8311" y="4561"/>
                  </a:cubicBezTo>
                  <a:cubicBezTo>
                    <a:pt x="8335" y="4001"/>
                    <a:pt x="8061" y="3453"/>
                    <a:pt x="7597" y="3120"/>
                  </a:cubicBezTo>
                  <a:cubicBezTo>
                    <a:pt x="7680" y="2941"/>
                    <a:pt x="7716" y="2751"/>
                    <a:pt x="7716" y="2560"/>
                  </a:cubicBezTo>
                  <a:cubicBezTo>
                    <a:pt x="7716" y="2013"/>
                    <a:pt x="7371" y="1537"/>
                    <a:pt x="6895" y="1358"/>
                  </a:cubicBezTo>
                  <a:lnTo>
                    <a:pt x="6895" y="1263"/>
                  </a:lnTo>
                  <a:cubicBezTo>
                    <a:pt x="6895" y="679"/>
                    <a:pt x="6525" y="179"/>
                    <a:pt x="5978" y="24"/>
                  </a:cubicBezTo>
                  <a:cubicBezTo>
                    <a:pt x="5930" y="13"/>
                    <a:pt x="5871" y="13"/>
                    <a:pt x="5823" y="1"/>
                  </a:cubicBezTo>
                  <a:lnTo>
                    <a:pt x="5478" y="1"/>
                  </a:lnTo>
                  <a:cubicBezTo>
                    <a:pt x="4787" y="1"/>
                    <a:pt x="4216" y="560"/>
                    <a:pt x="4216" y="1263"/>
                  </a:cubicBezTo>
                  <a:lnTo>
                    <a:pt x="4216" y="4692"/>
                  </a:lnTo>
                  <a:lnTo>
                    <a:pt x="4168" y="4727"/>
                  </a:lnTo>
                  <a:lnTo>
                    <a:pt x="4120" y="4692"/>
                  </a:lnTo>
                  <a:lnTo>
                    <a:pt x="4120" y="1263"/>
                  </a:lnTo>
                  <a:cubicBezTo>
                    <a:pt x="4120" y="560"/>
                    <a:pt x="3561" y="1"/>
                    <a:pt x="28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20"/>
            <p:cNvSpPr/>
            <p:nvPr/>
          </p:nvSpPr>
          <p:spPr>
            <a:xfrm>
              <a:off x="1022494" y="3006724"/>
              <a:ext cx="44162" cy="22271"/>
            </a:xfrm>
            <a:custGeom>
              <a:avLst/>
              <a:gdLst/>
              <a:ahLst/>
              <a:cxnLst/>
              <a:rect l="l" t="t" r="r" b="b"/>
              <a:pathLst>
                <a:path w="1394" h="703" extrusionOk="0">
                  <a:moveTo>
                    <a:pt x="454" y="0"/>
                  </a:moveTo>
                  <a:cubicBezTo>
                    <a:pt x="402" y="0"/>
                    <a:pt x="350" y="4"/>
                    <a:pt x="298" y="12"/>
                  </a:cubicBezTo>
                  <a:lnTo>
                    <a:pt x="155" y="24"/>
                  </a:lnTo>
                  <a:cubicBezTo>
                    <a:pt x="60" y="48"/>
                    <a:pt x="0" y="119"/>
                    <a:pt x="12" y="202"/>
                  </a:cubicBezTo>
                  <a:cubicBezTo>
                    <a:pt x="34" y="290"/>
                    <a:pt x="96" y="347"/>
                    <a:pt x="170" y="347"/>
                  </a:cubicBezTo>
                  <a:cubicBezTo>
                    <a:pt x="177" y="347"/>
                    <a:pt x="184" y="346"/>
                    <a:pt x="191" y="345"/>
                  </a:cubicBezTo>
                  <a:lnTo>
                    <a:pt x="346" y="321"/>
                  </a:lnTo>
                  <a:cubicBezTo>
                    <a:pt x="370" y="319"/>
                    <a:pt x="394" y="318"/>
                    <a:pt x="417" y="318"/>
                  </a:cubicBezTo>
                  <a:cubicBezTo>
                    <a:pt x="675" y="318"/>
                    <a:pt x="908" y="436"/>
                    <a:pt x="1072" y="643"/>
                  </a:cubicBezTo>
                  <a:cubicBezTo>
                    <a:pt x="1108" y="679"/>
                    <a:pt x="1143" y="702"/>
                    <a:pt x="1203" y="702"/>
                  </a:cubicBezTo>
                  <a:cubicBezTo>
                    <a:pt x="1239" y="702"/>
                    <a:pt x="1286" y="679"/>
                    <a:pt x="1298" y="667"/>
                  </a:cubicBezTo>
                  <a:cubicBezTo>
                    <a:pt x="1370" y="607"/>
                    <a:pt x="1394" y="524"/>
                    <a:pt x="1334" y="440"/>
                  </a:cubicBezTo>
                  <a:cubicBezTo>
                    <a:pt x="1126" y="171"/>
                    <a:pt x="802" y="0"/>
                    <a:pt x="4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0"/>
            <p:cNvSpPr/>
            <p:nvPr/>
          </p:nvSpPr>
          <p:spPr>
            <a:xfrm>
              <a:off x="1086234" y="3100244"/>
              <a:ext cx="28322" cy="37002"/>
            </a:xfrm>
            <a:custGeom>
              <a:avLst/>
              <a:gdLst/>
              <a:ahLst/>
              <a:cxnLst/>
              <a:rect l="l" t="t" r="r" b="b"/>
              <a:pathLst>
                <a:path w="894" h="1168" extrusionOk="0">
                  <a:moveTo>
                    <a:pt x="181" y="1"/>
                  </a:moveTo>
                  <a:cubicBezTo>
                    <a:pt x="115" y="1"/>
                    <a:pt x="55" y="44"/>
                    <a:pt x="36" y="108"/>
                  </a:cubicBezTo>
                  <a:cubicBezTo>
                    <a:pt x="1" y="203"/>
                    <a:pt x="48" y="286"/>
                    <a:pt x="132" y="322"/>
                  </a:cubicBezTo>
                  <a:cubicBezTo>
                    <a:pt x="525" y="441"/>
                    <a:pt x="572" y="1025"/>
                    <a:pt x="572" y="1025"/>
                  </a:cubicBezTo>
                  <a:cubicBezTo>
                    <a:pt x="572" y="1108"/>
                    <a:pt x="644" y="1168"/>
                    <a:pt x="727" y="1168"/>
                  </a:cubicBezTo>
                  <a:lnTo>
                    <a:pt x="751" y="1168"/>
                  </a:lnTo>
                  <a:cubicBezTo>
                    <a:pt x="822" y="1168"/>
                    <a:pt x="894" y="1096"/>
                    <a:pt x="894" y="1001"/>
                  </a:cubicBezTo>
                  <a:cubicBezTo>
                    <a:pt x="894" y="977"/>
                    <a:pt x="846" y="203"/>
                    <a:pt x="239" y="13"/>
                  </a:cubicBezTo>
                  <a:cubicBezTo>
                    <a:pt x="220" y="4"/>
                    <a:pt x="200" y="1"/>
                    <a:pt x="1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0"/>
            <p:cNvSpPr/>
            <p:nvPr/>
          </p:nvSpPr>
          <p:spPr>
            <a:xfrm>
              <a:off x="1023634" y="3077941"/>
              <a:ext cx="26041" cy="49167"/>
            </a:xfrm>
            <a:custGeom>
              <a:avLst/>
              <a:gdLst/>
              <a:ahLst/>
              <a:cxnLst/>
              <a:rect l="l" t="t" r="r" b="b"/>
              <a:pathLst>
                <a:path w="822" h="1552" extrusionOk="0">
                  <a:moveTo>
                    <a:pt x="646" y="0"/>
                  </a:moveTo>
                  <a:cubicBezTo>
                    <a:pt x="617" y="0"/>
                    <a:pt x="588" y="9"/>
                    <a:pt x="560" y="26"/>
                  </a:cubicBezTo>
                  <a:cubicBezTo>
                    <a:pt x="345" y="181"/>
                    <a:pt x="0" y="538"/>
                    <a:pt x="0" y="1383"/>
                  </a:cubicBezTo>
                  <a:cubicBezTo>
                    <a:pt x="0" y="1462"/>
                    <a:pt x="74" y="1551"/>
                    <a:pt x="163" y="1551"/>
                  </a:cubicBezTo>
                  <a:cubicBezTo>
                    <a:pt x="168" y="1551"/>
                    <a:pt x="173" y="1551"/>
                    <a:pt x="179" y="1550"/>
                  </a:cubicBezTo>
                  <a:cubicBezTo>
                    <a:pt x="250" y="1526"/>
                    <a:pt x="310" y="1455"/>
                    <a:pt x="310" y="1383"/>
                  </a:cubicBezTo>
                  <a:cubicBezTo>
                    <a:pt x="310" y="681"/>
                    <a:pt x="584" y="395"/>
                    <a:pt x="726" y="312"/>
                  </a:cubicBezTo>
                  <a:cubicBezTo>
                    <a:pt x="786" y="264"/>
                    <a:pt x="822" y="205"/>
                    <a:pt x="798" y="133"/>
                  </a:cubicBezTo>
                  <a:cubicBezTo>
                    <a:pt x="781" y="49"/>
                    <a:pt x="716" y="0"/>
                    <a:pt x="6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0"/>
            <p:cNvSpPr/>
            <p:nvPr/>
          </p:nvSpPr>
          <p:spPr>
            <a:xfrm>
              <a:off x="924413" y="3006819"/>
              <a:ext cx="44162" cy="22176"/>
            </a:xfrm>
            <a:custGeom>
              <a:avLst/>
              <a:gdLst/>
              <a:ahLst/>
              <a:cxnLst/>
              <a:rect l="l" t="t" r="r" b="b"/>
              <a:pathLst>
                <a:path w="1394" h="700" extrusionOk="0">
                  <a:moveTo>
                    <a:pt x="963" y="1"/>
                  </a:moveTo>
                  <a:cubicBezTo>
                    <a:pt x="614" y="1"/>
                    <a:pt x="272" y="163"/>
                    <a:pt x="60" y="437"/>
                  </a:cubicBezTo>
                  <a:cubicBezTo>
                    <a:pt x="1" y="521"/>
                    <a:pt x="25" y="616"/>
                    <a:pt x="96" y="664"/>
                  </a:cubicBezTo>
                  <a:cubicBezTo>
                    <a:pt x="120" y="676"/>
                    <a:pt x="156" y="699"/>
                    <a:pt x="179" y="699"/>
                  </a:cubicBezTo>
                  <a:cubicBezTo>
                    <a:pt x="227" y="699"/>
                    <a:pt x="287" y="664"/>
                    <a:pt x="322" y="640"/>
                  </a:cubicBezTo>
                  <a:cubicBezTo>
                    <a:pt x="464" y="433"/>
                    <a:pt x="716" y="315"/>
                    <a:pt x="976" y="315"/>
                  </a:cubicBezTo>
                  <a:cubicBezTo>
                    <a:pt x="1000" y="315"/>
                    <a:pt x="1025" y="316"/>
                    <a:pt x="1049" y="318"/>
                  </a:cubicBezTo>
                  <a:lnTo>
                    <a:pt x="1191" y="342"/>
                  </a:lnTo>
                  <a:cubicBezTo>
                    <a:pt x="1200" y="343"/>
                    <a:pt x="1208" y="344"/>
                    <a:pt x="1215" y="344"/>
                  </a:cubicBezTo>
                  <a:cubicBezTo>
                    <a:pt x="1298" y="344"/>
                    <a:pt x="1359" y="287"/>
                    <a:pt x="1370" y="199"/>
                  </a:cubicBezTo>
                  <a:cubicBezTo>
                    <a:pt x="1394" y="116"/>
                    <a:pt x="1334" y="21"/>
                    <a:pt x="1239" y="21"/>
                  </a:cubicBezTo>
                  <a:lnTo>
                    <a:pt x="1096" y="9"/>
                  </a:lnTo>
                  <a:cubicBezTo>
                    <a:pt x="1052" y="3"/>
                    <a:pt x="1007" y="1"/>
                    <a:pt x="9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0"/>
            <p:cNvSpPr/>
            <p:nvPr/>
          </p:nvSpPr>
          <p:spPr>
            <a:xfrm>
              <a:off x="929703" y="3158757"/>
              <a:ext cx="56232" cy="41849"/>
            </a:xfrm>
            <a:custGeom>
              <a:avLst/>
              <a:gdLst/>
              <a:ahLst/>
              <a:cxnLst/>
              <a:rect l="l" t="t" r="r" b="b"/>
              <a:pathLst>
                <a:path w="1775" h="1321" extrusionOk="0">
                  <a:moveTo>
                    <a:pt x="1604" y="1"/>
                  </a:moveTo>
                  <a:cubicBezTo>
                    <a:pt x="1586" y="1"/>
                    <a:pt x="1567" y="4"/>
                    <a:pt x="1548" y="11"/>
                  </a:cubicBezTo>
                  <a:cubicBezTo>
                    <a:pt x="179" y="309"/>
                    <a:pt x="36" y="1095"/>
                    <a:pt x="12" y="1118"/>
                  </a:cubicBezTo>
                  <a:cubicBezTo>
                    <a:pt x="1" y="1214"/>
                    <a:pt x="60" y="1297"/>
                    <a:pt x="155" y="1321"/>
                  </a:cubicBezTo>
                  <a:lnTo>
                    <a:pt x="179" y="1321"/>
                  </a:lnTo>
                  <a:cubicBezTo>
                    <a:pt x="251" y="1321"/>
                    <a:pt x="334" y="1261"/>
                    <a:pt x="346" y="1178"/>
                  </a:cubicBezTo>
                  <a:cubicBezTo>
                    <a:pt x="346" y="1178"/>
                    <a:pt x="477" y="571"/>
                    <a:pt x="1620" y="333"/>
                  </a:cubicBezTo>
                  <a:cubicBezTo>
                    <a:pt x="1715" y="309"/>
                    <a:pt x="1775" y="213"/>
                    <a:pt x="1739" y="130"/>
                  </a:cubicBezTo>
                  <a:cubicBezTo>
                    <a:pt x="1729" y="54"/>
                    <a:pt x="1674" y="1"/>
                    <a:pt x="1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20"/>
            <p:cNvSpPr/>
            <p:nvPr/>
          </p:nvSpPr>
          <p:spPr>
            <a:xfrm>
              <a:off x="876512" y="3100244"/>
              <a:ext cx="28322" cy="37002"/>
            </a:xfrm>
            <a:custGeom>
              <a:avLst/>
              <a:gdLst/>
              <a:ahLst/>
              <a:cxnLst/>
              <a:rect l="l" t="t" r="r" b="b"/>
              <a:pathLst>
                <a:path w="894" h="1168" extrusionOk="0">
                  <a:moveTo>
                    <a:pt x="714" y="1"/>
                  </a:moveTo>
                  <a:cubicBezTo>
                    <a:pt x="694" y="1"/>
                    <a:pt x="675" y="4"/>
                    <a:pt x="656" y="13"/>
                  </a:cubicBezTo>
                  <a:cubicBezTo>
                    <a:pt x="60" y="203"/>
                    <a:pt x="1" y="965"/>
                    <a:pt x="1" y="1001"/>
                  </a:cubicBezTo>
                  <a:cubicBezTo>
                    <a:pt x="1" y="1096"/>
                    <a:pt x="60" y="1168"/>
                    <a:pt x="144" y="1168"/>
                  </a:cubicBezTo>
                  <a:lnTo>
                    <a:pt x="156" y="1168"/>
                  </a:lnTo>
                  <a:cubicBezTo>
                    <a:pt x="251" y="1168"/>
                    <a:pt x="322" y="1108"/>
                    <a:pt x="322" y="1025"/>
                  </a:cubicBezTo>
                  <a:cubicBezTo>
                    <a:pt x="322" y="1025"/>
                    <a:pt x="358" y="441"/>
                    <a:pt x="751" y="322"/>
                  </a:cubicBezTo>
                  <a:cubicBezTo>
                    <a:pt x="846" y="286"/>
                    <a:pt x="894" y="203"/>
                    <a:pt x="858" y="108"/>
                  </a:cubicBezTo>
                  <a:cubicBezTo>
                    <a:pt x="840" y="44"/>
                    <a:pt x="779" y="1"/>
                    <a:pt x="7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0"/>
            <p:cNvSpPr/>
            <p:nvPr/>
          </p:nvSpPr>
          <p:spPr>
            <a:xfrm>
              <a:off x="941393" y="3077941"/>
              <a:ext cx="26453" cy="49484"/>
            </a:xfrm>
            <a:custGeom>
              <a:avLst/>
              <a:gdLst/>
              <a:ahLst/>
              <a:cxnLst/>
              <a:rect l="l" t="t" r="r" b="b"/>
              <a:pathLst>
                <a:path w="835" h="1562" extrusionOk="0">
                  <a:moveTo>
                    <a:pt x="185" y="0"/>
                  </a:moveTo>
                  <a:cubicBezTo>
                    <a:pt x="112" y="0"/>
                    <a:pt x="41" y="49"/>
                    <a:pt x="24" y="133"/>
                  </a:cubicBezTo>
                  <a:cubicBezTo>
                    <a:pt x="1" y="193"/>
                    <a:pt x="36" y="264"/>
                    <a:pt x="96" y="312"/>
                  </a:cubicBezTo>
                  <a:cubicBezTo>
                    <a:pt x="239" y="419"/>
                    <a:pt x="513" y="681"/>
                    <a:pt x="513" y="1395"/>
                  </a:cubicBezTo>
                  <a:cubicBezTo>
                    <a:pt x="513" y="1491"/>
                    <a:pt x="584" y="1562"/>
                    <a:pt x="679" y="1562"/>
                  </a:cubicBezTo>
                  <a:cubicBezTo>
                    <a:pt x="763" y="1562"/>
                    <a:pt x="834" y="1491"/>
                    <a:pt x="834" y="1395"/>
                  </a:cubicBezTo>
                  <a:cubicBezTo>
                    <a:pt x="834" y="538"/>
                    <a:pt x="513" y="181"/>
                    <a:pt x="274" y="26"/>
                  </a:cubicBezTo>
                  <a:cubicBezTo>
                    <a:pt x="247" y="9"/>
                    <a:pt x="216" y="0"/>
                    <a:pt x="1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7" name="Google Shape;237;p20"/>
          <p:cNvGrpSpPr/>
          <p:nvPr/>
        </p:nvGrpSpPr>
        <p:grpSpPr>
          <a:xfrm>
            <a:off x="7918475" y="2298096"/>
            <a:ext cx="347435" cy="345534"/>
            <a:chOff x="3527780" y="2885263"/>
            <a:chExt cx="347435" cy="345534"/>
          </a:xfrm>
        </p:grpSpPr>
        <p:sp>
          <p:nvSpPr>
            <p:cNvPr id="238" name="Google Shape;238;p20"/>
            <p:cNvSpPr/>
            <p:nvPr/>
          </p:nvSpPr>
          <p:spPr>
            <a:xfrm>
              <a:off x="3527780" y="2885263"/>
              <a:ext cx="347435" cy="345534"/>
            </a:xfrm>
            <a:custGeom>
              <a:avLst/>
              <a:gdLst/>
              <a:ahLst/>
              <a:cxnLst/>
              <a:rect l="l" t="t" r="r" b="b"/>
              <a:pathLst>
                <a:path w="10967" h="10907" extrusionOk="0">
                  <a:moveTo>
                    <a:pt x="3751" y="298"/>
                  </a:moveTo>
                  <a:cubicBezTo>
                    <a:pt x="3811" y="298"/>
                    <a:pt x="3847" y="345"/>
                    <a:pt x="3847" y="405"/>
                  </a:cubicBezTo>
                  <a:cubicBezTo>
                    <a:pt x="3847" y="464"/>
                    <a:pt x="3811" y="512"/>
                    <a:pt x="3751" y="512"/>
                  </a:cubicBezTo>
                  <a:cubicBezTo>
                    <a:pt x="3692" y="512"/>
                    <a:pt x="3644" y="464"/>
                    <a:pt x="3644" y="405"/>
                  </a:cubicBezTo>
                  <a:cubicBezTo>
                    <a:pt x="3656" y="345"/>
                    <a:pt x="3704" y="298"/>
                    <a:pt x="3751" y="298"/>
                  </a:cubicBezTo>
                  <a:close/>
                  <a:moveTo>
                    <a:pt x="5490" y="298"/>
                  </a:moveTo>
                  <a:cubicBezTo>
                    <a:pt x="5549" y="298"/>
                    <a:pt x="5597" y="345"/>
                    <a:pt x="5597" y="405"/>
                  </a:cubicBezTo>
                  <a:cubicBezTo>
                    <a:pt x="5597" y="464"/>
                    <a:pt x="5549" y="512"/>
                    <a:pt x="5490" y="512"/>
                  </a:cubicBezTo>
                  <a:cubicBezTo>
                    <a:pt x="5430" y="512"/>
                    <a:pt x="5382" y="464"/>
                    <a:pt x="5382" y="405"/>
                  </a:cubicBezTo>
                  <a:cubicBezTo>
                    <a:pt x="5382" y="345"/>
                    <a:pt x="5430" y="298"/>
                    <a:pt x="5490" y="298"/>
                  </a:cubicBezTo>
                  <a:close/>
                  <a:moveTo>
                    <a:pt x="7216" y="298"/>
                  </a:moveTo>
                  <a:cubicBezTo>
                    <a:pt x="7276" y="298"/>
                    <a:pt x="7323" y="345"/>
                    <a:pt x="7323" y="405"/>
                  </a:cubicBezTo>
                  <a:cubicBezTo>
                    <a:pt x="7323" y="464"/>
                    <a:pt x="7276" y="512"/>
                    <a:pt x="7216" y="512"/>
                  </a:cubicBezTo>
                  <a:cubicBezTo>
                    <a:pt x="7156" y="512"/>
                    <a:pt x="7109" y="464"/>
                    <a:pt x="7109" y="405"/>
                  </a:cubicBezTo>
                  <a:cubicBezTo>
                    <a:pt x="7109" y="345"/>
                    <a:pt x="7156" y="298"/>
                    <a:pt x="7216" y="298"/>
                  </a:cubicBezTo>
                  <a:close/>
                  <a:moveTo>
                    <a:pt x="394" y="3632"/>
                  </a:moveTo>
                  <a:cubicBezTo>
                    <a:pt x="453" y="3632"/>
                    <a:pt x="501" y="3679"/>
                    <a:pt x="501" y="3739"/>
                  </a:cubicBezTo>
                  <a:cubicBezTo>
                    <a:pt x="501" y="3798"/>
                    <a:pt x="453" y="3846"/>
                    <a:pt x="394" y="3846"/>
                  </a:cubicBezTo>
                  <a:cubicBezTo>
                    <a:pt x="334" y="3846"/>
                    <a:pt x="287" y="3798"/>
                    <a:pt x="287" y="3739"/>
                  </a:cubicBezTo>
                  <a:cubicBezTo>
                    <a:pt x="287" y="3679"/>
                    <a:pt x="334" y="3632"/>
                    <a:pt x="394" y="3632"/>
                  </a:cubicBezTo>
                  <a:close/>
                  <a:moveTo>
                    <a:pt x="10562" y="3655"/>
                  </a:moveTo>
                  <a:cubicBezTo>
                    <a:pt x="10621" y="3655"/>
                    <a:pt x="10669" y="3691"/>
                    <a:pt x="10669" y="3763"/>
                  </a:cubicBezTo>
                  <a:cubicBezTo>
                    <a:pt x="10669" y="3822"/>
                    <a:pt x="10621" y="3858"/>
                    <a:pt x="10562" y="3858"/>
                  </a:cubicBezTo>
                  <a:cubicBezTo>
                    <a:pt x="10502" y="3858"/>
                    <a:pt x="10454" y="3822"/>
                    <a:pt x="10454" y="3763"/>
                  </a:cubicBezTo>
                  <a:cubicBezTo>
                    <a:pt x="10454" y="3691"/>
                    <a:pt x="10502" y="3655"/>
                    <a:pt x="10562" y="3655"/>
                  </a:cubicBezTo>
                  <a:close/>
                  <a:moveTo>
                    <a:pt x="394" y="5382"/>
                  </a:moveTo>
                  <a:cubicBezTo>
                    <a:pt x="453" y="5382"/>
                    <a:pt x="501" y="5417"/>
                    <a:pt x="501" y="5477"/>
                  </a:cubicBezTo>
                  <a:cubicBezTo>
                    <a:pt x="501" y="5548"/>
                    <a:pt x="453" y="5584"/>
                    <a:pt x="394" y="5584"/>
                  </a:cubicBezTo>
                  <a:cubicBezTo>
                    <a:pt x="334" y="5584"/>
                    <a:pt x="287" y="5548"/>
                    <a:pt x="287" y="5477"/>
                  </a:cubicBezTo>
                  <a:cubicBezTo>
                    <a:pt x="287" y="5417"/>
                    <a:pt x="334" y="5382"/>
                    <a:pt x="394" y="5382"/>
                  </a:cubicBezTo>
                  <a:close/>
                  <a:moveTo>
                    <a:pt x="10562" y="5382"/>
                  </a:moveTo>
                  <a:cubicBezTo>
                    <a:pt x="10621" y="5382"/>
                    <a:pt x="10669" y="5429"/>
                    <a:pt x="10669" y="5489"/>
                  </a:cubicBezTo>
                  <a:cubicBezTo>
                    <a:pt x="10669" y="5548"/>
                    <a:pt x="10621" y="5584"/>
                    <a:pt x="10562" y="5584"/>
                  </a:cubicBezTo>
                  <a:cubicBezTo>
                    <a:pt x="10502" y="5584"/>
                    <a:pt x="10454" y="5548"/>
                    <a:pt x="10454" y="5489"/>
                  </a:cubicBezTo>
                  <a:cubicBezTo>
                    <a:pt x="10454" y="5429"/>
                    <a:pt x="10502" y="5382"/>
                    <a:pt x="10562" y="5382"/>
                  </a:cubicBezTo>
                  <a:close/>
                  <a:moveTo>
                    <a:pt x="394" y="7108"/>
                  </a:moveTo>
                  <a:cubicBezTo>
                    <a:pt x="453" y="7108"/>
                    <a:pt x="501" y="7144"/>
                    <a:pt x="501" y="7215"/>
                  </a:cubicBezTo>
                  <a:cubicBezTo>
                    <a:pt x="501" y="7275"/>
                    <a:pt x="453" y="7311"/>
                    <a:pt x="394" y="7311"/>
                  </a:cubicBezTo>
                  <a:cubicBezTo>
                    <a:pt x="334" y="7311"/>
                    <a:pt x="287" y="7275"/>
                    <a:pt x="287" y="7215"/>
                  </a:cubicBezTo>
                  <a:cubicBezTo>
                    <a:pt x="287" y="7144"/>
                    <a:pt x="334" y="7108"/>
                    <a:pt x="394" y="7108"/>
                  </a:cubicBezTo>
                  <a:close/>
                  <a:moveTo>
                    <a:pt x="10562" y="7120"/>
                  </a:moveTo>
                  <a:cubicBezTo>
                    <a:pt x="10621" y="7120"/>
                    <a:pt x="10669" y="7168"/>
                    <a:pt x="10669" y="7227"/>
                  </a:cubicBezTo>
                  <a:cubicBezTo>
                    <a:pt x="10669" y="7287"/>
                    <a:pt x="10621" y="7334"/>
                    <a:pt x="10562" y="7334"/>
                  </a:cubicBezTo>
                  <a:cubicBezTo>
                    <a:pt x="10502" y="7334"/>
                    <a:pt x="10454" y="7287"/>
                    <a:pt x="10454" y="7227"/>
                  </a:cubicBezTo>
                  <a:cubicBezTo>
                    <a:pt x="10454" y="7168"/>
                    <a:pt x="10502" y="7120"/>
                    <a:pt x="10562" y="7120"/>
                  </a:cubicBezTo>
                  <a:close/>
                  <a:moveTo>
                    <a:pt x="3751" y="10454"/>
                  </a:moveTo>
                  <a:cubicBezTo>
                    <a:pt x="3811" y="10454"/>
                    <a:pt x="3847" y="10501"/>
                    <a:pt x="3847" y="10561"/>
                  </a:cubicBezTo>
                  <a:cubicBezTo>
                    <a:pt x="3847" y="10621"/>
                    <a:pt x="3811" y="10668"/>
                    <a:pt x="3751" y="10668"/>
                  </a:cubicBezTo>
                  <a:cubicBezTo>
                    <a:pt x="3692" y="10668"/>
                    <a:pt x="3644" y="10621"/>
                    <a:pt x="3644" y="10561"/>
                  </a:cubicBezTo>
                  <a:cubicBezTo>
                    <a:pt x="3644" y="10501"/>
                    <a:pt x="3680" y="10454"/>
                    <a:pt x="3751" y="10454"/>
                  </a:cubicBezTo>
                  <a:close/>
                  <a:moveTo>
                    <a:pt x="5490" y="10454"/>
                  </a:moveTo>
                  <a:cubicBezTo>
                    <a:pt x="5549" y="10454"/>
                    <a:pt x="5597" y="10501"/>
                    <a:pt x="5597" y="10561"/>
                  </a:cubicBezTo>
                  <a:cubicBezTo>
                    <a:pt x="5597" y="10621"/>
                    <a:pt x="5537" y="10668"/>
                    <a:pt x="5490" y="10668"/>
                  </a:cubicBezTo>
                  <a:cubicBezTo>
                    <a:pt x="5430" y="10668"/>
                    <a:pt x="5382" y="10621"/>
                    <a:pt x="5382" y="10561"/>
                  </a:cubicBezTo>
                  <a:cubicBezTo>
                    <a:pt x="5382" y="10501"/>
                    <a:pt x="5430" y="10454"/>
                    <a:pt x="5490" y="10454"/>
                  </a:cubicBezTo>
                  <a:close/>
                  <a:moveTo>
                    <a:pt x="7216" y="10454"/>
                  </a:moveTo>
                  <a:cubicBezTo>
                    <a:pt x="7276" y="10454"/>
                    <a:pt x="7323" y="10501"/>
                    <a:pt x="7323" y="10561"/>
                  </a:cubicBezTo>
                  <a:cubicBezTo>
                    <a:pt x="7323" y="10621"/>
                    <a:pt x="7276" y="10668"/>
                    <a:pt x="7216" y="10668"/>
                  </a:cubicBezTo>
                  <a:cubicBezTo>
                    <a:pt x="7156" y="10668"/>
                    <a:pt x="7109" y="10621"/>
                    <a:pt x="7109" y="10561"/>
                  </a:cubicBezTo>
                  <a:cubicBezTo>
                    <a:pt x="7109" y="10501"/>
                    <a:pt x="7156" y="10454"/>
                    <a:pt x="7216" y="10454"/>
                  </a:cubicBezTo>
                  <a:close/>
                  <a:moveTo>
                    <a:pt x="3811" y="0"/>
                  </a:moveTo>
                  <a:cubicBezTo>
                    <a:pt x="3561" y="0"/>
                    <a:pt x="3394" y="203"/>
                    <a:pt x="3394" y="417"/>
                  </a:cubicBezTo>
                  <a:cubicBezTo>
                    <a:pt x="3394" y="595"/>
                    <a:pt x="3489" y="750"/>
                    <a:pt x="3656" y="810"/>
                  </a:cubicBezTo>
                  <a:lnTo>
                    <a:pt x="3656" y="1738"/>
                  </a:lnTo>
                  <a:lnTo>
                    <a:pt x="1965" y="1738"/>
                  </a:lnTo>
                  <a:cubicBezTo>
                    <a:pt x="1870" y="1738"/>
                    <a:pt x="1799" y="1810"/>
                    <a:pt x="1799" y="1893"/>
                  </a:cubicBezTo>
                  <a:lnTo>
                    <a:pt x="1799" y="3596"/>
                  </a:lnTo>
                  <a:lnTo>
                    <a:pt x="799" y="3596"/>
                  </a:lnTo>
                  <a:cubicBezTo>
                    <a:pt x="739" y="3441"/>
                    <a:pt x="596" y="3322"/>
                    <a:pt x="418" y="3322"/>
                  </a:cubicBezTo>
                  <a:cubicBezTo>
                    <a:pt x="179" y="3322"/>
                    <a:pt x="1" y="3524"/>
                    <a:pt x="1" y="3739"/>
                  </a:cubicBezTo>
                  <a:cubicBezTo>
                    <a:pt x="1" y="3977"/>
                    <a:pt x="191" y="4155"/>
                    <a:pt x="418" y="4155"/>
                  </a:cubicBezTo>
                  <a:cubicBezTo>
                    <a:pt x="596" y="4155"/>
                    <a:pt x="739" y="4048"/>
                    <a:pt x="799" y="3893"/>
                  </a:cubicBezTo>
                  <a:lnTo>
                    <a:pt x="1727" y="3893"/>
                  </a:lnTo>
                  <a:lnTo>
                    <a:pt x="1727" y="5310"/>
                  </a:lnTo>
                  <a:lnTo>
                    <a:pt x="799" y="5310"/>
                  </a:lnTo>
                  <a:cubicBezTo>
                    <a:pt x="739" y="5156"/>
                    <a:pt x="596" y="5036"/>
                    <a:pt x="418" y="5036"/>
                  </a:cubicBezTo>
                  <a:cubicBezTo>
                    <a:pt x="179" y="5036"/>
                    <a:pt x="1" y="5227"/>
                    <a:pt x="1" y="5453"/>
                  </a:cubicBezTo>
                  <a:cubicBezTo>
                    <a:pt x="1" y="5691"/>
                    <a:pt x="191" y="5870"/>
                    <a:pt x="418" y="5870"/>
                  </a:cubicBezTo>
                  <a:cubicBezTo>
                    <a:pt x="596" y="5870"/>
                    <a:pt x="739" y="5763"/>
                    <a:pt x="799" y="5608"/>
                  </a:cubicBezTo>
                  <a:lnTo>
                    <a:pt x="1727" y="5608"/>
                  </a:lnTo>
                  <a:lnTo>
                    <a:pt x="1727" y="7013"/>
                  </a:lnTo>
                  <a:lnTo>
                    <a:pt x="799" y="7013"/>
                  </a:lnTo>
                  <a:cubicBezTo>
                    <a:pt x="739" y="6870"/>
                    <a:pt x="596" y="6751"/>
                    <a:pt x="418" y="6751"/>
                  </a:cubicBezTo>
                  <a:cubicBezTo>
                    <a:pt x="179" y="6751"/>
                    <a:pt x="1" y="6941"/>
                    <a:pt x="1" y="7168"/>
                  </a:cubicBezTo>
                  <a:cubicBezTo>
                    <a:pt x="1" y="7406"/>
                    <a:pt x="191" y="7584"/>
                    <a:pt x="418" y="7584"/>
                  </a:cubicBezTo>
                  <a:cubicBezTo>
                    <a:pt x="596" y="7584"/>
                    <a:pt x="739" y="7477"/>
                    <a:pt x="799" y="7311"/>
                  </a:cubicBezTo>
                  <a:lnTo>
                    <a:pt x="1727" y="7311"/>
                  </a:lnTo>
                  <a:lnTo>
                    <a:pt x="1727" y="9013"/>
                  </a:lnTo>
                  <a:cubicBezTo>
                    <a:pt x="1727" y="9097"/>
                    <a:pt x="1799" y="9180"/>
                    <a:pt x="1882" y="9180"/>
                  </a:cubicBezTo>
                  <a:lnTo>
                    <a:pt x="3585" y="9180"/>
                  </a:lnTo>
                  <a:lnTo>
                    <a:pt x="3585" y="10097"/>
                  </a:lnTo>
                  <a:cubicBezTo>
                    <a:pt x="3430" y="10156"/>
                    <a:pt x="3311" y="10311"/>
                    <a:pt x="3311" y="10490"/>
                  </a:cubicBezTo>
                  <a:cubicBezTo>
                    <a:pt x="3311" y="10728"/>
                    <a:pt x="3513" y="10906"/>
                    <a:pt x="3727" y="10906"/>
                  </a:cubicBezTo>
                  <a:cubicBezTo>
                    <a:pt x="3966" y="10906"/>
                    <a:pt x="4144" y="10704"/>
                    <a:pt x="4144" y="10490"/>
                  </a:cubicBezTo>
                  <a:cubicBezTo>
                    <a:pt x="4144" y="10311"/>
                    <a:pt x="4049" y="10156"/>
                    <a:pt x="3882" y="10097"/>
                  </a:cubicBezTo>
                  <a:lnTo>
                    <a:pt x="3882" y="9180"/>
                  </a:lnTo>
                  <a:lnTo>
                    <a:pt x="5299" y="9180"/>
                  </a:lnTo>
                  <a:lnTo>
                    <a:pt x="5299" y="10097"/>
                  </a:lnTo>
                  <a:cubicBezTo>
                    <a:pt x="5144" y="10156"/>
                    <a:pt x="5025" y="10311"/>
                    <a:pt x="5025" y="10490"/>
                  </a:cubicBezTo>
                  <a:cubicBezTo>
                    <a:pt x="5025" y="10728"/>
                    <a:pt x="5216" y="10906"/>
                    <a:pt x="5442" y="10906"/>
                  </a:cubicBezTo>
                  <a:cubicBezTo>
                    <a:pt x="5680" y="10906"/>
                    <a:pt x="5859" y="10704"/>
                    <a:pt x="5859" y="10490"/>
                  </a:cubicBezTo>
                  <a:cubicBezTo>
                    <a:pt x="5859" y="10311"/>
                    <a:pt x="5752" y="10156"/>
                    <a:pt x="5597" y="10097"/>
                  </a:cubicBezTo>
                  <a:lnTo>
                    <a:pt x="5597" y="9180"/>
                  </a:lnTo>
                  <a:lnTo>
                    <a:pt x="7002" y="9180"/>
                  </a:lnTo>
                  <a:lnTo>
                    <a:pt x="7002" y="10097"/>
                  </a:lnTo>
                  <a:cubicBezTo>
                    <a:pt x="6859" y="10156"/>
                    <a:pt x="6740" y="10311"/>
                    <a:pt x="6740" y="10490"/>
                  </a:cubicBezTo>
                  <a:cubicBezTo>
                    <a:pt x="6740" y="10728"/>
                    <a:pt x="6930" y="10906"/>
                    <a:pt x="7156" y="10906"/>
                  </a:cubicBezTo>
                  <a:cubicBezTo>
                    <a:pt x="7383" y="10906"/>
                    <a:pt x="7573" y="10704"/>
                    <a:pt x="7573" y="10490"/>
                  </a:cubicBezTo>
                  <a:cubicBezTo>
                    <a:pt x="7573" y="10311"/>
                    <a:pt x="7466" y="10156"/>
                    <a:pt x="7299" y="10097"/>
                  </a:cubicBezTo>
                  <a:lnTo>
                    <a:pt x="7299" y="9180"/>
                  </a:lnTo>
                  <a:lnTo>
                    <a:pt x="9002" y="9180"/>
                  </a:lnTo>
                  <a:cubicBezTo>
                    <a:pt x="9085" y="9180"/>
                    <a:pt x="9169" y="9097"/>
                    <a:pt x="9169" y="9013"/>
                  </a:cubicBezTo>
                  <a:lnTo>
                    <a:pt x="9169" y="7311"/>
                  </a:lnTo>
                  <a:lnTo>
                    <a:pt x="10085" y="7311"/>
                  </a:lnTo>
                  <a:cubicBezTo>
                    <a:pt x="10145" y="7465"/>
                    <a:pt x="10300" y="7584"/>
                    <a:pt x="10478" y="7584"/>
                  </a:cubicBezTo>
                  <a:cubicBezTo>
                    <a:pt x="10716" y="7584"/>
                    <a:pt x="10895" y="7394"/>
                    <a:pt x="10895" y="7168"/>
                  </a:cubicBezTo>
                  <a:cubicBezTo>
                    <a:pt x="10895" y="6930"/>
                    <a:pt x="10693" y="6751"/>
                    <a:pt x="10478" y="6751"/>
                  </a:cubicBezTo>
                  <a:cubicBezTo>
                    <a:pt x="10300" y="6751"/>
                    <a:pt x="10145" y="6858"/>
                    <a:pt x="10085" y="7013"/>
                  </a:cubicBezTo>
                  <a:lnTo>
                    <a:pt x="9169" y="7013"/>
                  </a:lnTo>
                  <a:lnTo>
                    <a:pt x="9240" y="5644"/>
                  </a:lnTo>
                  <a:lnTo>
                    <a:pt x="10157" y="5644"/>
                  </a:lnTo>
                  <a:cubicBezTo>
                    <a:pt x="10216" y="5798"/>
                    <a:pt x="10371" y="5918"/>
                    <a:pt x="10550" y="5918"/>
                  </a:cubicBezTo>
                  <a:cubicBezTo>
                    <a:pt x="10788" y="5918"/>
                    <a:pt x="10966" y="5727"/>
                    <a:pt x="10966" y="5501"/>
                  </a:cubicBezTo>
                  <a:cubicBezTo>
                    <a:pt x="10966" y="5263"/>
                    <a:pt x="10776" y="5084"/>
                    <a:pt x="10550" y="5084"/>
                  </a:cubicBezTo>
                  <a:cubicBezTo>
                    <a:pt x="10371" y="5084"/>
                    <a:pt x="10216" y="5191"/>
                    <a:pt x="10157" y="5346"/>
                  </a:cubicBezTo>
                  <a:lnTo>
                    <a:pt x="9240" y="5346"/>
                  </a:lnTo>
                  <a:lnTo>
                    <a:pt x="9240" y="3905"/>
                  </a:lnTo>
                  <a:lnTo>
                    <a:pt x="10157" y="3905"/>
                  </a:lnTo>
                  <a:cubicBezTo>
                    <a:pt x="10216" y="4060"/>
                    <a:pt x="10371" y="4179"/>
                    <a:pt x="10550" y="4179"/>
                  </a:cubicBezTo>
                  <a:cubicBezTo>
                    <a:pt x="10788" y="4179"/>
                    <a:pt x="10966" y="3977"/>
                    <a:pt x="10966" y="3763"/>
                  </a:cubicBezTo>
                  <a:cubicBezTo>
                    <a:pt x="10966" y="3524"/>
                    <a:pt x="10776" y="3346"/>
                    <a:pt x="10550" y="3346"/>
                  </a:cubicBezTo>
                  <a:cubicBezTo>
                    <a:pt x="10371" y="3346"/>
                    <a:pt x="10216" y="3441"/>
                    <a:pt x="10157" y="3608"/>
                  </a:cubicBezTo>
                  <a:lnTo>
                    <a:pt x="9240" y="3608"/>
                  </a:lnTo>
                  <a:lnTo>
                    <a:pt x="9240" y="1917"/>
                  </a:lnTo>
                  <a:cubicBezTo>
                    <a:pt x="9240" y="1822"/>
                    <a:pt x="9169" y="1750"/>
                    <a:pt x="9073" y="1750"/>
                  </a:cubicBezTo>
                  <a:lnTo>
                    <a:pt x="8395" y="1750"/>
                  </a:lnTo>
                  <a:cubicBezTo>
                    <a:pt x="8299" y="1750"/>
                    <a:pt x="8228" y="1822"/>
                    <a:pt x="8228" y="1917"/>
                  </a:cubicBezTo>
                  <a:cubicBezTo>
                    <a:pt x="8228" y="2000"/>
                    <a:pt x="8299" y="2072"/>
                    <a:pt x="8395" y="2072"/>
                  </a:cubicBezTo>
                  <a:lnTo>
                    <a:pt x="8930" y="2072"/>
                  </a:lnTo>
                  <a:lnTo>
                    <a:pt x="8930" y="3763"/>
                  </a:lnTo>
                  <a:lnTo>
                    <a:pt x="8930" y="5489"/>
                  </a:lnTo>
                  <a:lnTo>
                    <a:pt x="8930" y="7215"/>
                  </a:lnTo>
                  <a:lnTo>
                    <a:pt x="8930" y="8906"/>
                  </a:lnTo>
                  <a:lnTo>
                    <a:pt x="2049" y="8906"/>
                  </a:lnTo>
                  <a:lnTo>
                    <a:pt x="2049" y="7215"/>
                  </a:lnTo>
                  <a:lnTo>
                    <a:pt x="2049" y="5489"/>
                  </a:lnTo>
                  <a:lnTo>
                    <a:pt x="2049" y="3763"/>
                  </a:lnTo>
                  <a:lnTo>
                    <a:pt x="2049" y="2060"/>
                  </a:lnTo>
                  <a:lnTo>
                    <a:pt x="7752" y="2060"/>
                  </a:lnTo>
                  <a:cubicBezTo>
                    <a:pt x="7835" y="2060"/>
                    <a:pt x="7918" y="1988"/>
                    <a:pt x="7918" y="1893"/>
                  </a:cubicBezTo>
                  <a:cubicBezTo>
                    <a:pt x="7918" y="1810"/>
                    <a:pt x="7835" y="1738"/>
                    <a:pt x="7752" y="1738"/>
                  </a:cubicBezTo>
                  <a:lnTo>
                    <a:pt x="7383" y="1738"/>
                  </a:lnTo>
                  <a:lnTo>
                    <a:pt x="7383" y="810"/>
                  </a:lnTo>
                  <a:cubicBezTo>
                    <a:pt x="7526" y="750"/>
                    <a:pt x="7645" y="595"/>
                    <a:pt x="7645" y="417"/>
                  </a:cubicBezTo>
                  <a:cubicBezTo>
                    <a:pt x="7645" y="179"/>
                    <a:pt x="7454" y="0"/>
                    <a:pt x="7228" y="0"/>
                  </a:cubicBezTo>
                  <a:cubicBezTo>
                    <a:pt x="6990" y="0"/>
                    <a:pt x="6811" y="203"/>
                    <a:pt x="6811" y="417"/>
                  </a:cubicBezTo>
                  <a:cubicBezTo>
                    <a:pt x="6811" y="595"/>
                    <a:pt x="6918" y="750"/>
                    <a:pt x="7085" y="810"/>
                  </a:cubicBezTo>
                  <a:lnTo>
                    <a:pt x="7085" y="1738"/>
                  </a:lnTo>
                  <a:lnTo>
                    <a:pt x="5668" y="1738"/>
                  </a:lnTo>
                  <a:lnTo>
                    <a:pt x="5668" y="810"/>
                  </a:lnTo>
                  <a:cubicBezTo>
                    <a:pt x="5811" y="750"/>
                    <a:pt x="5930" y="595"/>
                    <a:pt x="5930" y="417"/>
                  </a:cubicBezTo>
                  <a:cubicBezTo>
                    <a:pt x="5930" y="179"/>
                    <a:pt x="5740" y="0"/>
                    <a:pt x="5513" y="0"/>
                  </a:cubicBezTo>
                  <a:cubicBezTo>
                    <a:pt x="5275" y="0"/>
                    <a:pt x="5097" y="203"/>
                    <a:pt x="5097" y="417"/>
                  </a:cubicBezTo>
                  <a:cubicBezTo>
                    <a:pt x="5097" y="595"/>
                    <a:pt x="5204" y="750"/>
                    <a:pt x="5371" y="810"/>
                  </a:cubicBezTo>
                  <a:lnTo>
                    <a:pt x="5371" y="1738"/>
                  </a:lnTo>
                  <a:lnTo>
                    <a:pt x="3954" y="1738"/>
                  </a:lnTo>
                  <a:lnTo>
                    <a:pt x="3954" y="810"/>
                  </a:lnTo>
                  <a:cubicBezTo>
                    <a:pt x="4108" y="750"/>
                    <a:pt x="4216" y="595"/>
                    <a:pt x="4216" y="417"/>
                  </a:cubicBezTo>
                  <a:cubicBezTo>
                    <a:pt x="4216" y="179"/>
                    <a:pt x="4025" y="0"/>
                    <a:pt x="38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20"/>
            <p:cNvSpPr/>
            <p:nvPr/>
          </p:nvSpPr>
          <p:spPr>
            <a:xfrm>
              <a:off x="3599440" y="2956543"/>
              <a:ext cx="204494" cy="204843"/>
            </a:xfrm>
            <a:custGeom>
              <a:avLst/>
              <a:gdLst/>
              <a:ahLst/>
              <a:cxnLst/>
              <a:rect l="l" t="t" r="r" b="b"/>
              <a:pathLst>
                <a:path w="6455" h="6466" extrusionOk="0">
                  <a:moveTo>
                    <a:pt x="156" y="0"/>
                  </a:moveTo>
                  <a:cubicBezTo>
                    <a:pt x="72" y="0"/>
                    <a:pt x="1" y="84"/>
                    <a:pt x="1" y="167"/>
                  </a:cubicBezTo>
                  <a:lnTo>
                    <a:pt x="1" y="4644"/>
                  </a:lnTo>
                  <a:cubicBezTo>
                    <a:pt x="1" y="4739"/>
                    <a:pt x="72" y="4811"/>
                    <a:pt x="156" y="4811"/>
                  </a:cubicBezTo>
                  <a:cubicBezTo>
                    <a:pt x="251" y="4811"/>
                    <a:pt x="322" y="4739"/>
                    <a:pt x="322" y="4644"/>
                  </a:cubicBezTo>
                  <a:lnTo>
                    <a:pt x="322" y="334"/>
                  </a:lnTo>
                  <a:lnTo>
                    <a:pt x="6133" y="334"/>
                  </a:lnTo>
                  <a:lnTo>
                    <a:pt x="6133" y="6132"/>
                  </a:lnTo>
                  <a:lnTo>
                    <a:pt x="322" y="6132"/>
                  </a:lnTo>
                  <a:lnTo>
                    <a:pt x="322" y="5287"/>
                  </a:lnTo>
                  <a:cubicBezTo>
                    <a:pt x="322" y="5203"/>
                    <a:pt x="251" y="5120"/>
                    <a:pt x="156" y="5120"/>
                  </a:cubicBezTo>
                  <a:cubicBezTo>
                    <a:pt x="72" y="5120"/>
                    <a:pt x="1" y="5203"/>
                    <a:pt x="1" y="5287"/>
                  </a:cubicBezTo>
                  <a:lnTo>
                    <a:pt x="1" y="6299"/>
                  </a:lnTo>
                  <a:cubicBezTo>
                    <a:pt x="1" y="6394"/>
                    <a:pt x="72" y="6466"/>
                    <a:pt x="156" y="6466"/>
                  </a:cubicBezTo>
                  <a:lnTo>
                    <a:pt x="6287" y="6466"/>
                  </a:lnTo>
                  <a:cubicBezTo>
                    <a:pt x="6383" y="6466"/>
                    <a:pt x="6454" y="6394"/>
                    <a:pt x="6454" y="6299"/>
                  </a:cubicBezTo>
                  <a:lnTo>
                    <a:pt x="6454" y="167"/>
                  </a:lnTo>
                  <a:cubicBezTo>
                    <a:pt x="6442" y="84"/>
                    <a:pt x="6383" y="0"/>
                    <a:pt x="62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20"/>
            <p:cNvSpPr/>
            <p:nvPr/>
          </p:nvSpPr>
          <p:spPr>
            <a:xfrm>
              <a:off x="3661691" y="3018763"/>
              <a:ext cx="79992" cy="80372"/>
            </a:xfrm>
            <a:custGeom>
              <a:avLst/>
              <a:gdLst/>
              <a:ahLst/>
              <a:cxnLst/>
              <a:rect l="l" t="t" r="r" b="b"/>
              <a:pathLst>
                <a:path w="2525" h="2537" extrusionOk="0">
                  <a:moveTo>
                    <a:pt x="155" y="1"/>
                  </a:moveTo>
                  <a:cubicBezTo>
                    <a:pt x="72" y="1"/>
                    <a:pt x="1" y="84"/>
                    <a:pt x="1" y="168"/>
                  </a:cubicBezTo>
                  <a:lnTo>
                    <a:pt x="1" y="2370"/>
                  </a:lnTo>
                  <a:cubicBezTo>
                    <a:pt x="1" y="2466"/>
                    <a:pt x="72" y="2537"/>
                    <a:pt x="155" y="2537"/>
                  </a:cubicBezTo>
                  <a:lnTo>
                    <a:pt x="1013" y="2537"/>
                  </a:lnTo>
                  <a:cubicBezTo>
                    <a:pt x="1096" y="2537"/>
                    <a:pt x="1167" y="2466"/>
                    <a:pt x="1167" y="2370"/>
                  </a:cubicBezTo>
                  <a:cubicBezTo>
                    <a:pt x="1167" y="2287"/>
                    <a:pt x="1096" y="2204"/>
                    <a:pt x="1013" y="2204"/>
                  </a:cubicBezTo>
                  <a:lnTo>
                    <a:pt x="322" y="2204"/>
                  </a:lnTo>
                  <a:lnTo>
                    <a:pt x="322" y="322"/>
                  </a:lnTo>
                  <a:lnTo>
                    <a:pt x="2215" y="322"/>
                  </a:lnTo>
                  <a:lnTo>
                    <a:pt x="2215" y="2204"/>
                  </a:lnTo>
                  <a:lnTo>
                    <a:pt x="1632" y="2204"/>
                  </a:lnTo>
                  <a:cubicBezTo>
                    <a:pt x="1548" y="2204"/>
                    <a:pt x="1465" y="2287"/>
                    <a:pt x="1465" y="2370"/>
                  </a:cubicBezTo>
                  <a:cubicBezTo>
                    <a:pt x="1465" y="2466"/>
                    <a:pt x="1548" y="2537"/>
                    <a:pt x="1632" y="2537"/>
                  </a:cubicBezTo>
                  <a:lnTo>
                    <a:pt x="2346" y="2537"/>
                  </a:lnTo>
                  <a:cubicBezTo>
                    <a:pt x="2441" y="2537"/>
                    <a:pt x="2513" y="2466"/>
                    <a:pt x="2513" y="2370"/>
                  </a:cubicBezTo>
                  <a:lnTo>
                    <a:pt x="2513" y="168"/>
                  </a:lnTo>
                  <a:cubicBezTo>
                    <a:pt x="2525" y="84"/>
                    <a:pt x="2453" y="1"/>
                    <a:pt x="23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20"/>
            <p:cNvSpPr/>
            <p:nvPr/>
          </p:nvSpPr>
          <p:spPr>
            <a:xfrm>
              <a:off x="3625101" y="2982552"/>
              <a:ext cx="18501" cy="18533"/>
            </a:xfrm>
            <a:custGeom>
              <a:avLst/>
              <a:gdLst/>
              <a:ahLst/>
              <a:cxnLst/>
              <a:rect l="l" t="t" r="r" b="b"/>
              <a:pathLst>
                <a:path w="584" h="585" extrusionOk="0">
                  <a:moveTo>
                    <a:pt x="167" y="1"/>
                  </a:moveTo>
                  <a:cubicBezTo>
                    <a:pt x="84" y="1"/>
                    <a:pt x="1" y="72"/>
                    <a:pt x="1" y="168"/>
                  </a:cubicBezTo>
                  <a:lnTo>
                    <a:pt x="1" y="418"/>
                  </a:lnTo>
                  <a:cubicBezTo>
                    <a:pt x="1" y="513"/>
                    <a:pt x="84" y="584"/>
                    <a:pt x="167" y="584"/>
                  </a:cubicBezTo>
                  <a:lnTo>
                    <a:pt x="417" y="584"/>
                  </a:lnTo>
                  <a:cubicBezTo>
                    <a:pt x="513" y="584"/>
                    <a:pt x="584" y="513"/>
                    <a:pt x="584" y="418"/>
                  </a:cubicBezTo>
                  <a:lnTo>
                    <a:pt x="584" y="168"/>
                  </a:lnTo>
                  <a:cubicBezTo>
                    <a:pt x="584" y="72"/>
                    <a:pt x="513" y="1"/>
                    <a:pt x="4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20"/>
            <p:cNvSpPr/>
            <p:nvPr/>
          </p:nvSpPr>
          <p:spPr>
            <a:xfrm>
              <a:off x="3651522" y="2982552"/>
              <a:ext cx="18881" cy="18533"/>
            </a:xfrm>
            <a:custGeom>
              <a:avLst/>
              <a:gdLst/>
              <a:ahLst/>
              <a:cxnLst/>
              <a:rect l="l" t="t" r="r" b="b"/>
              <a:pathLst>
                <a:path w="596" h="585" extrusionOk="0">
                  <a:moveTo>
                    <a:pt x="167" y="1"/>
                  </a:moveTo>
                  <a:cubicBezTo>
                    <a:pt x="83" y="1"/>
                    <a:pt x="0" y="72"/>
                    <a:pt x="0" y="168"/>
                  </a:cubicBezTo>
                  <a:lnTo>
                    <a:pt x="0" y="418"/>
                  </a:lnTo>
                  <a:cubicBezTo>
                    <a:pt x="0" y="513"/>
                    <a:pt x="83" y="584"/>
                    <a:pt x="167" y="584"/>
                  </a:cubicBezTo>
                  <a:lnTo>
                    <a:pt x="417" y="584"/>
                  </a:lnTo>
                  <a:cubicBezTo>
                    <a:pt x="512" y="584"/>
                    <a:pt x="583" y="513"/>
                    <a:pt x="583" y="418"/>
                  </a:cubicBezTo>
                  <a:lnTo>
                    <a:pt x="583" y="168"/>
                  </a:lnTo>
                  <a:cubicBezTo>
                    <a:pt x="595" y="72"/>
                    <a:pt x="524" y="1"/>
                    <a:pt x="4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20"/>
            <p:cNvSpPr/>
            <p:nvPr/>
          </p:nvSpPr>
          <p:spPr>
            <a:xfrm>
              <a:off x="3679052" y="2982552"/>
              <a:ext cx="18501" cy="18533"/>
            </a:xfrm>
            <a:custGeom>
              <a:avLst/>
              <a:gdLst/>
              <a:ahLst/>
              <a:cxnLst/>
              <a:rect l="l" t="t" r="r" b="b"/>
              <a:pathLst>
                <a:path w="584" h="585" extrusionOk="0">
                  <a:moveTo>
                    <a:pt x="167" y="1"/>
                  </a:moveTo>
                  <a:cubicBezTo>
                    <a:pt x="72" y="1"/>
                    <a:pt x="0" y="72"/>
                    <a:pt x="0" y="168"/>
                  </a:cubicBezTo>
                  <a:lnTo>
                    <a:pt x="0" y="418"/>
                  </a:lnTo>
                  <a:cubicBezTo>
                    <a:pt x="0" y="513"/>
                    <a:pt x="72" y="584"/>
                    <a:pt x="167" y="584"/>
                  </a:cubicBezTo>
                  <a:lnTo>
                    <a:pt x="417" y="584"/>
                  </a:lnTo>
                  <a:cubicBezTo>
                    <a:pt x="500" y="584"/>
                    <a:pt x="584" y="513"/>
                    <a:pt x="584" y="418"/>
                  </a:cubicBezTo>
                  <a:lnTo>
                    <a:pt x="584" y="168"/>
                  </a:lnTo>
                  <a:cubicBezTo>
                    <a:pt x="584" y="72"/>
                    <a:pt x="500" y="1"/>
                    <a:pt x="4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20"/>
            <p:cNvSpPr/>
            <p:nvPr/>
          </p:nvSpPr>
          <p:spPr>
            <a:xfrm>
              <a:off x="3705822" y="2982552"/>
              <a:ext cx="18501" cy="18533"/>
            </a:xfrm>
            <a:custGeom>
              <a:avLst/>
              <a:gdLst/>
              <a:ahLst/>
              <a:cxnLst/>
              <a:rect l="l" t="t" r="r" b="b"/>
              <a:pathLst>
                <a:path w="584" h="585" extrusionOk="0">
                  <a:moveTo>
                    <a:pt x="167" y="1"/>
                  </a:moveTo>
                  <a:cubicBezTo>
                    <a:pt x="72" y="1"/>
                    <a:pt x="1" y="72"/>
                    <a:pt x="1" y="168"/>
                  </a:cubicBezTo>
                  <a:lnTo>
                    <a:pt x="1" y="418"/>
                  </a:lnTo>
                  <a:cubicBezTo>
                    <a:pt x="1" y="513"/>
                    <a:pt x="72" y="584"/>
                    <a:pt x="167" y="584"/>
                  </a:cubicBezTo>
                  <a:lnTo>
                    <a:pt x="417" y="584"/>
                  </a:lnTo>
                  <a:cubicBezTo>
                    <a:pt x="513" y="584"/>
                    <a:pt x="584" y="513"/>
                    <a:pt x="584" y="418"/>
                  </a:cubicBezTo>
                  <a:lnTo>
                    <a:pt x="584" y="168"/>
                  </a:lnTo>
                  <a:cubicBezTo>
                    <a:pt x="584" y="72"/>
                    <a:pt x="513" y="1"/>
                    <a:pt x="4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20"/>
            <p:cNvSpPr/>
            <p:nvPr/>
          </p:nvSpPr>
          <p:spPr>
            <a:xfrm>
              <a:off x="3732591" y="2982552"/>
              <a:ext cx="18533" cy="18533"/>
            </a:xfrm>
            <a:custGeom>
              <a:avLst/>
              <a:gdLst/>
              <a:ahLst/>
              <a:cxnLst/>
              <a:rect l="l" t="t" r="r" b="b"/>
              <a:pathLst>
                <a:path w="585" h="585" extrusionOk="0">
                  <a:moveTo>
                    <a:pt x="168" y="1"/>
                  </a:moveTo>
                  <a:cubicBezTo>
                    <a:pt x="72" y="1"/>
                    <a:pt x="1" y="72"/>
                    <a:pt x="1" y="168"/>
                  </a:cubicBezTo>
                  <a:lnTo>
                    <a:pt x="1" y="418"/>
                  </a:lnTo>
                  <a:cubicBezTo>
                    <a:pt x="1" y="513"/>
                    <a:pt x="72" y="584"/>
                    <a:pt x="168" y="584"/>
                  </a:cubicBezTo>
                  <a:lnTo>
                    <a:pt x="418" y="584"/>
                  </a:lnTo>
                  <a:cubicBezTo>
                    <a:pt x="513" y="584"/>
                    <a:pt x="584" y="513"/>
                    <a:pt x="584" y="418"/>
                  </a:cubicBezTo>
                  <a:lnTo>
                    <a:pt x="584" y="168"/>
                  </a:lnTo>
                  <a:cubicBezTo>
                    <a:pt x="584" y="72"/>
                    <a:pt x="513" y="1"/>
                    <a:pt x="4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20"/>
            <p:cNvSpPr/>
            <p:nvPr/>
          </p:nvSpPr>
          <p:spPr>
            <a:xfrm>
              <a:off x="3759773" y="2982552"/>
              <a:ext cx="18121" cy="18533"/>
            </a:xfrm>
            <a:custGeom>
              <a:avLst/>
              <a:gdLst/>
              <a:ahLst/>
              <a:cxnLst/>
              <a:rect l="l" t="t" r="r" b="b"/>
              <a:pathLst>
                <a:path w="572" h="585" extrusionOk="0">
                  <a:moveTo>
                    <a:pt x="155" y="1"/>
                  </a:moveTo>
                  <a:cubicBezTo>
                    <a:pt x="72" y="1"/>
                    <a:pt x="0" y="72"/>
                    <a:pt x="0" y="168"/>
                  </a:cubicBezTo>
                  <a:lnTo>
                    <a:pt x="0" y="418"/>
                  </a:lnTo>
                  <a:cubicBezTo>
                    <a:pt x="0" y="513"/>
                    <a:pt x="72" y="584"/>
                    <a:pt x="155" y="584"/>
                  </a:cubicBezTo>
                  <a:lnTo>
                    <a:pt x="417" y="584"/>
                  </a:lnTo>
                  <a:cubicBezTo>
                    <a:pt x="500" y="584"/>
                    <a:pt x="572" y="513"/>
                    <a:pt x="572" y="418"/>
                  </a:cubicBezTo>
                  <a:lnTo>
                    <a:pt x="572" y="168"/>
                  </a:lnTo>
                  <a:cubicBezTo>
                    <a:pt x="572" y="72"/>
                    <a:pt x="500" y="1"/>
                    <a:pt x="4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20"/>
            <p:cNvSpPr/>
            <p:nvPr/>
          </p:nvSpPr>
          <p:spPr>
            <a:xfrm>
              <a:off x="3625101" y="3116844"/>
              <a:ext cx="18501" cy="18501"/>
            </a:xfrm>
            <a:custGeom>
              <a:avLst/>
              <a:gdLst/>
              <a:ahLst/>
              <a:cxnLst/>
              <a:rect l="l" t="t" r="r" b="b"/>
              <a:pathLst>
                <a:path w="584" h="584" extrusionOk="0">
                  <a:moveTo>
                    <a:pt x="167" y="1"/>
                  </a:moveTo>
                  <a:cubicBezTo>
                    <a:pt x="84" y="1"/>
                    <a:pt x="1" y="84"/>
                    <a:pt x="1" y="167"/>
                  </a:cubicBezTo>
                  <a:lnTo>
                    <a:pt x="1" y="417"/>
                  </a:lnTo>
                  <a:cubicBezTo>
                    <a:pt x="1" y="513"/>
                    <a:pt x="84" y="584"/>
                    <a:pt x="167" y="584"/>
                  </a:cubicBezTo>
                  <a:lnTo>
                    <a:pt x="417" y="584"/>
                  </a:lnTo>
                  <a:cubicBezTo>
                    <a:pt x="513" y="584"/>
                    <a:pt x="584" y="513"/>
                    <a:pt x="584" y="417"/>
                  </a:cubicBezTo>
                  <a:lnTo>
                    <a:pt x="584" y="167"/>
                  </a:lnTo>
                  <a:cubicBezTo>
                    <a:pt x="584" y="84"/>
                    <a:pt x="513" y="1"/>
                    <a:pt x="4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20"/>
            <p:cNvSpPr/>
            <p:nvPr/>
          </p:nvSpPr>
          <p:spPr>
            <a:xfrm>
              <a:off x="3651522" y="3116844"/>
              <a:ext cx="18881" cy="18501"/>
            </a:xfrm>
            <a:custGeom>
              <a:avLst/>
              <a:gdLst/>
              <a:ahLst/>
              <a:cxnLst/>
              <a:rect l="l" t="t" r="r" b="b"/>
              <a:pathLst>
                <a:path w="596" h="584" extrusionOk="0">
                  <a:moveTo>
                    <a:pt x="167" y="1"/>
                  </a:moveTo>
                  <a:cubicBezTo>
                    <a:pt x="83" y="1"/>
                    <a:pt x="0" y="84"/>
                    <a:pt x="0" y="167"/>
                  </a:cubicBezTo>
                  <a:lnTo>
                    <a:pt x="0" y="417"/>
                  </a:lnTo>
                  <a:cubicBezTo>
                    <a:pt x="0" y="513"/>
                    <a:pt x="83" y="584"/>
                    <a:pt x="167" y="584"/>
                  </a:cubicBezTo>
                  <a:lnTo>
                    <a:pt x="417" y="584"/>
                  </a:lnTo>
                  <a:cubicBezTo>
                    <a:pt x="512" y="584"/>
                    <a:pt x="583" y="513"/>
                    <a:pt x="583" y="417"/>
                  </a:cubicBezTo>
                  <a:lnTo>
                    <a:pt x="583" y="167"/>
                  </a:lnTo>
                  <a:cubicBezTo>
                    <a:pt x="595" y="84"/>
                    <a:pt x="524" y="1"/>
                    <a:pt x="4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0"/>
            <p:cNvSpPr/>
            <p:nvPr/>
          </p:nvSpPr>
          <p:spPr>
            <a:xfrm>
              <a:off x="3679052" y="3116844"/>
              <a:ext cx="18501" cy="18501"/>
            </a:xfrm>
            <a:custGeom>
              <a:avLst/>
              <a:gdLst/>
              <a:ahLst/>
              <a:cxnLst/>
              <a:rect l="l" t="t" r="r" b="b"/>
              <a:pathLst>
                <a:path w="584" h="584" extrusionOk="0">
                  <a:moveTo>
                    <a:pt x="167" y="1"/>
                  </a:moveTo>
                  <a:cubicBezTo>
                    <a:pt x="72" y="1"/>
                    <a:pt x="0" y="84"/>
                    <a:pt x="0" y="167"/>
                  </a:cubicBezTo>
                  <a:lnTo>
                    <a:pt x="0" y="417"/>
                  </a:lnTo>
                  <a:cubicBezTo>
                    <a:pt x="0" y="513"/>
                    <a:pt x="72" y="584"/>
                    <a:pt x="167" y="584"/>
                  </a:cubicBezTo>
                  <a:lnTo>
                    <a:pt x="417" y="584"/>
                  </a:lnTo>
                  <a:cubicBezTo>
                    <a:pt x="500" y="584"/>
                    <a:pt x="584" y="513"/>
                    <a:pt x="584" y="417"/>
                  </a:cubicBezTo>
                  <a:lnTo>
                    <a:pt x="584" y="167"/>
                  </a:lnTo>
                  <a:cubicBezTo>
                    <a:pt x="584" y="84"/>
                    <a:pt x="500" y="1"/>
                    <a:pt x="4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0"/>
            <p:cNvSpPr/>
            <p:nvPr/>
          </p:nvSpPr>
          <p:spPr>
            <a:xfrm>
              <a:off x="3705822" y="3116844"/>
              <a:ext cx="18501" cy="18501"/>
            </a:xfrm>
            <a:custGeom>
              <a:avLst/>
              <a:gdLst/>
              <a:ahLst/>
              <a:cxnLst/>
              <a:rect l="l" t="t" r="r" b="b"/>
              <a:pathLst>
                <a:path w="584" h="584" extrusionOk="0">
                  <a:moveTo>
                    <a:pt x="167" y="1"/>
                  </a:moveTo>
                  <a:cubicBezTo>
                    <a:pt x="72" y="1"/>
                    <a:pt x="1" y="84"/>
                    <a:pt x="1" y="167"/>
                  </a:cubicBezTo>
                  <a:lnTo>
                    <a:pt x="1" y="417"/>
                  </a:lnTo>
                  <a:cubicBezTo>
                    <a:pt x="1" y="513"/>
                    <a:pt x="72" y="584"/>
                    <a:pt x="167" y="584"/>
                  </a:cubicBezTo>
                  <a:lnTo>
                    <a:pt x="417" y="584"/>
                  </a:lnTo>
                  <a:cubicBezTo>
                    <a:pt x="513" y="584"/>
                    <a:pt x="584" y="513"/>
                    <a:pt x="584" y="417"/>
                  </a:cubicBezTo>
                  <a:lnTo>
                    <a:pt x="584" y="167"/>
                  </a:lnTo>
                  <a:cubicBezTo>
                    <a:pt x="584" y="84"/>
                    <a:pt x="513" y="1"/>
                    <a:pt x="4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0"/>
            <p:cNvSpPr/>
            <p:nvPr/>
          </p:nvSpPr>
          <p:spPr>
            <a:xfrm>
              <a:off x="3732591" y="3116844"/>
              <a:ext cx="18533" cy="18501"/>
            </a:xfrm>
            <a:custGeom>
              <a:avLst/>
              <a:gdLst/>
              <a:ahLst/>
              <a:cxnLst/>
              <a:rect l="l" t="t" r="r" b="b"/>
              <a:pathLst>
                <a:path w="585" h="584" extrusionOk="0">
                  <a:moveTo>
                    <a:pt x="168" y="1"/>
                  </a:moveTo>
                  <a:cubicBezTo>
                    <a:pt x="72" y="1"/>
                    <a:pt x="1" y="84"/>
                    <a:pt x="1" y="167"/>
                  </a:cubicBezTo>
                  <a:lnTo>
                    <a:pt x="1" y="417"/>
                  </a:lnTo>
                  <a:cubicBezTo>
                    <a:pt x="1" y="513"/>
                    <a:pt x="72" y="584"/>
                    <a:pt x="168" y="584"/>
                  </a:cubicBezTo>
                  <a:lnTo>
                    <a:pt x="418" y="584"/>
                  </a:lnTo>
                  <a:cubicBezTo>
                    <a:pt x="513" y="584"/>
                    <a:pt x="584" y="513"/>
                    <a:pt x="584" y="417"/>
                  </a:cubicBezTo>
                  <a:lnTo>
                    <a:pt x="584" y="167"/>
                  </a:lnTo>
                  <a:cubicBezTo>
                    <a:pt x="584" y="84"/>
                    <a:pt x="513" y="1"/>
                    <a:pt x="4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20"/>
            <p:cNvSpPr/>
            <p:nvPr/>
          </p:nvSpPr>
          <p:spPr>
            <a:xfrm>
              <a:off x="3759773" y="3116844"/>
              <a:ext cx="18121" cy="18501"/>
            </a:xfrm>
            <a:custGeom>
              <a:avLst/>
              <a:gdLst/>
              <a:ahLst/>
              <a:cxnLst/>
              <a:rect l="l" t="t" r="r" b="b"/>
              <a:pathLst>
                <a:path w="572" h="584" extrusionOk="0">
                  <a:moveTo>
                    <a:pt x="155" y="1"/>
                  </a:moveTo>
                  <a:cubicBezTo>
                    <a:pt x="72" y="1"/>
                    <a:pt x="0" y="84"/>
                    <a:pt x="0" y="167"/>
                  </a:cubicBezTo>
                  <a:lnTo>
                    <a:pt x="0" y="417"/>
                  </a:lnTo>
                  <a:cubicBezTo>
                    <a:pt x="0" y="513"/>
                    <a:pt x="72" y="584"/>
                    <a:pt x="155" y="584"/>
                  </a:cubicBezTo>
                  <a:lnTo>
                    <a:pt x="417" y="584"/>
                  </a:lnTo>
                  <a:cubicBezTo>
                    <a:pt x="500" y="584"/>
                    <a:pt x="572" y="513"/>
                    <a:pt x="572" y="417"/>
                  </a:cubicBezTo>
                  <a:lnTo>
                    <a:pt x="572" y="167"/>
                  </a:lnTo>
                  <a:cubicBezTo>
                    <a:pt x="572" y="84"/>
                    <a:pt x="500" y="1"/>
                    <a:pt x="4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20"/>
            <p:cNvSpPr/>
            <p:nvPr/>
          </p:nvSpPr>
          <p:spPr>
            <a:xfrm>
              <a:off x="3625101" y="3009354"/>
              <a:ext cx="18501" cy="18501"/>
            </a:xfrm>
            <a:custGeom>
              <a:avLst/>
              <a:gdLst/>
              <a:ahLst/>
              <a:cxnLst/>
              <a:rect l="l" t="t" r="r" b="b"/>
              <a:pathLst>
                <a:path w="584" h="584" extrusionOk="0">
                  <a:moveTo>
                    <a:pt x="167" y="0"/>
                  </a:moveTo>
                  <a:cubicBezTo>
                    <a:pt x="84" y="0"/>
                    <a:pt x="1" y="84"/>
                    <a:pt x="1" y="167"/>
                  </a:cubicBezTo>
                  <a:lnTo>
                    <a:pt x="1" y="417"/>
                  </a:lnTo>
                  <a:cubicBezTo>
                    <a:pt x="1" y="512"/>
                    <a:pt x="84" y="584"/>
                    <a:pt x="167" y="584"/>
                  </a:cubicBezTo>
                  <a:lnTo>
                    <a:pt x="417" y="584"/>
                  </a:lnTo>
                  <a:cubicBezTo>
                    <a:pt x="513" y="584"/>
                    <a:pt x="584" y="512"/>
                    <a:pt x="584" y="417"/>
                  </a:cubicBezTo>
                  <a:lnTo>
                    <a:pt x="584" y="167"/>
                  </a:lnTo>
                  <a:cubicBezTo>
                    <a:pt x="584" y="84"/>
                    <a:pt x="513" y="0"/>
                    <a:pt x="4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0"/>
            <p:cNvSpPr/>
            <p:nvPr/>
          </p:nvSpPr>
          <p:spPr>
            <a:xfrm>
              <a:off x="3625101" y="3036503"/>
              <a:ext cx="18501" cy="18153"/>
            </a:xfrm>
            <a:custGeom>
              <a:avLst/>
              <a:gdLst/>
              <a:ahLst/>
              <a:cxnLst/>
              <a:rect l="l" t="t" r="r" b="b"/>
              <a:pathLst>
                <a:path w="584" h="573" extrusionOk="0">
                  <a:moveTo>
                    <a:pt x="167" y="1"/>
                  </a:moveTo>
                  <a:cubicBezTo>
                    <a:pt x="84" y="1"/>
                    <a:pt x="1" y="72"/>
                    <a:pt x="1" y="155"/>
                  </a:cubicBezTo>
                  <a:lnTo>
                    <a:pt x="1" y="417"/>
                  </a:lnTo>
                  <a:cubicBezTo>
                    <a:pt x="1" y="501"/>
                    <a:pt x="84" y="572"/>
                    <a:pt x="167" y="572"/>
                  </a:cubicBezTo>
                  <a:lnTo>
                    <a:pt x="417" y="572"/>
                  </a:lnTo>
                  <a:cubicBezTo>
                    <a:pt x="513" y="572"/>
                    <a:pt x="584" y="501"/>
                    <a:pt x="584" y="417"/>
                  </a:cubicBezTo>
                  <a:lnTo>
                    <a:pt x="584" y="155"/>
                  </a:lnTo>
                  <a:cubicBezTo>
                    <a:pt x="584" y="72"/>
                    <a:pt x="513" y="1"/>
                    <a:pt x="4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20"/>
            <p:cNvSpPr/>
            <p:nvPr/>
          </p:nvSpPr>
          <p:spPr>
            <a:xfrm>
              <a:off x="3625101" y="3063273"/>
              <a:ext cx="18501" cy="18533"/>
            </a:xfrm>
            <a:custGeom>
              <a:avLst/>
              <a:gdLst/>
              <a:ahLst/>
              <a:cxnLst/>
              <a:rect l="l" t="t" r="r" b="b"/>
              <a:pathLst>
                <a:path w="584" h="585" extrusionOk="0">
                  <a:moveTo>
                    <a:pt x="167" y="1"/>
                  </a:moveTo>
                  <a:cubicBezTo>
                    <a:pt x="84" y="1"/>
                    <a:pt x="1" y="72"/>
                    <a:pt x="1" y="168"/>
                  </a:cubicBezTo>
                  <a:lnTo>
                    <a:pt x="1" y="418"/>
                  </a:lnTo>
                  <a:cubicBezTo>
                    <a:pt x="1" y="501"/>
                    <a:pt x="84" y="584"/>
                    <a:pt x="167" y="584"/>
                  </a:cubicBezTo>
                  <a:lnTo>
                    <a:pt x="417" y="584"/>
                  </a:lnTo>
                  <a:cubicBezTo>
                    <a:pt x="513" y="584"/>
                    <a:pt x="584" y="501"/>
                    <a:pt x="584" y="418"/>
                  </a:cubicBezTo>
                  <a:lnTo>
                    <a:pt x="584" y="168"/>
                  </a:lnTo>
                  <a:cubicBezTo>
                    <a:pt x="584" y="72"/>
                    <a:pt x="513" y="1"/>
                    <a:pt x="4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20"/>
            <p:cNvSpPr/>
            <p:nvPr/>
          </p:nvSpPr>
          <p:spPr>
            <a:xfrm>
              <a:off x="3625101" y="3090074"/>
              <a:ext cx="18501" cy="18501"/>
            </a:xfrm>
            <a:custGeom>
              <a:avLst/>
              <a:gdLst/>
              <a:ahLst/>
              <a:cxnLst/>
              <a:rect l="l" t="t" r="r" b="b"/>
              <a:pathLst>
                <a:path w="584" h="584" extrusionOk="0">
                  <a:moveTo>
                    <a:pt x="167" y="0"/>
                  </a:moveTo>
                  <a:cubicBezTo>
                    <a:pt x="84" y="0"/>
                    <a:pt x="1" y="72"/>
                    <a:pt x="1" y="167"/>
                  </a:cubicBezTo>
                  <a:lnTo>
                    <a:pt x="1" y="417"/>
                  </a:lnTo>
                  <a:cubicBezTo>
                    <a:pt x="1" y="512"/>
                    <a:pt x="84" y="584"/>
                    <a:pt x="167" y="584"/>
                  </a:cubicBezTo>
                  <a:lnTo>
                    <a:pt x="417" y="584"/>
                  </a:lnTo>
                  <a:cubicBezTo>
                    <a:pt x="513" y="584"/>
                    <a:pt x="584" y="512"/>
                    <a:pt x="584" y="417"/>
                  </a:cubicBezTo>
                  <a:lnTo>
                    <a:pt x="584" y="167"/>
                  </a:lnTo>
                  <a:cubicBezTo>
                    <a:pt x="584" y="72"/>
                    <a:pt x="513" y="0"/>
                    <a:pt x="4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20"/>
            <p:cNvSpPr/>
            <p:nvPr/>
          </p:nvSpPr>
          <p:spPr>
            <a:xfrm>
              <a:off x="3759773" y="3009354"/>
              <a:ext cx="18121" cy="18501"/>
            </a:xfrm>
            <a:custGeom>
              <a:avLst/>
              <a:gdLst/>
              <a:ahLst/>
              <a:cxnLst/>
              <a:rect l="l" t="t" r="r" b="b"/>
              <a:pathLst>
                <a:path w="572" h="584" extrusionOk="0">
                  <a:moveTo>
                    <a:pt x="155" y="0"/>
                  </a:moveTo>
                  <a:cubicBezTo>
                    <a:pt x="72" y="0"/>
                    <a:pt x="0" y="84"/>
                    <a:pt x="0" y="167"/>
                  </a:cubicBezTo>
                  <a:lnTo>
                    <a:pt x="0" y="417"/>
                  </a:lnTo>
                  <a:cubicBezTo>
                    <a:pt x="0" y="512"/>
                    <a:pt x="72" y="584"/>
                    <a:pt x="155" y="584"/>
                  </a:cubicBezTo>
                  <a:lnTo>
                    <a:pt x="417" y="584"/>
                  </a:lnTo>
                  <a:cubicBezTo>
                    <a:pt x="500" y="584"/>
                    <a:pt x="572" y="512"/>
                    <a:pt x="572" y="417"/>
                  </a:cubicBezTo>
                  <a:lnTo>
                    <a:pt x="572" y="167"/>
                  </a:lnTo>
                  <a:cubicBezTo>
                    <a:pt x="572" y="84"/>
                    <a:pt x="500" y="0"/>
                    <a:pt x="4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20"/>
            <p:cNvSpPr/>
            <p:nvPr/>
          </p:nvSpPr>
          <p:spPr>
            <a:xfrm>
              <a:off x="3759773" y="3036503"/>
              <a:ext cx="18121" cy="18153"/>
            </a:xfrm>
            <a:custGeom>
              <a:avLst/>
              <a:gdLst/>
              <a:ahLst/>
              <a:cxnLst/>
              <a:rect l="l" t="t" r="r" b="b"/>
              <a:pathLst>
                <a:path w="572" h="573" extrusionOk="0">
                  <a:moveTo>
                    <a:pt x="155" y="1"/>
                  </a:moveTo>
                  <a:cubicBezTo>
                    <a:pt x="72" y="1"/>
                    <a:pt x="0" y="72"/>
                    <a:pt x="0" y="155"/>
                  </a:cubicBezTo>
                  <a:lnTo>
                    <a:pt x="0" y="417"/>
                  </a:lnTo>
                  <a:cubicBezTo>
                    <a:pt x="0" y="501"/>
                    <a:pt x="72" y="572"/>
                    <a:pt x="155" y="572"/>
                  </a:cubicBezTo>
                  <a:lnTo>
                    <a:pt x="417" y="572"/>
                  </a:lnTo>
                  <a:cubicBezTo>
                    <a:pt x="500" y="572"/>
                    <a:pt x="572" y="501"/>
                    <a:pt x="572" y="417"/>
                  </a:cubicBezTo>
                  <a:lnTo>
                    <a:pt x="572" y="155"/>
                  </a:lnTo>
                  <a:cubicBezTo>
                    <a:pt x="572" y="72"/>
                    <a:pt x="500" y="1"/>
                    <a:pt x="4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0"/>
            <p:cNvSpPr/>
            <p:nvPr/>
          </p:nvSpPr>
          <p:spPr>
            <a:xfrm>
              <a:off x="3759773" y="3063273"/>
              <a:ext cx="18121" cy="18533"/>
            </a:xfrm>
            <a:custGeom>
              <a:avLst/>
              <a:gdLst/>
              <a:ahLst/>
              <a:cxnLst/>
              <a:rect l="l" t="t" r="r" b="b"/>
              <a:pathLst>
                <a:path w="572" h="585" extrusionOk="0">
                  <a:moveTo>
                    <a:pt x="155" y="1"/>
                  </a:moveTo>
                  <a:cubicBezTo>
                    <a:pt x="72" y="1"/>
                    <a:pt x="0" y="72"/>
                    <a:pt x="0" y="168"/>
                  </a:cubicBezTo>
                  <a:lnTo>
                    <a:pt x="0" y="418"/>
                  </a:lnTo>
                  <a:cubicBezTo>
                    <a:pt x="0" y="501"/>
                    <a:pt x="72" y="584"/>
                    <a:pt x="155" y="584"/>
                  </a:cubicBezTo>
                  <a:lnTo>
                    <a:pt x="417" y="584"/>
                  </a:lnTo>
                  <a:cubicBezTo>
                    <a:pt x="500" y="584"/>
                    <a:pt x="572" y="501"/>
                    <a:pt x="572" y="418"/>
                  </a:cubicBezTo>
                  <a:lnTo>
                    <a:pt x="572" y="168"/>
                  </a:lnTo>
                  <a:cubicBezTo>
                    <a:pt x="572" y="72"/>
                    <a:pt x="500" y="1"/>
                    <a:pt x="4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20"/>
            <p:cNvSpPr/>
            <p:nvPr/>
          </p:nvSpPr>
          <p:spPr>
            <a:xfrm>
              <a:off x="3759773" y="3090074"/>
              <a:ext cx="18121" cy="18501"/>
            </a:xfrm>
            <a:custGeom>
              <a:avLst/>
              <a:gdLst/>
              <a:ahLst/>
              <a:cxnLst/>
              <a:rect l="l" t="t" r="r" b="b"/>
              <a:pathLst>
                <a:path w="572" h="584" extrusionOk="0">
                  <a:moveTo>
                    <a:pt x="155" y="0"/>
                  </a:moveTo>
                  <a:cubicBezTo>
                    <a:pt x="72" y="0"/>
                    <a:pt x="0" y="72"/>
                    <a:pt x="0" y="167"/>
                  </a:cubicBezTo>
                  <a:lnTo>
                    <a:pt x="0" y="417"/>
                  </a:lnTo>
                  <a:cubicBezTo>
                    <a:pt x="0" y="512"/>
                    <a:pt x="72" y="584"/>
                    <a:pt x="155" y="584"/>
                  </a:cubicBezTo>
                  <a:lnTo>
                    <a:pt x="417" y="584"/>
                  </a:lnTo>
                  <a:cubicBezTo>
                    <a:pt x="500" y="584"/>
                    <a:pt x="572" y="512"/>
                    <a:pt x="572" y="417"/>
                  </a:cubicBezTo>
                  <a:lnTo>
                    <a:pt x="572" y="167"/>
                  </a:lnTo>
                  <a:cubicBezTo>
                    <a:pt x="572" y="72"/>
                    <a:pt x="500" y="0"/>
                    <a:pt x="4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1" name="Google Shape;261;p20"/>
          <p:cNvGrpSpPr/>
          <p:nvPr/>
        </p:nvGrpSpPr>
        <p:grpSpPr>
          <a:xfrm>
            <a:off x="7984671" y="3842588"/>
            <a:ext cx="215044" cy="348924"/>
            <a:chOff x="2691555" y="2884503"/>
            <a:chExt cx="215044" cy="348924"/>
          </a:xfrm>
        </p:grpSpPr>
        <p:sp>
          <p:nvSpPr>
            <p:cNvPr id="262" name="Google Shape;262;p20"/>
            <p:cNvSpPr/>
            <p:nvPr/>
          </p:nvSpPr>
          <p:spPr>
            <a:xfrm>
              <a:off x="2691555" y="2884503"/>
              <a:ext cx="215044" cy="348924"/>
            </a:xfrm>
            <a:custGeom>
              <a:avLst/>
              <a:gdLst/>
              <a:ahLst/>
              <a:cxnLst/>
              <a:rect l="l" t="t" r="r" b="b"/>
              <a:pathLst>
                <a:path w="6788" h="11014" extrusionOk="0">
                  <a:moveTo>
                    <a:pt x="632" y="4941"/>
                  </a:moveTo>
                  <a:lnTo>
                    <a:pt x="632" y="5394"/>
                  </a:lnTo>
                  <a:lnTo>
                    <a:pt x="441" y="5394"/>
                  </a:lnTo>
                  <a:lnTo>
                    <a:pt x="632" y="4941"/>
                  </a:lnTo>
                  <a:close/>
                  <a:moveTo>
                    <a:pt x="3703" y="0"/>
                  </a:moveTo>
                  <a:cubicBezTo>
                    <a:pt x="2013" y="0"/>
                    <a:pt x="632" y="1346"/>
                    <a:pt x="632" y="2989"/>
                  </a:cubicBezTo>
                  <a:lnTo>
                    <a:pt x="632" y="4179"/>
                  </a:lnTo>
                  <a:lnTo>
                    <a:pt x="36" y="5489"/>
                  </a:lnTo>
                  <a:cubicBezTo>
                    <a:pt x="1" y="5537"/>
                    <a:pt x="13" y="5596"/>
                    <a:pt x="48" y="5644"/>
                  </a:cubicBezTo>
                  <a:cubicBezTo>
                    <a:pt x="72" y="5692"/>
                    <a:pt x="120" y="5715"/>
                    <a:pt x="179" y="5715"/>
                  </a:cubicBezTo>
                  <a:lnTo>
                    <a:pt x="632" y="5715"/>
                  </a:lnTo>
                  <a:lnTo>
                    <a:pt x="632" y="6965"/>
                  </a:lnTo>
                  <a:cubicBezTo>
                    <a:pt x="632" y="7335"/>
                    <a:pt x="941" y="7656"/>
                    <a:pt x="1310" y="7656"/>
                  </a:cubicBezTo>
                  <a:lnTo>
                    <a:pt x="2156" y="7656"/>
                  </a:lnTo>
                  <a:lnTo>
                    <a:pt x="2156" y="8704"/>
                  </a:lnTo>
                  <a:lnTo>
                    <a:pt x="751" y="10775"/>
                  </a:lnTo>
                  <a:cubicBezTo>
                    <a:pt x="703" y="10835"/>
                    <a:pt x="703" y="10906"/>
                    <a:pt x="751" y="10954"/>
                  </a:cubicBezTo>
                  <a:cubicBezTo>
                    <a:pt x="775" y="11002"/>
                    <a:pt x="822" y="11014"/>
                    <a:pt x="882" y="11014"/>
                  </a:cubicBezTo>
                  <a:lnTo>
                    <a:pt x="929" y="11014"/>
                  </a:lnTo>
                  <a:lnTo>
                    <a:pt x="2394" y="10585"/>
                  </a:lnTo>
                  <a:cubicBezTo>
                    <a:pt x="2489" y="10549"/>
                    <a:pt x="2537" y="10466"/>
                    <a:pt x="2501" y="10394"/>
                  </a:cubicBezTo>
                  <a:cubicBezTo>
                    <a:pt x="2482" y="10328"/>
                    <a:pt x="2418" y="10277"/>
                    <a:pt x="2356" y="10277"/>
                  </a:cubicBezTo>
                  <a:cubicBezTo>
                    <a:pt x="2340" y="10277"/>
                    <a:pt x="2325" y="10280"/>
                    <a:pt x="2310" y="10287"/>
                  </a:cubicBezTo>
                  <a:lnTo>
                    <a:pt x="1263" y="10597"/>
                  </a:lnTo>
                  <a:lnTo>
                    <a:pt x="2441" y="8859"/>
                  </a:lnTo>
                  <a:cubicBezTo>
                    <a:pt x="2453" y="8823"/>
                    <a:pt x="2477" y="8799"/>
                    <a:pt x="2477" y="8763"/>
                  </a:cubicBezTo>
                  <a:lnTo>
                    <a:pt x="2477" y="7608"/>
                  </a:lnTo>
                  <a:lnTo>
                    <a:pt x="3453" y="7073"/>
                  </a:lnTo>
                  <a:cubicBezTo>
                    <a:pt x="3537" y="7025"/>
                    <a:pt x="3561" y="6942"/>
                    <a:pt x="3513" y="6846"/>
                  </a:cubicBezTo>
                  <a:cubicBezTo>
                    <a:pt x="3488" y="6797"/>
                    <a:pt x="3436" y="6765"/>
                    <a:pt x="3378" y="6765"/>
                  </a:cubicBezTo>
                  <a:cubicBezTo>
                    <a:pt x="3352" y="6765"/>
                    <a:pt x="3325" y="6772"/>
                    <a:pt x="3299" y="6787"/>
                  </a:cubicBezTo>
                  <a:lnTo>
                    <a:pt x="2263" y="7358"/>
                  </a:lnTo>
                  <a:lnTo>
                    <a:pt x="1298" y="7358"/>
                  </a:lnTo>
                  <a:cubicBezTo>
                    <a:pt x="1108" y="7358"/>
                    <a:pt x="941" y="7192"/>
                    <a:pt x="941" y="7001"/>
                  </a:cubicBezTo>
                  <a:lnTo>
                    <a:pt x="941" y="6549"/>
                  </a:lnTo>
                  <a:lnTo>
                    <a:pt x="1775" y="6549"/>
                  </a:lnTo>
                  <a:cubicBezTo>
                    <a:pt x="1870" y="6549"/>
                    <a:pt x="1941" y="6477"/>
                    <a:pt x="1941" y="6382"/>
                  </a:cubicBezTo>
                  <a:cubicBezTo>
                    <a:pt x="1941" y="6299"/>
                    <a:pt x="1870" y="6227"/>
                    <a:pt x="1775" y="6227"/>
                  </a:cubicBezTo>
                  <a:lnTo>
                    <a:pt x="941" y="6227"/>
                  </a:lnTo>
                  <a:lnTo>
                    <a:pt x="941" y="3025"/>
                  </a:lnTo>
                  <a:cubicBezTo>
                    <a:pt x="941" y="1548"/>
                    <a:pt x="2179" y="358"/>
                    <a:pt x="3715" y="358"/>
                  </a:cubicBezTo>
                  <a:cubicBezTo>
                    <a:pt x="5239" y="358"/>
                    <a:pt x="6478" y="1548"/>
                    <a:pt x="6478" y="3025"/>
                  </a:cubicBezTo>
                  <a:cubicBezTo>
                    <a:pt x="6478" y="4263"/>
                    <a:pt x="5811" y="5406"/>
                    <a:pt x="4727" y="6013"/>
                  </a:cubicBezTo>
                  <a:lnTo>
                    <a:pt x="3954" y="6442"/>
                  </a:lnTo>
                  <a:cubicBezTo>
                    <a:pt x="3870" y="6489"/>
                    <a:pt x="3846" y="6584"/>
                    <a:pt x="3894" y="6668"/>
                  </a:cubicBezTo>
                  <a:cubicBezTo>
                    <a:pt x="3918" y="6717"/>
                    <a:pt x="3971" y="6749"/>
                    <a:pt x="4029" y="6749"/>
                  </a:cubicBezTo>
                  <a:cubicBezTo>
                    <a:pt x="4055" y="6749"/>
                    <a:pt x="4082" y="6742"/>
                    <a:pt x="4108" y="6727"/>
                  </a:cubicBezTo>
                  <a:lnTo>
                    <a:pt x="4882" y="6299"/>
                  </a:lnTo>
                  <a:cubicBezTo>
                    <a:pt x="4918" y="6287"/>
                    <a:pt x="4930" y="6263"/>
                    <a:pt x="4966" y="6251"/>
                  </a:cubicBezTo>
                  <a:lnTo>
                    <a:pt x="4966" y="8525"/>
                  </a:lnTo>
                  <a:cubicBezTo>
                    <a:pt x="4966" y="8573"/>
                    <a:pt x="4977" y="8609"/>
                    <a:pt x="5001" y="8632"/>
                  </a:cubicBezTo>
                  <a:lnTo>
                    <a:pt x="5620" y="9323"/>
                  </a:lnTo>
                  <a:lnTo>
                    <a:pt x="2965" y="10109"/>
                  </a:lnTo>
                  <a:cubicBezTo>
                    <a:pt x="2882" y="10133"/>
                    <a:pt x="2834" y="10228"/>
                    <a:pt x="2858" y="10299"/>
                  </a:cubicBezTo>
                  <a:cubicBezTo>
                    <a:pt x="2882" y="10371"/>
                    <a:pt x="2953" y="10418"/>
                    <a:pt x="3013" y="10418"/>
                  </a:cubicBezTo>
                  <a:lnTo>
                    <a:pt x="3061" y="10418"/>
                  </a:lnTo>
                  <a:lnTo>
                    <a:pt x="5942" y="9573"/>
                  </a:lnTo>
                  <a:cubicBezTo>
                    <a:pt x="6001" y="9549"/>
                    <a:pt x="6037" y="9513"/>
                    <a:pt x="6049" y="9466"/>
                  </a:cubicBezTo>
                  <a:cubicBezTo>
                    <a:pt x="6061" y="9406"/>
                    <a:pt x="6049" y="9359"/>
                    <a:pt x="6013" y="9311"/>
                  </a:cubicBezTo>
                  <a:lnTo>
                    <a:pt x="5263" y="8442"/>
                  </a:lnTo>
                  <a:lnTo>
                    <a:pt x="5263" y="6013"/>
                  </a:lnTo>
                  <a:cubicBezTo>
                    <a:pt x="6216" y="5311"/>
                    <a:pt x="6787" y="4203"/>
                    <a:pt x="6787" y="2989"/>
                  </a:cubicBezTo>
                  <a:cubicBezTo>
                    <a:pt x="6787" y="1346"/>
                    <a:pt x="5406" y="0"/>
                    <a:pt x="37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0"/>
            <p:cNvSpPr/>
            <p:nvPr/>
          </p:nvSpPr>
          <p:spPr>
            <a:xfrm>
              <a:off x="2754535" y="2907503"/>
              <a:ext cx="126783" cy="127164"/>
            </a:xfrm>
            <a:custGeom>
              <a:avLst/>
              <a:gdLst/>
              <a:ahLst/>
              <a:cxnLst/>
              <a:rect l="l" t="t" r="r" b="b"/>
              <a:pathLst>
                <a:path w="4002" h="4014" extrusionOk="0">
                  <a:moveTo>
                    <a:pt x="1989" y="1"/>
                  </a:moveTo>
                  <a:cubicBezTo>
                    <a:pt x="953" y="1"/>
                    <a:pt x="72" y="822"/>
                    <a:pt x="1" y="1870"/>
                  </a:cubicBezTo>
                  <a:cubicBezTo>
                    <a:pt x="1" y="1953"/>
                    <a:pt x="61" y="2025"/>
                    <a:pt x="144" y="2048"/>
                  </a:cubicBezTo>
                  <a:cubicBezTo>
                    <a:pt x="239" y="2048"/>
                    <a:pt x="311" y="1989"/>
                    <a:pt x="322" y="1894"/>
                  </a:cubicBezTo>
                  <a:cubicBezTo>
                    <a:pt x="382" y="1013"/>
                    <a:pt x="1108" y="346"/>
                    <a:pt x="1989" y="346"/>
                  </a:cubicBezTo>
                  <a:cubicBezTo>
                    <a:pt x="2918" y="346"/>
                    <a:pt x="3656" y="1096"/>
                    <a:pt x="3656" y="2013"/>
                  </a:cubicBezTo>
                  <a:cubicBezTo>
                    <a:pt x="3656" y="2941"/>
                    <a:pt x="2918" y="3680"/>
                    <a:pt x="1989" y="3680"/>
                  </a:cubicBezTo>
                  <a:cubicBezTo>
                    <a:pt x="1251" y="3680"/>
                    <a:pt x="596" y="3191"/>
                    <a:pt x="382" y="2477"/>
                  </a:cubicBezTo>
                  <a:cubicBezTo>
                    <a:pt x="363" y="2401"/>
                    <a:pt x="298" y="2363"/>
                    <a:pt x="236" y="2363"/>
                  </a:cubicBezTo>
                  <a:cubicBezTo>
                    <a:pt x="221" y="2363"/>
                    <a:pt x="206" y="2365"/>
                    <a:pt x="191" y="2370"/>
                  </a:cubicBezTo>
                  <a:cubicBezTo>
                    <a:pt x="96" y="2406"/>
                    <a:pt x="61" y="2489"/>
                    <a:pt x="84" y="2560"/>
                  </a:cubicBezTo>
                  <a:cubicBezTo>
                    <a:pt x="322" y="3418"/>
                    <a:pt x="1108" y="4013"/>
                    <a:pt x="2001" y="4013"/>
                  </a:cubicBezTo>
                  <a:cubicBezTo>
                    <a:pt x="3109" y="4013"/>
                    <a:pt x="4001" y="3120"/>
                    <a:pt x="4001" y="2013"/>
                  </a:cubicBezTo>
                  <a:cubicBezTo>
                    <a:pt x="3990" y="917"/>
                    <a:pt x="3097" y="1"/>
                    <a:pt x="19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20"/>
            <p:cNvSpPr/>
            <p:nvPr/>
          </p:nvSpPr>
          <p:spPr>
            <a:xfrm>
              <a:off x="2781336" y="2931263"/>
              <a:ext cx="74321" cy="74353"/>
            </a:xfrm>
            <a:custGeom>
              <a:avLst/>
              <a:gdLst/>
              <a:ahLst/>
              <a:cxnLst/>
              <a:rect l="l" t="t" r="r" b="b"/>
              <a:pathLst>
                <a:path w="2346" h="2347" extrusionOk="0">
                  <a:moveTo>
                    <a:pt x="1465" y="310"/>
                  </a:moveTo>
                  <a:cubicBezTo>
                    <a:pt x="1620" y="310"/>
                    <a:pt x="1751" y="370"/>
                    <a:pt x="1858" y="477"/>
                  </a:cubicBezTo>
                  <a:cubicBezTo>
                    <a:pt x="1965" y="584"/>
                    <a:pt x="2024" y="715"/>
                    <a:pt x="2024" y="858"/>
                  </a:cubicBezTo>
                  <a:cubicBezTo>
                    <a:pt x="2024" y="1013"/>
                    <a:pt x="1965" y="1144"/>
                    <a:pt x="1858" y="1251"/>
                  </a:cubicBezTo>
                  <a:cubicBezTo>
                    <a:pt x="1751" y="1358"/>
                    <a:pt x="1620" y="1418"/>
                    <a:pt x="1465" y="1418"/>
                  </a:cubicBezTo>
                  <a:cubicBezTo>
                    <a:pt x="1322" y="1418"/>
                    <a:pt x="1191" y="1358"/>
                    <a:pt x="1084" y="1251"/>
                  </a:cubicBezTo>
                  <a:cubicBezTo>
                    <a:pt x="869" y="1037"/>
                    <a:pt x="869" y="679"/>
                    <a:pt x="1084" y="477"/>
                  </a:cubicBezTo>
                  <a:cubicBezTo>
                    <a:pt x="1191" y="370"/>
                    <a:pt x="1322" y="310"/>
                    <a:pt x="1465" y="310"/>
                  </a:cubicBezTo>
                  <a:close/>
                  <a:moveTo>
                    <a:pt x="1489" y="1"/>
                  </a:moveTo>
                  <a:cubicBezTo>
                    <a:pt x="1262" y="1"/>
                    <a:pt x="1036" y="84"/>
                    <a:pt x="869" y="251"/>
                  </a:cubicBezTo>
                  <a:cubicBezTo>
                    <a:pt x="572" y="548"/>
                    <a:pt x="536" y="1025"/>
                    <a:pt x="774" y="1370"/>
                  </a:cubicBezTo>
                  <a:lnTo>
                    <a:pt x="60" y="2084"/>
                  </a:lnTo>
                  <a:cubicBezTo>
                    <a:pt x="0" y="2144"/>
                    <a:pt x="0" y="2239"/>
                    <a:pt x="60" y="2299"/>
                  </a:cubicBezTo>
                  <a:cubicBezTo>
                    <a:pt x="84" y="2334"/>
                    <a:pt x="131" y="2346"/>
                    <a:pt x="179" y="2346"/>
                  </a:cubicBezTo>
                  <a:cubicBezTo>
                    <a:pt x="215" y="2346"/>
                    <a:pt x="262" y="2334"/>
                    <a:pt x="298" y="2299"/>
                  </a:cubicBezTo>
                  <a:lnTo>
                    <a:pt x="1012" y="1584"/>
                  </a:lnTo>
                  <a:cubicBezTo>
                    <a:pt x="1155" y="1691"/>
                    <a:pt x="1322" y="1739"/>
                    <a:pt x="1501" y="1739"/>
                  </a:cubicBezTo>
                  <a:cubicBezTo>
                    <a:pt x="1739" y="1739"/>
                    <a:pt x="1941" y="1644"/>
                    <a:pt x="2108" y="1489"/>
                  </a:cubicBezTo>
                  <a:cubicBezTo>
                    <a:pt x="2263" y="1310"/>
                    <a:pt x="2346" y="1096"/>
                    <a:pt x="2346" y="858"/>
                  </a:cubicBezTo>
                  <a:cubicBezTo>
                    <a:pt x="2346" y="620"/>
                    <a:pt x="2263" y="417"/>
                    <a:pt x="2096" y="251"/>
                  </a:cubicBezTo>
                  <a:cubicBezTo>
                    <a:pt x="1929" y="84"/>
                    <a:pt x="1703" y="1"/>
                    <a:pt x="14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5" name="Google Shape;265;p20"/>
          <p:cNvGrpSpPr/>
          <p:nvPr/>
        </p:nvGrpSpPr>
        <p:grpSpPr>
          <a:xfrm>
            <a:off x="7909985" y="1587301"/>
            <a:ext cx="364415" cy="220936"/>
            <a:chOff x="3961923" y="2486317"/>
            <a:chExt cx="364415" cy="220936"/>
          </a:xfrm>
        </p:grpSpPr>
        <p:sp>
          <p:nvSpPr>
            <p:cNvPr id="266" name="Google Shape;266;p20"/>
            <p:cNvSpPr/>
            <p:nvPr/>
          </p:nvSpPr>
          <p:spPr>
            <a:xfrm>
              <a:off x="4106764" y="2486507"/>
              <a:ext cx="219574" cy="220746"/>
            </a:xfrm>
            <a:custGeom>
              <a:avLst/>
              <a:gdLst/>
              <a:ahLst/>
              <a:cxnLst/>
              <a:rect l="l" t="t" r="r" b="b"/>
              <a:pathLst>
                <a:path w="6931" h="6968" extrusionOk="0">
                  <a:moveTo>
                    <a:pt x="4114" y="1"/>
                  </a:moveTo>
                  <a:cubicBezTo>
                    <a:pt x="4035" y="1"/>
                    <a:pt x="3953" y="69"/>
                    <a:pt x="3942" y="157"/>
                  </a:cubicBezTo>
                  <a:cubicBezTo>
                    <a:pt x="3930" y="240"/>
                    <a:pt x="4001" y="336"/>
                    <a:pt x="4085" y="348"/>
                  </a:cubicBezTo>
                  <a:cubicBezTo>
                    <a:pt x="4906" y="455"/>
                    <a:pt x="5633" y="895"/>
                    <a:pt x="6085" y="1574"/>
                  </a:cubicBezTo>
                  <a:cubicBezTo>
                    <a:pt x="6764" y="2610"/>
                    <a:pt x="6728" y="3943"/>
                    <a:pt x="5954" y="4908"/>
                  </a:cubicBezTo>
                  <a:cubicBezTo>
                    <a:pt x="5918" y="4943"/>
                    <a:pt x="5906" y="4991"/>
                    <a:pt x="5918" y="5027"/>
                  </a:cubicBezTo>
                  <a:lnTo>
                    <a:pt x="5990" y="6539"/>
                  </a:lnTo>
                  <a:lnTo>
                    <a:pt x="5990" y="6539"/>
                  </a:lnTo>
                  <a:lnTo>
                    <a:pt x="4644" y="5896"/>
                  </a:lnTo>
                  <a:cubicBezTo>
                    <a:pt x="4609" y="5884"/>
                    <a:pt x="4561" y="5884"/>
                    <a:pt x="4525" y="5884"/>
                  </a:cubicBezTo>
                  <a:cubicBezTo>
                    <a:pt x="4272" y="5957"/>
                    <a:pt x="4014" y="5992"/>
                    <a:pt x="3758" y="5992"/>
                  </a:cubicBezTo>
                  <a:cubicBezTo>
                    <a:pt x="2969" y="5992"/>
                    <a:pt x="2201" y="5659"/>
                    <a:pt x="1644" y="5074"/>
                  </a:cubicBezTo>
                  <a:cubicBezTo>
                    <a:pt x="1584" y="5015"/>
                    <a:pt x="1549" y="4955"/>
                    <a:pt x="1501" y="4896"/>
                  </a:cubicBezTo>
                  <a:cubicBezTo>
                    <a:pt x="1453" y="4836"/>
                    <a:pt x="1430" y="4789"/>
                    <a:pt x="1382" y="4729"/>
                  </a:cubicBezTo>
                  <a:lnTo>
                    <a:pt x="1382" y="4717"/>
                  </a:lnTo>
                  <a:cubicBezTo>
                    <a:pt x="1620" y="4300"/>
                    <a:pt x="1751" y="3836"/>
                    <a:pt x="1787" y="3384"/>
                  </a:cubicBezTo>
                  <a:cubicBezTo>
                    <a:pt x="1787" y="3288"/>
                    <a:pt x="1727" y="3205"/>
                    <a:pt x="1632" y="3205"/>
                  </a:cubicBezTo>
                  <a:cubicBezTo>
                    <a:pt x="1549" y="3205"/>
                    <a:pt x="1453" y="3265"/>
                    <a:pt x="1453" y="3348"/>
                  </a:cubicBezTo>
                  <a:cubicBezTo>
                    <a:pt x="1430" y="3836"/>
                    <a:pt x="1263" y="4312"/>
                    <a:pt x="977" y="4729"/>
                  </a:cubicBezTo>
                  <a:cubicBezTo>
                    <a:pt x="739" y="5074"/>
                    <a:pt x="441" y="5360"/>
                    <a:pt x="96" y="5586"/>
                  </a:cubicBezTo>
                  <a:cubicBezTo>
                    <a:pt x="25" y="5622"/>
                    <a:pt x="1" y="5729"/>
                    <a:pt x="37" y="5801"/>
                  </a:cubicBezTo>
                  <a:cubicBezTo>
                    <a:pt x="72" y="5848"/>
                    <a:pt x="132" y="5884"/>
                    <a:pt x="191" y="5884"/>
                  </a:cubicBezTo>
                  <a:cubicBezTo>
                    <a:pt x="215" y="5884"/>
                    <a:pt x="251" y="5860"/>
                    <a:pt x="275" y="5848"/>
                  </a:cubicBezTo>
                  <a:cubicBezTo>
                    <a:pt x="632" y="5622"/>
                    <a:pt x="953" y="5348"/>
                    <a:pt x="1192" y="5015"/>
                  </a:cubicBezTo>
                  <a:cubicBezTo>
                    <a:pt x="1203" y="5051"/>
                    <a:pt x="1215" y="5062"/>
                    <a:pt x="1251" y="5086"/>
                  </a:cubicBezTo>
                  <a:cubicBezTo>
                    <a:pt x="1311" y="5170"/>
                    <a:pt x="1370" y="5229"/>
                    <a:pt x="1406" y="5301"/>
                  </a:cubicBezTo>
                  <a:cubicBezTo>
                    <a:pt x="1811" y="5729"/>
                    <a:pt x="2323" y="6039"/>
                    <a:pt x="2894" y="6205"/>
                  </a:cubicBezTo>
                  <a:cubicBezTo>
                    <a:pt x="3179" y="6284"/>
                    <a:pt x="3465" y="6323"/>
                    <a:pt x="3749" y="6323"/>
                  </a:cubicBezTo>
                  <a:cubicBezTo>
                    <a:pt x="4021" y="6323"/>
                    <a:pt x="4293" y="6287"/>
                    <a:pt x="4561" y="6217"/>
                  </a:cubicBezTo>
                  <a:lnTo>
                    <a:pt x="6109" y="6956"/>
                  </a:lnTo>
                  <a:cubicBezTo>
                    <a:pt x="6145" y="6967"/>
                    <a:pt x="6156" y="6967"/>
                    <a:pt x="6192" y="6967"/>
                  </a:cubicBezTo>
                  <a:cubicBezTo>
                    <a:pt x="6216" y="6967"/>
                    <a:pt x="6252" y="6956"/>
                    <a:pt x="6275" y="6932"/>
                  </a:cubicBezTo>
                  <a:cubicBezTo>
                    <a:pt x="6323" y="6908"/>
                    <a:pt x="6347" y="6848"/>
                    <a:pt x="6347" y="6789"/>
                  </a:cubicBezTo>
                  <a:lnTo>
                    <a:pt x="6275" y="5074"/>
                  </a:lnTo>
                  <a:cubicBezTo>
                    <a:pt x="6668" y="4574"/>
                    <a:pt x="6883" y="3955"/>
                    <a:pt x="6918" y="3300"/>
                  </a:cubicBezTo>
                  <a:cubicBezTo>
                    <a:pt x="6930" y="2622"/>
                    <a:pt x="6752" y="1967"/>
                    <a:pt x="6371" y="1383"/>
                  </a:cubicBezTo>
                  <a:cubicBezTo>
                    <a:pt x="5859" y="633"/>
                    <a:pt x="5037" y="121"/>
                    <a:pt x="4132" y="2"/>
                  </a:cubicBezTo>
                  <a:cubicBezTo>
                    <a:pt x="4126" y="1"/>
                    <a:pt x="4120" y="1"/>
                    <a:pt x="41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0"/>
            <p:cNvSpPr/>
            <p:nvPr/>
          </p:nvSpPr>
          <p:spPr>
            <a:xfrm>
              <a:off x="3961923" y="2486317"/>
              <a:ext cx="259839" cy="220936"/>
            </a:xfrm>
            <a:custGeom>
              <a:avLst/>
              <a:gdLst/>
              <a:ahLst/>
              <a:cxnLst/>
              <a:rect l="l" t="t" r="r" b="b"/>
              <a:pathLst>
                <a:path w="8202" h="6974" extrusionOk="0">
                  <a:moveTo>
                    <a:pt x="3198" y="1"/>
                  </a:moveTo>
                  <a:cubicBezTo>
                    <a:pt x="2177" y="1"/>
                    <a:pt x="1174" y="493"/>
                    <a:pt x="560" y="1413"/>
                  </a:cubicBezTo>
                  <a:cubicBezTo>
                    <a:pt x="179" y="1973"/>
                    <a:pt x="1" y="2640"/>
                    <a:pt x="25" y="3318"/>
                  </a:cubicBezTo>
                  <a:cubicBezTo>
                    <a:pt x="60" y="3949"/>
                    <a:pt x="287" y="4556"/>
                    <a:pt x="668" y="5080"/>
                  </a:cubicBezTo>
                  <a:lnTo>
                    <a:pt x="596" y="6795"/>
                  </a:lnTo>
                  <a:cubicBezTo>
                    <a:pt x="596" y="6854"/>
                    <a:pt x="620" y="6914"/>
                    <a:pt x="668" y="6938"/>
                  </a:cubicBezTo>
                  <a:cubicBezTo>
                    <a:pt x="703" y="6962"/>
                    <a:pt x="727" y="6973"/>
                    <a:pt x="763" y="6973"/>
                  </a:cubicBezTo>
                  <a:cubicBezTo>
                    <a:pt x="787" y="6973"/>
                    <a:pt x="799" y="6973"/>
                    <a:pt x="834" y="6962"/>
                  </a:cubicBezTo>
                  <a:lnTo>
                    <a:pt x="2382" y="6235"/>
                  </a:lnTo>
                  <a:cubicBezTo>
                    <a:pt x="2647" y="6300"/>
                    <a:pt x="2916" y="6333"/>
                    <a:pt x="3186" y="6333"/>
                  </a:cubicBezTo>
                  <a:cubicBezTo>
                    <a:pt x="3512" y="6333"/>
                    <a:pt x="3837" y="6285"/>
                    <a:pt x="4156" y="6188"/>
                  </a:cubicBezTo>
                  <a:cubicBezTo>
                    <a:pt x="4240" y="6152"/>
                    <a:pt x="4287" y="6069"/>
                    <a:pt x="4251" y="5973"/>
                  </a:cubicBezTo>
                  <a:cubicBezTo>
                    <a:pt x="4233" y="5909"/>
                    <a:pt x="4172" y="5866"/>
                    <a:pt x="4107" y="5866"/>
                  </a:cubicBezTo>
                  <a:cubicBezTo>
                    <a:pt x="4088" y="5866"/>
                    <a:pt x="4068" y="5870"/>
                    <a:pt x="4049" y="5878"/>
                  </a:cubicBezTo>
                  <a:cubicBezTo>
                    <a:pt x="3772" y="5971"/>
                    <a:pt x="3484" y="6015"/>
                    <a:pt x="3198" y="6015"/>
                  </a:cubicBezTo>
                  <a:cubicBezTo>
                    <a:pt x="2931" y="6015"/>
                    <a:pt x="2664" y="5976"/>
                    <a:pt x="2406" y="5902"/>
                  </a:cubicBezTo>
                  <a:cubicBezTo>
                    <a:pt x="2391" y="5897"/>
                    <a:pt x="2376" y="5894"/>
                    <a:pt x="2361" y="5894"/>
                  </a:cubicBezTo>
                  <a:cubicBezTo>
                    <a:pt x="2339" y="5894"/>
                    <a:pt x="2315" y="5900"/>
                    <a:pt x="2287" y="5914"/>
                  </a:cubicBezTo>
                  <a:lnTo>
                    <a:pt x="941" y="6533"/>
                  </a:lnTo>
                  <a:lnTo>
                    <a:pt x="941" y="6533"/>
                  </a:lnTo>
                  <a:lnTo>
                    <a:pt x="1013" y="5021"/>
                  </a:lnTo>
                  <a:cubicBezTo>
                    <a:pt x="1013" y="4985"/>
                    <a:pt x="1001" y="4949"/>
                    <a:pt x="977" y="4902"/>
                  </a:cubicBezTo>
                  <a:cubicBezTo>
                    <a:pt x="203" y="3937"/>
                    <a:pt x="168" y="2604"/>
                    <a:pt x="846" y="1568"/>
                  </a:cubicBezTo>
                  <a:cubicBezTo>
                    <a:pt x="1393" y="759"/>
                    <a:pt x="2293" y="318"/>
                    <a:pt x="3208" y="318"/>
                  </a:cubicBezTo>
                  <a:cubicBezTo>
                    <a:pt x="3748" y="318"/>
                    <a:pt x="4294" y="472"/>
                    <a:pt x="4775" y="794"/>
                  </a:cubicBezTo>
                  <a:cubicBezTo>
                    <a:pt x="5430" y="1247"/>
                    <a:pt x="5883" y="1949"/>
                    <a:pt x="6002" y="2735"/>
                  </a:cubicBezTo>
                  <a:cubicBezTo>
                    <a:pt x="6013" y="2811"/>
                    <a:pt x="6083" y="2867"/>
                    <a:pt x="6168" y="2867"/>
                  </a:cubicBezTo>
                  <a:cubicBezTo>
                    <a:pt x="6176" y="2867"/>
                    <a:pt x="6184" y="2867"/>
                    <a:pt x="6192" y="2866"/>
                  </a:cubicBezTo>
                  <a:cubicBezTo>
                    <a:pt x="6275" y="2854"/>
                    <a:pt x="6335" y="2759"/>
                    <a:pt x="6323" y="2675"/>
                  </a:cubicBezTo>
                  <a:cubicBezTo>
                    <a:pt x="6264" y="2282"/>
                    <a:pt x="6133" y="1913"/>
                    <a:pt x="5954" y="1592"/>
                  </a:cubicBezTo>
                  <a:cubicBezTo>
                    <a:pt x="5990" y="1532"/>
                    <a:pt x="6025" y="1473"/>
                    <a:pt x="6073" y="1413"/>
                  </a:cubicBezTo>
                  <a:cubicBezTo>
                    <a:pt x="6133" y="1330"/>
                    <a:pt x="6192" y="1270"/>
                    <a:pt x="6252" y="1199"/>
                  </a:cubicBezTo>
                  <a:cubicBezTo>
                    <a:pt x="6395" y="1056"/>
                    <a:pt x="6561" y="901"/>
                    <a:pt x="6740" y="782"/>
                  </a:cubicBezTo>
                  <a:cubicBezTo>
                    <a:pt x="7121" y="520"/>
                    <a:pt x="7585" y="365"/>
                    <a:pt x="8050" y="318"/>
                  </a:cubicBezTo>
                  <a:cubicBezTo>
                    <a:pt x="8057" y="320"/>
                    <a:pt x="8065" y="322"/>
                    <a:pt x="8073" y="322"/>
                  </a:cubicBezTo>
                  <a:cubicBezTo>
                    <a:pt x="8137" y="322"/>
                    <a:pt x="8202" y="238"/>
                    <a:pt x="8180" y="163"/>
                  </a:cubicBezTo>
                  <a:cubicBezTo>
                    <a:pt x="8169" y="75"/>
                    <a:pt x="8107" y="7"/>
                    <a:pt x="8022" y="7"/>
                  </a:cubicBezTo>
                  <a:cubicBezTo>
                    <a:pt x="8016" y="7"/>
                    <a:pt x="8009" y="7"/>
                    <a:pt x="8002" y="8"/>
                  </a:cubicBezTo>
                  <a:cubicBezTo>
                    <a:pt x="7490" y="56"/>
                    <a:pt x="6978" y="234"/>
                    <a:pt x="6549" y="532"/>
                  </a:cubicBezTo>
                  <a:cubicBezTo>
                    <a:pt x="6359" y="663"/>
                    <a:pt x="6156" y="818"/>
                    <a:pt x="6002" y="996"/>
                  </a:cubicBezTo>
                  <a:cubicBezTo>
                    <a:pt x="5918" y="1068"/>
                    <a:pt x="5859" y="1139"/>
                    <a:pt x="5799" y="1211"/>
                  </a:cubicBezTo>
                  <a:cubicBezTo>
                    <a:pt x="5787" y="1247"/>
                    <a:pt x="5764" y="1258"/>
                    <a:pt x="5740" y="1294"/>
                  </a:cubicBezTo>
                  <a:cubicBezTo>
                    <a:pt x="5525" y="996"/>
                    <a:pt x="5252" y="735"/>
                    <a:pt x="4954" y="532"/>
                  </a:cubicBezTo>
                  <a:cubicBezTo>
                    <a:pt x="4414" y="174"/>
                    <a:pt x="3803" y="1"/>
                    <a:pt x="31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0"/>
            <p:cNvSpPr/>
            <p:nvPr/>
          </p:nvSpPr>
          <p:spPr>
            <a:xfrm>
              <a:off x="4015113" y="2540870"/>
              <a:ext cx="96212" cy="95832"/>
            </a:xfrm>
            <a:custGeom>
              <a:avLst/>
              <a:gdLst/>
              <a:ahLst/>
              <a:cxnLst/>
              <a:rect l="l" t="t" r="r" b="b"/>
              <a:pathLst>
                <a:path w="3037" h="3025" extrusionOk="0">
                  <a:moveTo>
                    <a:pt x="1418" y="346"/>
                  </a:moveTo>
                  <a:cubicBezTo>
                    <a:pt x="2013" y="346"/>
                    <a:pt x="2501" y="834"/>
                    <a:pt x="2501" y="1430"/>
                  </a:cubicBezTo>
                  <a:cubicBezTo>
                    <a:pt x="2501" y="1668"/>
                    <a:pt x="2430" y="1894"/>
                    <a:pt x="2299" y="2072"/>
                  </a:cubicBezTo>
                  <a:lnTo>
                    <a:pt x="1537" y="1310"/>
                  </a:lnTo>
                  <a:cubicBezTo>
                    <a:pt x="1507" y="1281"/>
                    <a:pt x="1462" y="1266"/>
                    <a:pt x="1418" y="1266"/>
                  </a:cubicBezTo>
                  <a:cubicBezTo>
                    <a:pt x="1373" y="1266"/>
                    <a:pt x="1328" y="1281"/>
                    <a:pt x="1298" y="1310"/>
                  </a:cubicBezTo>
                  <a:cubicBezTo>
                    <a:pt x="1239" y="1370"/>
                    <a:pt x="1239" y="1489"/>
                    <a:pt x="1298" y="1549"/>
                  </a:cubicBezTo>
                  <a:lnTo>
                    <a:pt x="2060" y="2311"/>
                  </a:lnTo>
                  <a:cubicBezTo>
                    <a:pt x="1870" y="2442"/>
                    <a:pt x="1656" y="2513"/>
                    <a:pt x="1418" y="2513"/>
                  </a:cubicBezTo>
                  <a:cubicBezTo>
                    <a:pt x="822" y="2513"/>
                    <a:pt x="334" y="2025"/>
                    <a:pt x="334" y="1430"/>
                  </a:cubicBezTo>
                  <a:cubicBezTo>
                    <a:pt x="334" y="834"/>
                    <a:pt x="822" y="346"/>
                    <a:pt x="1418" y="346"/>
                  </a:cubicBezTo>
                  <a:close/>
                  <a:moveTo>
                    <a:pt x="1429" y="1"/>
                  </a:moveTo>
                  <a:cubicBezTo>
                    <a:pt x="644" y="1"/>
                    <a:pt x="1" y="644"/>
                    <a:pt x="1" y="1430"/>
                  </a:cubicBezTo>
                  <a:cubicBezTo>
                    <a:pt x="1" y="2215"/>
                    <a:pt x="644" y="2858"/>
                    <a:pt x="1429" y="2858"/>
                  </a:cubicBezTo>
                  <a:cubicBezTo>
                    <a:pt x="1763" y="2858"/>
                    <a:pt x="2072" y="2739"/>
                    <a:pt x="2310" y="2549"/>
                  </a:cubicBezTo>
                  <a:lnTo>
                    <a:pt x="2739" y="2977"/>
                  </a:lnTo>
                  <a:cubicBezTo>
                    <a:pt x="2775" y="3001"/>
                    <a:pt x="2811" y="3025"/>
                    <a:pt x="2858" y="3025"/>
                  </a:cubicBezTo>
                  <a:cubicBezTo>
                    <a:pt x="2906" y="3025"/>
                    <a:pt x="2953" y="3001"/>
                    <a:pt x="2977" y="2977"/>
                  </a:cubicBezTo>
                  <a:cubicBezTo>
                    <a:pt x="3037" y="2918"/>
                    <a:pt x="3037" y="2811"/>
                    <a:pt x="2977" y="2739"/>
                  </a:cubicBezTo>
                  <a:lnTo>
                    <a:pt x="2549" y="2311"/>
                  </a:lnTo>
                  <a:cubicBezTo>
                    <a:pt x="2739" y="2072"/>
                    <a:pt x="2858" y="1751"/>
                    <a:pt x="2858" y="1430"/>
                  </a:cubicBezTo>
                  <a:cubicBezTo>
                    <a:pt x="2858" y="644"/>
                    <a:pt x="2215" y="1"/>
                    <a:pt x="14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0"/>
            <p:cNvSpPr/>
            <p:nvPr/>
          </p:nvSpPr>
          <p:spPr>
            <a:xfrm>
              <a:off x="4186375" y="2539381"/>
              <a:ext cx="77331" cy="90541"/>
            </a:xfrm>
            <a:custGeom>
              <a:avLst/>
              <a:gdLst/>
              <a:ahLst/>
              <a:cxnLst/>
              <a:rect l="l" t="t" r="r" b="b"/>
              <a:pathLst>
                <a:path w="2441" h="2858" extrusionOk="0">
                  <a:moveTo>
                    <a:pt x="1203" y="607"/>
                  </a:moveTo>
                  <a:lnTo>
                    <a:pt x="1572" y="1524"/>
                  </a:lnTo>
                  <a:lnTo>
                    <a:pt x="834" y="1524"/>
                  </a:lnTo>
                  <a:lnTo>
                    <a:pt x="1203" y="607"/>
                  </a:lnTo>
                  <a:close/>
                  <a:moveTo>
                    <a:pt x="1215" y="0"/>
                  </a:moveTo>
                  <a:cubicBezTo>
                    <a:pt x="1155" y="0"/>
                    <a:pt x="1084" y="48"/>
                    <a:pt x="1072" y="107"/>
                  </a:cubicBezTo>
                  <a:lnTo>
                    <a:pt x="441" y="1619"/>
                  </a:lnTo>
                  <a:lnTo>
                    <a:pt x="24" y="2620"/>
                  </a:lnTo>
                  <a:cubicBezTo>
                    <a:pt x="0" y="2715"/>
                    <a:pt x="24" y="2798"/>
                    <a:pt x="119" y="2846"/>
                  </a:cubicBezTo>
                  <a:cubicBezTo>
                    <a:pt x="139" y="2851"/>
                    <a:pt x="159" y="2854"/>
                    <a:pt x="179" y="2854"/>
                  </a:cubicBezTo>
                  <a:cubicBezTo>
                    <a:pt x="245" y="2854"/>
                    <a:pt x="309" y="2823"/>
                    <a:pt x="345" y="2750"/>
                  </a:cubicBezTo>
                  <a:lnTo>
                    <a:pt x="714" y="1858"/>
                  </a:lnTo>
                  <a:lnTo>
                    <a:pt x="1750" y="1858"/>
                  </a:lnTo>
                  <a:lnTo>
                    <a:pt x="2131" y="2750"/>
                  </a:lnTo>
                  <a:cubicBezTo>
                    <a:pt x="2155" y="2810"/>
                    <a:pt x="2215" y="2858"/>
                    <a:pt x="2274" y="2858"/>
                  </a:cubicBezTo>
                  <a:cubicBezTo>
                    <a:pt x="2286" y="2858"/>
                    <a:pt x="2322" y="2858"/>
                    <a:pt x="2334" y="2846"/>
                  </a:cubicBezTo>
                  <a:cubicBezTo>
                    <a:pt x="2405" y="2798"/>
                    <a:pt x="2441" y="2715"/>
                    <a:pt x="2405" y="2620"/>
                  </a:cubicBezTo>
                  <a:lnTo>
                    <a:pt x="1988" y="1619"/>
                  </a:lnTo>
                  <a:lnTo>
                    <a:pt x="1369" y="107"/>
                  </a:lnTo>
                  <a:cubicBezTo>
                    <a:pt x="1334" y="48"/>
                    <a:pt x="1274" y="0"/>
                    <a:pt x="12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0" name="Google Shape;270;p20"/>
          <p:cNvSpPr txBox="1"/>
          <p:nvPr/>
        </p:nvSpPr>
        <p:spPr>
          <a:xfrm>
            <a:off x="720000" y="1344100"/>
            <a:ext cx="6775500" cy="36222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 sz="2000">
                <a:solidFill>
                  <a:schemeClr val="dk1"/>
                </a:solidFill>
                <a:latin typeface="Quantico"/>
                <a:ea typeface="Quantico"/>
                <a:cs typeface="Quantico"/>
                <a:sym typeface="Quantico"/>
              </a:rPr>
              <a:t>Son la definición de un objeto. Es un modelo para definir las características y comportamiento de un objeto.</a:t>
            </a:r>
            <a:endParaRPr sz="2000">
              <a:solidFill>
                <a:schemeClr val="dk1"/>
              </a:solidFill>
              <a:latin typeface="Quantico"/>
              <a:ea typeface="Quantico"/>
              <a:cs typeface="Quantico"/>
              <a:sym typeface="Quantico"/>
            </a:endParaRPr>
          </a:p>
          <a:p>
            <a:pPr marL="0" lvl="0" indent="0" algn="just" rtl="0">
              <a:spcBef>
                <a:spcPts val="0"/>
              </a:spcBef>
              <a:spcAft>
                <a:spcPts val="0"/>
              </a:spcAft>
              <a:buNone/>
            </a:pPr>
            <a:endParaRPr sz="2000">
              <a:solidFill>
                <a:schemeClr val="dk1"/>
              </a:solidFill>
              <a:latin typeface="Quantico"/>
              <a:ea typeface="Quantico"/>
              <a:cs typeface="Quantico"/>
              <a:sym typeface="Quantico"/>
            </a:endParaRPr>
          </a:p>
          <a:p>
            <a:pPr marL="0" lvl="0" indent="0" algn="just" rtl="0">
              <a:spcBef>
                <a:spcPts val="0"/>
              </a:spcBef>
              <a:spcAft>
                <a:spcPts val="0"/>
              </a:spcAft>
              <a:buNone/>
            </a:pPr>
            <a:r>
              <a:rPr lang="en" sz="2000">
                <a:solidFill>
                  <a:schemeClr val="dk1"/>
                </a:solidFill>
                <a:latin typeface="Quantico"/>
                <a:ea typeface="Quantico"/>
                <a:cs typeface="Quantico"/>
                <a:sym typeface="Quantico"/>
              </a:rPr>
              <a:t>Cada modelo (clase) define un conjunto de variables (estado), y métodos para operarlos (comportamiento). </a:t>
            </a:r>
            <a:endParaRPr sz="2000">
              <a:solidFill>
                <a:schemeClr val="dk1"/>
              </a:solidFill>
              <a:latin typeface="Quantico"/>
              <a:ea typeface="Quantico"/>
              <a:cs typeface="Quantico"/>
              <a:sym typeface="Quantico"/>
            </a:endParaRPr>
          </a:p>
          <a:p>
            <a:pPr marL="0" lvl="0" indent="0" algn="just" rtl="0">
              <a:spcBef>
                <a:spcPts val="0"/>
              </a:spcBef>
              <a:spcAft>
                <a:spcPts val="0"/>
              </a:spcAft>
              <a:buNone/>
            </a:pPr>
            <a:endParaRPr sz="2000">
              <a:solidFill>
                <a:schemeClr val="dk1"/>
              </a:solidFill>
              <a:latin typeface="Quantico"/>
              <a:ea typeface="Quantico"/>
              <a:cs typeface="Quantico"/>
              <a:sym typeface="Quantico"/>
            </a:endParaRPr>
          </a:p>
          <a:p>
            <a:pPr marL="0" lvl="0" indent="0" algn="just" rtl="0">
              <a:spcBef>
                <a:spcPts val="0"/>
              </a:spcBef>
              <a:spcAft>
                <a:spcPts val="0"/>
              </a:spcAft>
              <a:buNone/>
            </a:pPr>
            <a:r>
              <a:rPr lang="en" sz="2000">
                <a:solidFill>
                  <a:schemeClr val="dk1"/>
                </a:solidFill>
                <a:latin typeface="Quantico"/>
                <a:ea typeface="Quantico"/>
                <a:cs typeface="Quantico"/>
                <a:sym typeface="Quantico"/>
              </a:rPr>
              <a:t>Esto permite abstraer los datos y sus operaciones asociadas.</a:t>
            </a:r>
            <a:endParaRPr sz="2000">
              <a:solidFill>
                <a:schemeClr val="dk1"/>
              </a:solidFill>
              <a:latin typeface="Quantico"/>
              <a:ea typeface="Quantico"/>
              <a:cs typeface="Quantico"/>
              <a:sym typeface="Quantico"/>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21"/>
          <p:cNvSpPr txBox="1">
            <a:spLocks noGrp="1"/>
          </p:cNvSpPr>
          <p:nvPr>
            <p:ph type="title"/>
          </p:nvPr>
        </p:nvSpPr>
        <p:spPr>
          <a:xfrm>
            <a:off x="720000" y="539500"/>
            <a:ext cx="7704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1"/>
                </a:solidFill>
              </a:rPr>
              <a:t>&lt;/</a:t>
            </a:r>
            <a:r>
              <a:rPr lang="en"/>
              <a:t>¿Qué es un objeto?</a:t>
            </a:r>
            <a:endParaRPr/>
          </a:p>
        </p:txBody>
      </p:sp>
      <p:grpSp>
        <p:nvGrpSpPr>
          <p:cNvPr id="276" name="Google Shape;276;p21"/>
          <p:cNvGrpSpPr/>
          <p:nvPr/>
        </p:nvGrpSpPr>
        <p:grpSpPr>
          <a:xfrm>
            <a:off x="7960150" y="3070053"/>
            <a:ext cx="264084" cy="347783"/>
            <a:chOff x="864062" y="2884503"/>
            <a:chExt cx="264084" cy="347783"/>
          </a:xfrm>
        </p:grpSpPr>
        <p:sp>
          <p:nvSpPr>
            <p:cNvPr id="277" name="Google Shape;277;p21"/>
            <p:cNvSpPr/>
            <p:nvPr/>
          </p:nvSpPr>
          <p:spPr>
            <a:xfrm>
              <a:off x="944783" y="2884503"/>
              <a:ext cx="102263" cy="122982"/>
            </a:xfrm>
            <a:custGeom>
              <a:avLst/>
              <a:gdLst/>
              <a:ahLst/>
              <a:cxnLst/>
              <a:rect l="l" t="t" r="r" b="b"/>
              <a:pathLst>
                <a:path w="3228" h="3882" extrusionOk="0">
                  <a:moveTo>
                    <a:pt x="1608" y="0"/>
                  </a:moveTo>
                  <a:cubicBezTo>
                    <a:pt x="715" y="0"/>
                    <a:pt x="1" y="727"/>
                    <a:pt x="1" y="1608"/>
                  </a:cubicBezTo>
                  <a:cubicBezTo>
                    <a:pt x="1" y="2286"/>
                    <a:pt x="418" y="2882"/>
                    <a:pt x="1060" y="3120"/>
                  </a:cubicBezTo>
                  <a:lnTo>
                    <a:pt x="1477" y="3810"/>
                  </a:lnTo>
                  <a:cubicBezTo>
                    <a:pt x="1501" y="3858"/>
                    <a:pt x="1549" y="3882"/>
                    <a:pt x="1608" y="3882"/>
                  </a:cubicBezTo>
                  <a:cubicBezTo>
                    <a:pt x="1668" y="3882"/>
                    <a:pt x="1715" y="3858"/>
                    <a:pt x="1739" y="3810"/>
                  </a:cubicBezTo>
                  <a:lnTo>
                    <a:pt x="2156" y="3120"/>
                  </a:lnTo>
                  <a:cubicBezTo>
                    <a:pt x="2561" y="2977"/>
                    <a:pt x="2906" y="2667"/>
                    <a:pt x="3085" y="2263"/>
                  </a:cubicBezTo>
                  <a:cubicBezTo>
                    <a:pt x="3108" y="2191"/>
                    <a:pt x="3085" y="2084"/>
                    <a:pt x="3001" y="2060"/>
                  </a:cubicBezTo>
                  <a:cubicBezTo>
                    <a:pt x="2982" y="2051"/>
                    <a:pt x="2961" y="2046"/>
                    <a:pt x="2940" y="2046"/>
                  </a:cubicBezTo>
                  <a:cubicBezTo>
                    <a:pt x="2883" y="2046"/>
                    <a:pt x="2825" y="2079"/>
                    <a:pt x="2799" y="2132"/>
                  </a:cubicBezTo>
                  <a:cubicBezTo>
                    <a:pt x="2644" y="2465"/>
                    <a:pt x="2370" y="2727"/>
                    <a:pt x="2013" y="2834"/>
                  </a:cubicBezTo>
                  <a:cubicBezTo>
                    <a:pt x="1977" y="2846"/>
                    <a:pt x="1930" y="2858"/>
                    <a:pt x="1918" y="2905"/>
                  </a:cubicBezTo>
                  <a:lnTo>
                    <a:pt x="1608" y="3406"/>
                  </a:lnTo>
                  <a:lnTo>
                    <a:pt x="1299" y="2905"/>
                  </a:lnTo>
                  <a:cubicBezTo>
                    <a:pt x="1275" y="2870"/>
                    <a:pt x="1251" y="2846"/>
                    <a:pt x="1203" y="2834"/>
                  </a:cubicBezTo>
                  <a:cubicBezTo>
                    <a:pt x="668" y="2655"/>
                    <a:pt x="310" y="2155"/>
                    <a:pt x="310" y="1596"/>
                  </a:cubicBezTo>
                  <a:cubicBezTo>
                    <a:pt x="310" y="905"/>
                    <a:pt x="894" y="322"/>
                    <a:pt x="1608" y="322"/>
                  </a:cubicBezTo>
                  <a:cubicBezTo>
                    <a:pt x="2311" y="322"/>
                    <a:pt x="2870" y="881"/>
                    <a:pt x="2906" y="1572"/>
                  </a:cubicBezTo>
                  <a:cubicBezTo>
                    <a:pt x="2906" y="1667"/>
                    <a:pt x="2977" y="1739"/>
                    <a:pt x="3061" y="1739"/>
                  </a:cubicBezTo>
                  <a:cubicBezTo>
                    <a:pt x="3156" y="1739"/>
                    <a:pt x="3227" y="1667"/>
                    <a:pt x="3227" y="1572"/>
                  </a:cubicBezTo>
                  <a:cubicBezTo>
                    <a:pt x="3215" y="1167"/>
                    <a:pt x="3049" y="762"/>
                    <a:pt x="2739" y="465"/>
                  </a:cubicBezTo>
                  <a:cubicBezTo>
                    <a:pt x="2442" y="167"/>
                    <a:pt x="2037" y="0"/>
                    <a:pt x="16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21"/>
            <p:cNvSpPr/>
            <p:nvPr/>
          </p:nvSpPr>
          <p:spPr>
            <a:xfrm>
              <a:off x="963664" y="2903733"/>
              <a:ext cx="65261" cy="64152"/>
            </a:xfrm>
            <a:custGeom>
              <a:avLst/>
              <a:gdLst/>
              <a:ahLst/>
              <a:cxnLst/>
              <a:rect l="l" t="t" r="r" b="b"/>
              <a:pathLst>
                <a:path w="2060" h="2025" extrusionOk="0">
                  <a:moveTo>
                    <a:pt x="1012" y="584"/>
                  </a:moveTo>
                  <a:cubicBezTo>
                    <a:pt x="1250" y="584"/>
                    <a:pt x="1441" y="774"/>
                    <a:pt x="1441" y="1013"/>
                  </a:cubicBezTo>
                  <a:cubicBezTo>
                    <a:pt x="1441" y="1251"/>
                    <a:pt x="1250" y="1453"/>
                    <a:pt x="1012" y="1453"/>
                  </a:cubicBezTo>
                  <a:cubicBezTo>
                    <a:pt x="774" y="1453"/>
                    <a:pt x="584" y="1251"/>
                    <a:pt x="584" y="1013"/>
                  </a:cubicBezTo>
                  <a:cubicBezTo>
                    <a:pt x="584" y="774"/>
                    <a:pt x="774" y="584"/>
                    <a:pt x="1012" y="584"/>
                  </a:cubicBezTo>
                  <a:close/>
                  <a:moveTo>
                    <a:pt x="1012" y="1"/>
                  </a:moveTo>
                  <a:cubicBezTo>
                    <a:pt x="929" y="1"/>
                    <a:pt x="845" y="72"/>
                    <a:pt x="845" y="167"/>
                  </a:cubicBezTo>
                  <a:lnTo>
                    <a:pt x="845" y="274"/>
                  </a:lnTo>
                  <a:cubicBezTo>
                    <a:pt x="762" y="286"/>
                    <a:pt x="667" y="334"/>
                    <a:pt x="595" y="370"/>
                  </a:cubicBezTo>
                  <a:lnTo>
                    <a:pt x="524" y="298"/>
                  </a:lnTo>
                  <a:cubicBezTo>
                    <a:pt x="494" y="268"/>
                    <a:pt x="453" y="254"/>
                    <a:pt x="411" y="254"/>
                  </a:cubicBezTo>
                  <a:cubicBezTo>
                    <a:pt x="369" y="254"/>
                    <a:pt x="328" y="268"/>
                    <a:pt x="298" y="298"/>
                  </a:cubicBezTo>
                  <a:cubicBezTo>
                    <a:pt x="238" y="358"/>
                    <a:pt x="238" y="465"/>
                    <a:pt x="298" y="524"/>
                  </a:cubicBezTo>
                  <a:lnTo>
                    <a:pt x="369" y="596"/>
                  </a:lnTo>
                  <a:cubicBezTo>
                    <a:pt x="333" y="667"/>
                    <a:pt x="286" y="763"/>
                    <a:pt x="274" y="858"/>
                  </a:cubicBezTo>
                  <a:lnTo>
                    <a:pt x="167" y="858"/>
                  </a:lnTo>
                  <a:cubicBezTo>
                    <a:pt x="72" y="858"/>
                    <a:pt x="0" y="929"/>
                    <a:pt x="0" y="1013"/>
                  </a:cubicBezTo>
                  <a:cubicBezTo>
                    <a:pt x="0" y="1108"/>
                    <a:pt x="72" y="1179"/>
                    <a:pt x="167" y="1179"/>
                  </a:cubicBezTo>
                  <a:lnTo>
                    <a:pt x="274" y="1179"/>
                  </a:lnTo>
                  <a:cubicBezTo>
                    <a:pt x="286" y="1275"/>
                    <a:pt x="333" y="1358"/>
                    <a:pt x="369" y="1429"/>
                  </a:cubicBezTo>
                  <a:lnTo>
                    <a:pt x="298" y="1513"/>
                  </a:lnTo>
                  <a:cubicBezTo>
                    <a:pt x="238" y="1572"/>
                    <a:pt x="238" y="1667"/>
                    <a:pt x="298" y="1727"/>
                  </a:cubicBezTo>
                  <a:cubicBezTo>
                    <a:pt x="333" y="1763"/>
                    <a:pt x="369" y="1775"/>
                    <a:pt x="417" y="1775"/>
                  </a:cubicBezTo>
                  <a:cubicBezTo>
                    <a:pt x="464" y="1775"/>
                    <a:pt x="512" y="1763"/>
                    <a:pt x="536" y="1727"/>
                  </a:cubicBezTo>
                  <a:lnTo>
                    <a:pt x="607" y="1656"/>
                  </a:lnTo>
                  <a:cubicBezTo>
                    <a:pt x="691" y="1703"/>
                    <a:pt x="774" y="1751"/>
                    <a:pt x="869" y="1763"/>
                  </a:cubicBezTo>
                  <a:lnTo>
                    <a:pt x="869" y="1870"/>
                  </a:lnTo>
                  <a:cubicBezTo>
                    <a:pt x="869" y="1953"/>
                    <a:pt x="941" y="2025"/>
                    <a:pt x="1024" y="2025"/>
                  </a:cubicBezTo>
                  <a:cubicBezTo>
                    <a:pt x="1119" y="2025"/>
                    <a:pt x="1191" y="1953"/>
                    <a:pt x="1191" y="1870"/>
                  </a:cubicBezTo>
                  <a:lnTo>
                    <a:pt x="1191" y="1763"/>
                  </a:lnTo>
                  <a:cubicBezTo>
                    <a:pt x="1286" y="1751"/>
                    <a:pt x="1369" y="1703"/>
                    <a:pt x="1441" y="1656"/>
                  </a:cubicBezTo>
                  <a:lnTo>
                    <a:pt x="1524" y="1727"/>
                  </a:lnTo>
                  <a:cubicBezTo>
                    <a:pt x="1548" y="1763"/>
                    <a:pt x="1596" y="1775"/>
                    <a:pt x="1643" y="1775"/>
                  </a:cubicBezTo>
                  <a:cubicBezTo>
                    <a:pt x="1679" y="1775"/>
                    <a:pt x="1727" y="1763"/>
                    <a:pt x="1762" y="1727"/>
                  </a:cubicBezTo>
                  <a:cubicBezTo>
                    <a:pt x="1822" y="1667"/>
                    <a:pt x="1822" y="1572"/>
                    <a:pt x="1762" y="1513"/>
                  </a:cubicBezTo>
                  <a:lnTo>
                    <a:pt x="1679" y="1429"/>
                  </a:lnTo>
                  <a:cubicBezTo>
                    <a:pt x="1727" y="1358"/>
                    <a:pt x="1774" y="1275"/>
                    <a:pt x="1786" y="1179"/>
                  </a:cubicBezTo>
                  <a:lnTo>
                    <a:pt x="1893" y="1179"/>
                  </a:lnTo>
                  <a:cubicBezTo>
                    <a:pt x="1977" y="1179"/>
                    <a:pt x="2060" y="1108"/>
                    <a:pt x="2060" y="1013"/>
                  </a:cubicBezTo>
                  <a:cubicBezTo>
                    <a:pt x="2012" y="929"/>
                    <a:pt x="1953" y="858"/>
                    <a:pt x="1857" y="858"/>
                  </a:cubicBezTo>
                  <a:lnTo>
                    <a:pt x="1762" y="858"/>
                  </a:lnTo>
                  <a:cubicBezTo>
                    <a:pt x="1738" y="763"/>
                    <a:pt x="1703" y="667"/>
                    <a:pt x="1655" y="596"/>
                  </a:cubicBezTo>
                  <a:lnTo>
                    <a:pt x="1727" y="524"/>
                  </a:lnTo>
                  <a:cubicBezTo>
                    <a:pt x="1786" y="465"/>
                    <a:pt x="1786" y="358"/>
                    <a:pt x="1727" y="298"/>
                  </a:cubicBezTo>
                  <a:cubicBezTo>
                    <a:pt x="1697" y="268"/>
                    <a:pt x="1655" y="254"/>
                    <a:pt x="1613" y="254"/>
                  </a:cubicBezTo>
                  <a:cubicBezTo>
                    <a:pt x="1572" y="254"/>
                    <a:pt x="1530" y="268"/>
                    <a:pt x="1500" y="298"/>
                  </a:cubicBezTo>
                  <a:lnTo>
                    <a:pt x="1429" y="370"/>
                  </a:lnTo>
                  <a:cubicBezTo>
                    <a:pt x="1357" y="334"/>
                    <a:pt x="1262" y="286"/>
                    <a:pt x="1179" y="274"/>
                  </a:cubicBezTo>
                  <a:lnTo>
                    <a:pt x="1179" y="167"/>
                  </a:lnTo>
                  <a:cubicBezTo>
                    <a:pt x="1179" y="72"/>
                    <a:pt x="1107" y="1"/>
                    <a:pt x="10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1"/>
            <p:cNvSpPr/>
            <p:nvPr/>
          </p:nvSpPr>
          <p:spPr>
            <a:xfrm>
              <a:off x="864062" y="2987843"/>
              <a:ext cx="264084" cy="244443"/>
            </a:xfrm>
            <a:custGeom>
              <a:avLst/>
              <a:gdLst/>
              <a:ahLst/>
              <a:cxnLst/>
              <a:rect l="l" t="t" r="r" b="b"/>
              <a:pathLst>
                <a:path w="8336" h="7716" extrusionOk="0">
                  <a:moveTo>
                    <a:pt x="2513" y="1"/>
                  </a:moveTo>
                  <a:cubicBezTo>
                    <a:pt x="2477" y="1"/>
                    <a:pt x="2418" y="13"/>
                    <a:pt x="2370" y="24"/>
                  </a:cubicBezTo>
                  <a:cubicBezTo>
                    <a:pt x="1834" y="167"/>
                    <a:pt x="1442" y="667"/>
                    <a:pt x="1442" y="1263"/>
                  </a:cubicBezTo>
                  <a:lnTo>
                    <a:pt x="1442" y="1358"/>
                  </a:lnTo>
                  <a:cubicBezTo>
                    <a:pt x="953" y="1513"/>
                    <a:pt x="632" y="2013"/>
                    <a:pt x="632" y="2560"/>
                  </a:cubicBezTo>
                  <a:cubicBezTo>
                    <a:pt x="632" y="2751"/>
                    <a:pt x="680" y="2941"/>
                    <a:pt x="751" y="3120"/>
                  </a:cubicBezTo>
                  <a:cubicBezTo>
                    <a:pt x="287" y="3453"/>
                    <a:pt x="1" y="4001"/>
                    <a:pt x="1" y="4596"/>
                  </a:cubicBezTo>
                  <a:cubicBezTo>
                    <a:pt x="1" y="4966"/>
                    <a:pt x="108" y="5323"/>
                    <a:pt x="322" y="5620"/>
                  </a:cubicBezTo>
                  <a:cubicBezTo>
                    <a:pt x="346" y="5675"/>
                    <a:pt x="395" y="5699"/>
                    <a:pt x="446" y="5699"/>
                  </a:cubicBezTo>
                  <a:cubicBezTo>
                    <a:pt x="473" y="5699"/>
                    <a:pt x="500" y="5692"/>
                    <a:pt x="525" y="5680"/>
                  </a:cubicBezTo>
                  <a:cubicBezTo>
                    <a:pt x="620" y="5644"/>
                    <a:pt x="644" y="5537"/>
                    <a:pt x="584" y="5442"/>
                  </a:cubicBezTo>
                  <a:cubicBezTo>
                    <a:pt x="406" y="5192"/>
                    <a:pt x="322" y="4894"/>
                    <a:pt x="322" y="4596"/>
                  </a:cubicBezTo>
                  <a:cubicBezTo>
                    <a:pt x="322" y="4061"/>
                    <a:pt x="596" y="3573"/>
                    <a:pt x="1037" y="3311"/>
                  </a:cubicBezTo>
                  <a:cubicBezTo>
                    <a:pt x="1037" y="3311"/>
                    <a:pt x="1049" y="3311"/>
                    <a:pt x="1049" y="3299"/>
                  </a:cubicBezTo>
                  <a:cubicBezTo>
                    <a:pt x="1049" y="3299"/>
                    <a:pt x="1327" y="3093"/>
                    <a:pt x="1883" y="3093"/>
                  </a:cubicBezTo>
                  <a:cubicBezTo>
                    <a:pt x="1925" y="3093"/>
                    <a:pt x="1968" y="3094"/>
                    <a:pt x="2013" y="3096"/>
                  </a:cubicBezTo>
                  <a:cubicBezTo>
                    <a:pt x="2108" y="3096"/>
                    <a:pt x="2180" y="3037"/>
                    <a:pt x="2180" y="2941"/>
                  </a:cubicBezTo>
                  <a:cubicBezTo>
                    <a:pt x="2180" y="2858"/>
                    <a:pt x="2120" y="2775"/>
                    <a:pt x="2025" y="2775"/>
                  </a:cubicBezTo>
                  <a:cubicBezTo>
                    <a:pt x="2000" y="2774"/>
                    <a:pt x="1975" y="2774"/>
                    <a:pt x="1950" y="2774"/>
                  </a:cubicBezTo>
                  <a:cubicBezTo>
                    <a:pt x="1502" y="2774"/>
                    <a:pt x="1182" y="2874"/>
                    <a:pt x="1013" y="2953"/>
                  </a:cubicBezTo>
                  <a:cubicBezTo>
                    <a:pt x="953" y="2834"/>
                    <a:pt x="941" y="2703"/>
                    <a:pt x="941" y="2560"/>
                  </a:cubicBezTo>
                  <a:cubicBezTo>
                    <a:pt x="941" y="2108"/>
                    <a:pt x="1239" y="1727"/>
                    <a:pt x="1644" y="1632"/>
                  </a:cubicBezTo>
                  <a:cubicBezTo>
                    <a:pt x="1680" y="1632"/>
                    <a:pt x="1882" y="1632"/>
                    <a:pt x="2013" y="1763"/>
                  </a:cubicBezTo>
                  <a:cubicBezTo>
                    <a:pt x="2120" y="1870"/>
                    <a:pt x="2180" y="2025"/>
                    <a:pt x="2180" y="2239"/>
                  </a:cubicBezTo>
                  <a:cubicBezTo>
                    <a:pt x="2180" y="2334"/>
                    <a:pt x="2251" y="2406"/>
                    <a:pt x="2323" y="2406"/>
                  </a:cubicBezTo>
                  <a:cubicBezTo>
                    <a:pt x="2418" y="2406"/>
                    <a:pt x="2489" y="2334"/>
                    <a:pt x="2489" y="2239"/>
                  </a:cubicBezTo>
                  <a:cubicBezTo>
                    <a:pt x="2489" y="1929"/>
                    <a:pt x="2394" y="1691"/>
                    <a:pt x="2215" y="1525"/>
                  </a:cubicBezTo>
                  <a:cubicBezTo>
                    <a:pt x="2073" y="1394"/>
                    <a:pt x="1882" y="1334"/>
                    <a:pt x="1763" y="1322"/>
                  </a:cubicBezTo>
                  <a:lnTo>
                    <a:pt x="1763" y="1275"/>
                  </a:lnTo>
                  <a:cubicBezTo>
                    <a:pt x="1763" y="846"/>
                    <a:pt x="2037" y="453"/>
                    <a:pt x="2430" y="358"/>
                  </a:cubicBezTo>
                  <a:cubicBezTo>
                    <a:pt x="2477" y="334"/>
                    <a:pt x="2513" y="334"/>
                    <a:pt x="2561" y="322"/>
                  </a:cubicBezTo>
                  <a:lnTo>
                    <a:pt x="2846" y="322"/>
                  </a:lnTo>
                  <a:cubicBezTo>
                    <a:pt x="3370" y="322"/>
                    <a:pt x="3799" y="751"/>
                    <a:pt x="3799" y="1275"/>
                  </a:cubicBezTo>
                  <a:lnTo>
                    <a:pt x="3799" y="4608"/>
                  </a:lnTo>
                  <a:cubicBezTo>
                    <a:pt x="3311" y="4644"/>
                    <a:pt x="2858" y="4835"/>
                    <a:pt x="2513" y="5180"/>
                  </a:cubicBezTo>
                  <a:cubicBezTo>
                    <a:pt x="2477" y="5216"/>
                    <a:pt x="2454" y="5311"/>
                    <a:pt x="2489" y="5370"/>
                  </a:cubicBezTo>
                  <a:cubicBezTo>
                    <a:pt x="2513" y="5430"/>
                    <a:pt x="2573" y="5442"/>
                    <a:pt x="2620" y="5442"/>
                  </a:cubicBezTo>
                  <a:cubicBezTo>
                    <a:pt x="2668" y="5442"/>
                    <a:pt x="2715" y="5430"/>
                    <a:pt x="2739" y="5394"/>
                  </a:cubicBezTo>
                  <a:cubicBezTo>
                    <a:pt x="3037" y="5097"/>
                    <a:pt x="3454" y="4918"/>
                    <a:pt x="3894" y="4918"/>
                  </a:cubicBezTo>
                  <a:cubicBezTo>
                    <a:pt x="4168" y="5192"/>
                    <a:pt x="4335" y="5573"/>
                    <a:pt x="4335" y="5978"/>
                  </a:cubicBezTo>
                  <a:cubicBezTo>
                    <a:pt x="4335" y="6382"/>
                    <a:pt x="4168" y="6763"/>
                    <a:pt x="3894" y="7037"/>
                  </a:cubicBezTo>
                  <a:cubicBezTo>
                    <a:pt x="3656" y="7263"/>
                    <a:pt x="3335" y="7394"/>
                    <a:pt x="3013" y="7394"/>
                  </a:cubicBezTo>
                  <a:cubicBezTo>
                    <a:pt x="2358" y="7394"/>
                    <a:pt x="1811" y="6882"/>
                    <a:pt x="1703" y="6204"/>
                  </a:cubicBezTo>
                  <a:cubicBezTo>
                    <a:pt x="1763" y="6097"/>
                    <a:pt x="1942" y="5787"/>
                    <a:pt x="2215" y="5680"/>
                  </a:cubicBezTo>
                  <a:cubicBezTo>
                    <a:pt x="2299" y="5656"/>
                    <a:pt x="2358" y="5561"/>
                    <a:pt x="2323" y="5489"/>
                  </a:cubicBezTo>
                  <a:cubicBezTo>
                    <a:pt x="2304" y="5413"/>
                    <a:pt x="2239" y="5375"/>
                    <a:pt x="2171" y="5375"/>
                  </a:cubicBezTo>
                  <a:cubicBezTo>
                    <a:pt x="2154" y="5375"/>
                    <a:pt x="2137" y="5377"/>
                    <a:pt x="2120" y="5382"/>
                  </a:cubicBezTo>
                  <a:cubicBezTo>
                    <a:pt x="1775" y="5513"/>
                    <a:pt x="1549" y="5847"/>
                    <a:pt x="1442" y="6013"/>
                  </a:cubicBezTo>
                  <a:cubicBezTo>
                    <a:pt x="1287" y="5978"/>
                    <a:pt x="1132" y="5918"/>
                    <a:pt x="989" y="5835"/>
                  </a:cubicBezTo>
                  <a:cubicBezTo>
                    <a:pt x="956" y="5816"/>
                    <a:pt x="920" y="5806"/>
                    <a:pt x="887" y="5806"/>
                  </a:cubicBezTo>
                  <a:cubicBezTo>
                    <a:pt x="837" y="5806"/>
                    <a:pt x="791" y="5828"/>
                    <a:pt x="763" y="5870"/>
                  </a:cubicBezTo>
                  <a:cubicBezTo>
                    <a:pt x="715" y="5954"/>
                    <a:pt x="727" y="6049"/>
                    <a:pt x="810" y="6097"/>
                  </a:cubicBezTo>
                  <a:cubicBezTo>
                    <a:pt x="989" y="6216"/>
                    <a:pt x="1191" y="6287"/>
                    <a:pt x="1406" y="6323"/>
                  </a:cubicBezTo>
                  <a:cubicBezTo>
                    <a:pt x="1549" y="7121"/>
                    <a:pt x="2239" y="7716"/>
                    <a:pt x="3025" y="7716"/>
                  </a:cubicBezTo>
                  <a:cubicBezTo>
                    <a:pt x="3430" y="7716"/>
                    <a:pt x="3823" y="7561"/>
                    <a:pt x="4120" y="7275"/>
                  </a:cubicBezTo>
                  <a:lnTo>
                    <a:pt x="4168" y="7228"/>
                  </a:lnTo>
                  <a:lnTo>
                    <a:pt x="4216" y="7275"/>
                  </a:lnTo>
                  <a:cubicBezTo>
                    <a:pt x="4251" y="7299"/>
                    <a:pt x="4287" y="7335"/>
                    <a:pt x="4323" y="7359"/>
                  </a:cubicBezTo>
                  <a:cubicBezTo>
                    <a:pt x="4609" y="7597"/>
                    <a:pt x="4966" y="7716"/>
                    <a:pt x="5311" y="7716"/>
                  </a:cubicBezTo>
                  <a:cubicBezTo>
                    <a:pt x="6109" y="7716"/>
                    <a:pt x="6787" y="7121"/>
                    <a:pt x="6942" y="6323"/>
                  </a:cubicBezTo>
                  <a:cubicBezTo>
                    <a:pt x="7168" y="6287"/>
                    <a:pt x="7371" y="6204"/>
                    <a:pt x="7561" y="6085"/>
                  </a:cubicBezTo>
                  <a:cubicBezTo>
                    <a:pt x="7633" y="6037"/>
                    <a:pt x="7657" y="5954"/>
                    <a:pt x="7621" y="5870"/>
                  </a:cubicBezTo>
                  <a:cubicBezTo>
                    <a:pt x="7589" y="5816"/>
                    <a:pt x="7538" y="5781"/>
                    <a:pt x="7478" y="5781"/>
                  </a:cubicBezTo>
                  <a:cubicBezTo>
                    <a:pt x="7448" y="5781"/>
                    <a:pt x="7415" y="5791"/>
                    <a:pt x="7383" y="5811"/>
                  </a:cubicBezTo>
                  <a:cubicBezTo>
                    <a:pt x="7240" y="5918"/>
                    <a:pt x="7061" y="5978"/>
                    <a:pt x="6883" y="6013"/>
                  </a:cubicBezTo>
                  <a:cubicBezTo>
                    <a:pt x="6787" y="5835"/>
                    <a:pt x="6573" y="5513"/>
                    <a:pt x="6204" y="5382"/>
                  </a:cubicBezTo>
                  <a:cubicBezTo>
                    <a:pt x="6187" y="5377"/>
                    <a:pt x="6171" y="5375"/>
                    <a:pt x="6154" y="5375"/>
                  </a:cubicBezTo>
                  <a:cubicBezTo>
                    <a:pt x="6089" y="5375"/>
                    <a:pt x="6030" y="5413"/>
                    <a:pt x="6002" y="5489"/>
                  </a:cubicBezTo>
                  <a:cubicBezTo>
                    <a:pt x="5978" y="5573"/>
                    <a:pt x="6025" y="5656"/>
                    <a:pt x="6109" y="5680"/>
                  </a:cubicBezTo>
                  <a:cubicBezTo>
                    <a:pt x="6383" y="5787"/>
                    <a:pt x="6561" y="6097"/>
                    <a:pt x="6621" y="6204"/>
                  </a:cubicBezTo>
                  <a:cubicBezTo>
                    <a:pt x="6525" y="6882"/>
                    <a:pt x="5966" y="7394"/>
                    <a:pt x="5311" y="7394"/>
                  </a:cubicBezTo>
                  <a:cubicBezTo>
                    <a:pt x="5037" y="7394"/>
                    <a:pt x="4751" y="7287"/>
                    <a:pt x="4513" y="7109"/>
                  </a:cubicBezTo>
                  <a:cubicBezTo>
                    <a:pt x="4478" y="7085"/>
                    <a:pt x="4454" y="7061"/>
                    <a:pt x="4418" y="7037"/>
                  </a:cubicBezTo>
                  <a:cubicBezTo>
                    <a:pt x="4394" y="7025"/>
                    <a:pt x="4382" y="6990"/>
                    <a:pt x="4347" y="6966"/>
                  </a:cubicBezTo>
                  <a:cubicBezTo>
                    <a:pt x="4537" y="6680"/>
                    <a:pt x="4644" y="6323"/>
                    <a:pt x="4644" y="5966"/>
                  </a:cubicBezTo>
                  <a:cubicBezTo>
                    <a:pt x="4644" y="5859"/>
                    <a:pt x="4632" y="5775"/>
                    <a:pt x="4620" y="5680"/>
                  </a:cubicBezTo>
                  <a:lnTo>
                    <a:pt x="4620" y="5680"/>
                  </a:lnTo>
                  <a:cubicBezTo>
                    <a:pt x="5430" y="5859"/>
                    <a:pt x="5728" y="6251"/>
                    <a:pt x="5823" y="6430"/>
                  </a:cubicBezTo>
                  <a:cubicBezTo>
                    <a:pt x="5844" y="6482"/>
                    <a:pt x="5910" y="6516"/>
                    <a:pt x="5973" y="6516"/>
                  </a:cubicBezTo>
                  <a:cubicBezTo>
                    <a:pt x="5983" y="6516"/>
                    <a:pt x="5992" y="6515"/>
                    <a:pt x="6002" y="6513"/>
                  </a:cubicBezTo>
                  <a:cubicBezTo>
                    <a:pt x="6109" y="6501"/>
                    <a:pt x="6168" y="6382"/>
                    <a:pt x="6121" y="6275"/>
                  </a:cubicBezTo>
                  <a:cubicBezTo>
                    <a:pt x="5990" y="6025"/>
                    <a:pt x="5633" y="5561"/>
                    <a:pt x="4656" y="5370"/>
                  </a:cubicBezTo>
                  <a:cubicBezTo>
                    <a:pt x="4646" y="5367"/>
                    <a:pt x="4634" y="5365"/>
                    <a:pt x="4622" y="5365"/>
                  </a:cubicBezTo>
                  <a:cubicBezTo>
                    <a:pt x="4594" y="5365"/>
                    <a:pt x="4562" y="5374"/>
                    <a:pt x="4537" y="5382"/>
                  </a:cubicBezTo>
                  <a:cubicBezTo>
                    <a:pt x="4501" y="5239"/>
                    <a:pt x="4418" y="5097"/>
                    <a:pt x="4347" y="4977"/>
                  </a:cubicBezTo>
                  <a:cubicBezTo>
                    <a:pt x="4359" y="4954"/>
                    <a:pt x="4394" y="4942"/>
                    <a:pt x="4418" y="4906"/>
                  </a:cubicBezTo>
                  <a:cubicBezTo>
                    <a:pt x="4859" y="4906"/>
                    <a:pt x="5252" y="5073"/>
                    <a:pt x="5573" y="5382"/>
                  </a:cubicBezTo>
                  <a:cubicBezTo>
                    <a:pt x="5597" y="5418"/>
                    <a:pt x="5644" y="5430"/>
                    <a:pt x="5692" y="5430"/>
                  </a:cubicBezTo>
                  <a:cubicBezTo>
                    <a:pt x="5752" y="5430"/>
                    <a:pt x="5787" y="5394"/>
                    <a:pt x="5823" y="5358"/>
                  </a:cubicBezTo>
                  <a:cubicBezTo>
                    <a:pt x="5847" y="5299"/>
                    <a:pt x="5847" y="5204"/>
                    <a:pt x="5787" y="5156"/>
                  </a:cubicBezTo>
                  <a:cubicBezTo>
                    <a:pt x="5454" y="4823"/>
                    <a:pt x="4990" y="4608"/>
                    <a:pt x="4513" y="4596"/>
                  </a:cubicBezTo>
                  <a:lnTo>
                    <a:pt x="4513" y="1251"/>
                  </a:lnTo>
                  <a:cubicBezTo>
                    <a:pt x="4513" y="727"/>
                    <a:pt x="4942" y="298"/>
                    <a:pt x="5466" y="298"/>
                  </a:cubicBezTo>
                  <a:lnTo>
                    <a:pt x="5752" y="298"/>
                  </a:lnTo>
                  <a:cubicBezTo>
                    <a:pt x="5787" y="298"/>
                    <a:pt x="5835" y="310"/>
                    <a:pt x="5883" y="310"/>
                  </a:cubicBezTo>
                  <a:cubicBezTo>
                    <a:pt x="6287" y="417"/>
                    <a:pt x="6549" y="786"/>
                    <a:pt x="6549" y="1227"/>
                  </a:cubicBezTo>
                  <a:lnTo>
                    <a:pt x="6549" y="1275"/>
                  </a:lnTo>
                  <a:cubicBezTo>
                    <a:pt x="6418" y="1287"/>
                    <a:pt x="6240" y="1334"/>
                    <a:pt x="6085" y="1489"/>
                  </a:cubicBezTo>
                  <a:cubicBezTo>
                    <a:pt x="5906" y="1644"/>
                    <a:pt x="5823" y="1882"/>
                    <a:pt x="5823" y="2203"/>
                  </a:cubicBezTo>
                  <a:cubicBezTo>
                    <a:pt x="5823" y="2287"/>
                    <a:pt x="5883" y="2346"/>
                    <a:pt x="5954" y="2358"/>
                  </a:cubicBezTo>
                  <a:cubicBezTo>
                    <a:pt x="5967" y="2361"/>
                    <a:pt x="5979" y="2362"/>
                    <a:pt x="5990" y="2362"/>
                  </a:cubicBezTo>
                  <a:cubicBezTo>
                    <a:pt x="6077" y="2362"/>
                    <a:pt x="6133" y="2287"/>
                    <a:pt x="6133" y="2203"/>
                  </a:cubicBezTo>
                  <a:cubicBezTo>
                    <a:pt x="6133" y="1977"/>
                    <a:pt x="6192" y="1822"/>
                    <a:pt x="6299" y="1727"/>
                  </a:cubicBezTo>
                  <a:cubicBezTo>
                    <a:pt x="6430" y="1584"/>
                    <a:pt x="6621" y="1584"/>
                    <a:pt x="6668" y="1584"/>
                  </a:cubicBezTo>
                  <a:cubicBezTo>
                    <a:pt x="7073" y="1679"/>
                    <a:pt x="7371" y="2060"/>
                    <a:pt x="7371" y="2513"/>
                  </a:cubicBezTo>
                  <a:cubicBezTo>
                    <a:pt x="7371" y="2644"/>
                    <a:pt x="7335" y="2775"/>
                    <a:pt x="7299" y="2918"/>
                  </a:cubicBezTo>
                  <a:cubicBezTo>
                    <a:pt x="7138" y="2832"/>
                    <a:pt x="6840" y="2736"/>
                    <a:pt x="6424" y="2736"/>
                  </a:cubicBezTo>
                  <a:cubicBezTo>
                    <a:pt x="6380" y="2736"/>
                    <a:pt x="6334" y="2737"/>
                    <a:pt x="6287" y="2739"/>
                  </a:cubicBezTo>
                  <a:cubicBezTo>
                    <a:pt x="6192" y="2739"/>
                    <a:pt x="6133" y="2799"/>
                    <a:pt x="6121" y="2882"/>
                  </a:cubicBezTo>
                  <a:cubicBezTo>
                    <a:pt x="6109" y="2989"/>
                    <a:pt x="6192" y="3061"/>
                    <a:pt x="6287" y="3061"/>
                  </a:cubicBezTo>
                  <a:cubicBezTo>
                    <a:pt x="6317" y="3059"/>
                    <a:pt x="6346" y="3059"/>
                    <a:pt x="6374" y="3059"/>
                  </a:cubicBezTo>
                  <a:cubicBezTo>
                    <a:pt x="6937" y="3059"/>
                    <a:pt x="7240" y="3275"/>
                    <a:pt x="7252" y="3275"/>
                  </a:cubicBezTo>
                  <a:lnTo>
                    <a:pt x="7264" y="3287"/>
                  </a:lnTo>
                  <a:cubicBezTo>
                    <a:pt x="7716" y="3537"/>
                    <a:pt x="7978" y="4025"/>
                    <a:pt x="7978" y="4561"/>
                  </a:cubicBezTo>
                  <a:cubicBezTo>
                    <a:pt x="7978" y="4858"/>
                    <a:pt x="7895" y="5144"/>
                    <a:pt x="7740" y="5382"/>
                  </a:cubicBezTo>
                  <a:cubicBezTo>
                    <a:pt x="7692" y="5454"/>
                    <a:pt x="7716" y="5549"/>
                    <a:pt x="7776" y="5608"/>
                  </a:cubicBezTo>
                  <a:cubicBezTo>
                    <a:pt x="7799" y="5632"/>
                    <a:pt x="7835" y="5632"/>
                    <a:pt x="7871" y="5632"/>
                  </a:cubicBezTo>
                  <a:cubicBezTo>
                    <a:pt x="7930" y="5632"/>
                    <a:pt x="7978" y="5608"/>
                    <a:pt x="8014" y="5561"/>
                  </a:cubicBezTo>
                  <a:cubicBezTo>
                    <a:pt x="8204" y="5263"/>
                    <a:pt x="8311" y="4918"/>
                    <a:pt x="8311" y="4561"/>
                  </a:cubicBezTo>
                  <a:cubicBezTo>
                    <a:pt x="8335" y="4001"/>
                    <a:pt x="8061" y="3453"/>
                    <a:pt x="7597" y="3120"/>
                  </a:cubicBezTo>
                  <a:cubicBezTo>
                    <a:pt x="7680" y="2941"/>
                    <a:pt x="7716" y="2751"/>
                    <a:pt x="7716" y="2560"/>
                  </a:cubicBezTo>
                  <a:cubicBezTo>
                    <a:pt x="7716" y="2013"/>
                    <a:pt x="7371" y="1537"/>
                    <a:pt x="6895" y="1358"/>
                  </a:cubicBezTo>
                  <a:lnTo>
                    <a:pt x="6895" y="1263"/>
                  </a:lnTo>
                  <a:cubicBezTo>
                    <a:pt x="6895" y="679"/>
                    <a:pt x="6525" y="179"/>
                    <a:pt x="5978" y="24"/>
                  </a:cubicBezTo>
                  <a:cubicBezTo>
                    <a:pt x="5930" y="13"/>
                    <a:pt x="5871" y="13"/>
                    <a:pt x="5823" y="1"/>
                  </a:cubicBezTo>
                  <a:lnTo>
                    <a:pt x="5478" y="1"/>
                  </a:lnTo>
                  <a:cubicBezTo>
                    <a:pt x="4787" y="1"/>
                    <a:pt x="4216" y="560"/>
                    <a:pt x="4216" y="1263"/>
                  </a:cubicBezTo>
                  <a:lnTo>
                    <a:pt x="4216" y="4692"/>
                  </a:lnTo>
                  <a:lnTo>
                    <a:pt x="4168" y="4727"/>
                  </a:lnTo>
                  <a:lnTo>
                    <a:pt x="4120" y="4692"/>
                  </a:lnTo>
                  <a:lnTo>
                    <a:pt x="4120" y="1263"/>
                  </a:lnTo>
                  <a:cubicBezTo>
                    <a:pt x="4120" y="560"/>
                    <a:pt x="3561" y="1"/>
                    <a:pt x="28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1"/>
            <p:cNvSpPr/>
            <p:nvPr/>
          </p:nvSpPr>
          <p:spPr>
            <a:xfrm>
              <a:off x="1022494" y="3006724"/>
              <a:ext cx="44162" cy="22271"/>
            </a:xfrm>
            <a:custGeom>
              <a:avLst/>
              <a:gdLst/>
              <a:ahLst/>
              <a:cxnLst/>
              <a:rect l="l" t="t" r="r" b="b"/>
              <a:pathLst>
                <a:path w="1394" h="703" extrusionOk="0">
                  <a:moveTo>
                    <a:pt x="454" y="0"/>
                  </a:moveTo>
                  <a:cubicBezTo>
                    <a:pt x="402" y="0"/>
                    <a:pt x="350" y="4"/>
                    <a:pt x="298" y="12"/>
                  </a:cubicBezTo>
                  <a:lnTo>
                    <a:pt x="155" y="24"/>
                  </a:lnTo>
                  <a:cubicBezTo>
                    <a:pt x="60" y="48"/>
                    <a:pt x="0" y="119"/>
                    <a:pt x="12" y="202"/>
                  </a:cubicBezTo>
                  <a:cubicBezTo>
                    <a:pt x="34" y="290"/>
                    <a:pt x="96" y="347"/>
                    <a:pt x="170" y="347"/>
                  </a:cubicBezTo>
                  <a:cubicBezTo>
                    <a:pt x="177" y="347"/>
                    <a:pt x="184" y="346"/>
                    <a:pt x="191" y="345"/>
                  </a:cubicBezTo>
                  <a:lnTo>
                    <a:pt x="346" y="321"/>
                  </a:lnTo>
                  <a:cubicBezTo>
                    <a:pt x="370" y="319"/>
                    <a:pt x="394" y="318"/>
                    <a:pt x="417" y="318"/>
                  </a:cubicBezTo>
                  <a:cubicBezTo>
                    <a:pt x="675" y="318"/>
                    <a:pt x="908" y="436"/>
                    <a:pt x="1072" y="643"/>
                  </a:cubicBezTo>
                  <a:cubicBezTo>
                    <a:pt x="1108" y="679"/>
                    <a:pt x="1143" y="702"/>
                    <a:pt x="1203" y="702"/>
                  </a:cubicBezTo>
                  <a:cubicBezTo>
                    <a:pt x="1239" y="702"/>
                    <a:pt x="1286" y="679"/>
                    <a:pt x="1298" y="667"/>
                  </a:cubicBezTo>
                  <a:cubicBezTo>
                    <a:pt x="1370" y="607"/>
                    <a:pt x="1394" y="524"/>
                    <a:pt x="1334" y="440"/>
                  </a:cubicBezTo>
                  <a:cubicBezTo>
                    <a:pt x="1126" y="171"/>
                    <a:pt x="802" y="0"/>
                    <a:pt x="4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1"/>
            <p:cNvSpPr/>
            <p:nvPr/>
          </p:nvSpPr>
          <p:spPr>
            <a:xfrm>
              <a:off x="1086234" y="3100244"/>
              <a:ext cx="28322" cy="37002"/>
            </a:xfrm>
            <a:custGeom>
              <a:avLst/>
              <a:gdLst/>
              <a:ahLst/>
              <a:cxnLst/>
              <a:rect l="l" t="t" r="r" b="b"/>
              <a:pathLst>
                <a:path w="894" h="1168" extrusionOk="0">
                  <a:moveTo>
                    <a:pt x="181" y="1"/>
                  </a:moveTo>
                  <a:cubicBezTo>
                    <a:pt x="115" y="1"/>
                    <a:pt x="55" y="44"/>
                    <a:pt x="36" y="108"/>
                  </a:cubicBezTo>
                  <a:cubicBezTo>
                    <a:pt x="1" y="203"/>
                    <a:pt x="48" y="286"/>
                    <a:pt x="132" y="322"/>
                  </a:cubicBezTo>
                  <a:cubicBezTo>
                    <a:pt x="525" y="441"/>
                    <a:pt x="572" y="1025"/>
                    <a:pt x="572" y="1025"/>
                  </a:cubicBezTo>
                  <a:cubicBezTo>
                    <a:pt x="572" y="1108"/>
                    <a:pt x="644" y="1168"/>
                    <a:pt x="727" y="1168"/>
                  </a:cubicBezTo>
                  <a:lnTo>
                    <a:pt x="751" y="1168"/>
                  </a:lnTo>
                  <a:cubicBezTo>
                    <a:pt x="822" y="1168"/>
                    <a:pt x="894" y="1096"/>
                    <a:pt x="894" y="1001"/>
                  </a:cubicBezTo>
                  <a:cubicBezTo>
                    <a:pt x="894" y="977"/>
                    <a:pt x="846" y="203"/>
                    <a:pt x="239" y="13"/>
                  </a:cubicBezTo>
                  <a:cubicBezTo>
                    <a:pt x="220" y="4"/>
                    <a:pt x="200" y="1"/>
                    <a:pt x="1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1"/>
            <p:cNvSpPr/>
            <p:nvPr/>
          </p:nvSpPr>
          <p:spPr>
            <a:xfrm>
              <a:off x="1023634" y="3077941"/>
              <a:ext cx="26041" cy="49167"/>
            </a:xfrm>
            <a:custGeom>
              <a:avLst/>
              <a:gdLst/>
              <a:ahLst/>
              <a:cxnLst/>
              <a:rect l="l" t="t" r="r" b="b"/>
              <a:pathLst>
                <a:path w="822" h="1552" extrusionOk="0">
                  <a:moveTo>
                    <a:pt x="646" y="0"/>
                  </a:moveTo>
                  <a:cubicBezTo>
                    <a:pt x="617" y="0"/>
                    <a:pt x="588" y="9"/>
                    <a:pt x="560" y="26"/>
                  </a:cubicBezTo>
                  <a:cubicBezTo>
                    <a:pt x="345" y="181"/>
                    <a:pt x="0" y="538"/>
                    <a:pt x="0" y="1383"/>
                  </a:cubicBezTo>
                  <a:cubicBezTo>
                    <a:pt x="0" y="1462"/>
                    <a:pt x="74" y="1551"/>
                    <a:pt x="163" y="1551"/>
                  </a:cubicBezTo>
                  <a:cubicBezTo>
                    <a:pt x="168" y="1551"/>
                    <a:pt x="173" y="1551"/>
                    <a:pt x="179" y="1550"/>
                  </a:cubicBezTo>
                  <a:cubicBezTo>
                    <a:pt x="250" y="1526"/>
                    <a:pt x="310" y="1455"/>
                    <a:pt x="310" y="1383"/>
                  </a:cubicBezTo>
                  <a:cubicBezTo>
                    <a:pt x="310" y="681"/>
                    <a:pt x="584" y="395"/>
                    <a:pt x="726" y="312"/>
                  </a:cubicBezTo>
                  <a:cubicBezTo>
                    <a:pt x="786" y="264"/>
                    <a:pt x="822" y="205"/>
                    <a:pt x="798" y="133"/>
                  </a:cubicBezTo>
                  <a:cubicBezTo>
                    <a:pt x="781" y="49"/>
                    <a:pt x="716" y="0"/>
                    <a:pt x="6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1"/>
            <p:cNvSpPr/>
            <p:nvPr/>
          </p:nvSpPr>
          <p:spPr>
            <a:xfrm>
              <a:off x="924413" y="3006819"/>
              <a:ext cx="44162" cy="22176"/>
            </a:xfrm>
            <a:custGeom>
              <a:avLst/>
              <a:gdLst/>
              <a:ahLst/>
              <a:cxnLst/>
              <a:rect l="l" t="t" r="r" b="b"/>
              <a:pathLst>
                <a:path w="1394" h="700" extrusionOk="0">
                  <a:moveTo>
                    <a:pt x="963" y="1"/>
                  </a:moveTo>
                  <a:cubicBezTo>
                    <a:pt x="614" y="1"/>
                    <a:pt x="272" y="163"/>
                    <a:pt x="60" y="437"/>
                  </a:cubicBezTo>
                  <a:cubicBezTo>
                    <a:pt x="1" y="521"/>
                    <a:pt x="25" y="616"/>
                    <a:pt x="96" y="664"/>
                  </a:cubicBezTo>
                  <a:cubicBezTo>
                    <a:pt x="120" y="676"/>
                    <a:pt x="156" y="699"/>
                    <a:pt x="179" y="699"/>
                  </a:cubicBezTo>
                  <a:cubicBezTo>
                    <a:pt x="227" y="699"/>
                    <a:pt x="287" y="664"/>
                    <a:pt x="322" y="640"/>
                  </a:cubicBezTo>
                  <a:cubicBezTo>
                    <a:pt x="464" y="433"/>
                    <a:pt x="716" y="315"/>
                    <a:pt x="976" y="315"/>
                  </a:cubicBezTo>
                  <a:cubicBezTo>
                    <a:pt x="1000" y="315"/>
                    <a:pt x="1025" y="316"/>
                    <a:pt x="1049" y="318"/>
                  </a:cubicBezTo>
                  <a:lnTo>
                    <a:pt x="1191" y="342"/>
                  </a:lnTo>
                  <a:cubicBezTo>
                    <a:pt x="1200" y="343"/>
                    <a:pt x="1208" y="344"/>
                    <a:pt x="1215" y="344"/>
                  </a:cubicBezTo>
                  <a:cubicBezTo>
                    <a:pt x="1298" y="344"/>
                    <a:pt x="1359" y="287"/>
                    <a:pt x="1370" y="199"/>
                  </a:cubicBezTo>
                  <a:cubicBezTo>
                    <a:pt x="1394" y="116"/>
                    <a:pt x="1334" y="21"/>
                    <a:pt x="1239" y="21"/>
                  </a:cubicBezTo>
                  <a:lnTo>
                    <a:pt x="1096" y="9"/>
                  </a:lnTo>
                  <a:cubicBezTo>
                    <a:pt x="1052" y="3"/>
                    <a:pt x="1007" y="1"/>
                    <a:pt x="9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1"/>
            <p:cNvSpPr/>
            <p:nvPr/>
          </p:nvSpPr>
          <p:spPr>
            <a:xfrm>
              <a:off x="929703" y="3158757"/>
              <a:ext cx="56232" cy="41849"/>
            </a:xfrm>
            <a:custGeom>
              <a:avLst/>
              <a:gdLst/>
              <a:ahLst/>
              <a:cxnLst/>
              <a:rect l="l" t="t" r="r" b="b"/>
              <a:pathLst>
                <a:path w="1775" h="1321" extrusionOk="0">
                  <a:moveTo>
                    <a:pt x="1604" y="1"/>
                  </a:moveTo>
                  <a:cubicBezTo>
                    <a:pt x="1586" y="1"/>
                    <a:pt x="1567" y="4"/>
                    <a:pt x="1548" y="11"/>
                  </a:cubicBezTo>
                  <a:cubicBezTo>
                    <a:pt x="179" y="309"/>
                    <a:pt x="36" y="1095"/>
                    <a:pt x="12" y="1118"/>
                  </a:cubicBezTo>
                  <a:cubicBezTo>
                    <a:pt x="1" y="1214"/>
                    <a:pt x="60" y="1297"/>
                    <a:pt x="155" y="1321"/>
                  </a:cubicBezTo>
                  <a:lnTo>
                    <a:pt x="179" y="1321"/>
                  </a:lnTo>
                  <a:cubicBezTo>
                    <a:pt x="251" y="1321"/>
                    <a:pt x="334" y="1261"/>
                    <a:pt x="346" y="1178"/>
                  </a:cubicBezTo>
                  <a:cubicBezTo>
                    <a:pt x="346" y="1178"/>
                    <a:pt x="477" y="571"/>
                    <a:pt x="1620" y="333"/>
                  </a:cubicBezTo>
                  <a:cubicBezTo>
                    <a:pt x="1715" y="309"/>
                    <a:pt x="1775" y="213"/>
                    <a:pt x="1739" y="130"/>
                  </a:cubicBezTo>
                  <a:cubicBezTo>
                    <a:pt x="1729" y="54"/>
                    <a:pt x="1674" y="1"/>
                    <a:pt x="1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1"/>
            <p:cNvSpPr/>
            <p:nvPr/>
          </p:nvSpPr>
          <p:spPr>
            <a:xfrm>
              <a:off x="876512" y="3100244"/>
              <a:ext cx="28322" cy="37002"/>
            </a:xfrm>
            <a:custGeom>
              <a:avLst/>
              <a:gdLst/>
              <a:ahLst/>
              <a:cxnLst/>
              <a:rect l="l" t="t" r="r" b="b"/>
              <a:pathLst>
                <a:path w="894" h="1168" extrusionOk="0">
                  <a:moveTo>
                    <a:pt x="714" y="1"/>
                  </a:moveTo>
                  <a:cubicBezTo>
                    <a:pt x="694" y="1"/>
                    <a:pt x="675" y="4"/>
                    <a:pt x="656" y="13"/>
                  </a:cubicBezTo>
                  <a:cubicBezTo>
                    <a:pt x="60" y="203"/>
                    <a:pt x="1" y="965"/>
                    <a:pt x="1" y="1001"/>
                  </a:cubicBezTo>
                  <a:cubicBezTo>
                    <a:pt x="1" y="1096"/>
                    <a:pt x="60" y="1168"/>
                    <a:pt x="144" y="1168"/>
                  </a:cubicBezTo>
                  <a:lnTo>
                    <a:pt x="156" y="1168"/>
                  </a:lnTo>
                  <a:cubicBezTo>
                    <a:pt x="251" y="1168"/>
                    <a:pt x="322" y="1108"/>
                    <a:pt x="322" y="1025"/>
                  </a:cubicBezTo>
                  <a:cubicBezTo>
                    <a:pt x="322" y="1025"/>
                    <a:pt x="358" y="441"/>
                    <a:pt x="751" y="322"/>
                  </a:cubicBezTo>
                  <a:cubicBezTo>
                    <a:pt x="846" y="286"/>
                    <a:pt x="894" y="203"/>
                    <a:pt x="858" y="108"/>
                  </a:cubicBezTo>
                  <a:cubicBezTo>
                    <a:pt x="840" y="44"/>
                    <a:pt x="779" y="1"/>
                    <a:pt x="7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1"/>
            <p:cNvSpPr/>
            <p:nvPr/>
          </p:nvSpPr>
          <p:spPr>
            <a:xfrm>
              <a:off x="941393" y="3077941"/>
              <a:ext cx="26453" cy="49484"/>
            </a:xfrm>
            <a:custGeom>
              <a:avLst/>
              <a:gdLst/>
              <a:ahLst/>
              <a:cxnLst/>
              <a:rect l="l" t="t" r="r" b="b"/>
              <a:pathLst>
                <a:path w="835" h="1562" extrusionOk="0">
                  <a:moveTo>
                    <a:pt x="185" y="0"/>
                  </a:moveTo>
                  <a:cubicBezTo>
                    <a:pt x="112" y="0"/>
                    <a:pt x="41" y="49"/>
                    <a:pt x="24" y="133"/>
                  </a:cubicBezTo>
                  <a:cubicBezTo>
                    <a:pt x="1" y="193"/>
                    <a:pt x="36" y="264"/>
                    <a:pt x="96" y="312"/>
                  </a:cubicBezTo>
                  <a:cubicBezTo>
                    <a:pt x="239" y="419"/>
                    <a:pt x="513" y="681"/>
                    <a:pt x="513" y="1395"/>
                  </a:cubicBezTo>
                  <a:cubicBezTo>
                    <a:pt x="513" y="1491"/>
                    <a:pt x="584" y="1562"/>
                    <a:pt x="679" y="1562"/>
                  </a:cubicBezTo>
                  <a:cubicBezTo>
                    <a:pt x="763" y="1562"/>
                    <a:pt x="834" y="1491"/>
                    <a:pt x="834" y="1395"/>
                  </a:cubicBezTo>
                  <a:cubicBezTo>
                    <a:pt x="834" y="538"/>
                    <a:pt x="513" y="181"/>
                    <a:pt x="274" y="26"/>
                  </a:cubicBezTo>
                  <a:cubicBezTo>
                    <a:pt x="247" y="9"/>
                    <a:pt x="216" y="0"/>
                    <a:pt x="1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7" name="Google Shape;287;p21"/>
          <p:cNvGrpSpPr/>
          <p:nvPr/>
        </p:nvGrpSpPr>
        <p:grpSpPr>
          <a:xfrm>
            <a:off x="7918475" y="2298096"/>
            <a:ext cx="347435" cy="345534"/>
            <a:chOff x="3527780" y="2885263"/>
            <a:chExt cx="347435" cy="345534"/>
          </a:xfrm>
        </p:grpSpPr>
        <p:sp>
          <p:nvSpPr>
            <p:cNvPr id="288" name="Google Shape;288;p21"/>
            <p:cNvSpPr/>
            <p:nvPr/>
          </p:nvSpPr>
          <p:spPr>
            <a:xfrm>
              <a:off x="3527780" y="2885263"/>
              <a:ext cx="347435" cy="345534"/>
            </a:xfrm>
            <a:custGeom>
              <a:avLst/>
              <a:gdLst/>
              <a:ahLst/>
              <a:cxnLst/>
              <a:rect l="l" t="t" r="r" b="b"/>
              <a:pathLst>
                <a:path w="10967" h="10907" extrusionOk="0">
                  <a:moveTo>
                    <a:pt x="3751" y="298"/>
                  </a:moveTo>
                  <a:cubicBezTo>
                    <a:pt x="3811" y="298"/>
                    <a:pt x="3847" y="345"/>
                    <a:pt x="3847" y="405"/>
                  </a:cubicBezTo>
                  <a:cubicBezTo>
                    <a:pt x="3847" y="464"/>
                    <a:pt x="3811" y="512"/>
                    <a:pt x="3751" y="512"/>
                  </a:cubicBezTo>
                  <a:cubicBezTo>
                    <a:pt x="3692" y="512"/>
                    <a:pt x="3644" y="464"/>
                    <a:pt x="3644" y="405"/>
                  </a:cubicBezTo>
                  <a:cubicBezTo>
                    <a:pt x="3656" y="345"/>
                    <a:pt x="3704" y="298"/>
                    <a:pt x="3751" y="298"/>
                  </a:cubicBezTo>
                  <a:close/>
                  <a:moveTo>
                    <a:pt x="5490" y="298"/>
                  </a:moveTo>
                  <a:cubicBezTo>
                    <a:pt x="5549" y="298"/>
                    <a:pt x="5597" y="345"/>
                    <a:pt x="5597" y="405"/>
                  </a:cubicBezTo>
                  <a:cubicBezTo>
                    <a:pt x="5597" y="464"/>
                    <a:pt x="5549" y="512"/>
                    <a:pt x="5490" y="512"/>
                  </a:cubicBezTo>
                  <a:cubicBezTo>
                    <a:pt x="5430" y="512"/>
                    <a:pt x="5382" y="464"/>
                    <a:pt x="5382" y="405"/>
                  </a:cubicBezTo>
                  <a:cubicBezTo>
                    <a:pt x="5382" y="345"/>
                    <a:pt x="5430" y="298"/>
                    <a:pt x="5490" y="298"/>
                  </a:cubicBezTo>
                  <a:close/>
                  <a:moveTo>
                    <a:pt x="7216" y="298"/>
                  </a:moveTo>
                  <a:cubicBezTo>
                    <a:pt x="7276" y="298"/>
                    <a:pt x="7323" y="345"/>
                    <a:pt x="7323" y="405"/>
                  </a:cubicBezTo>
                  <a:cubicBezTo>
                    <a:pt x="7323" y="464"/>
                    <a:pt x="7276" y="512"/>
                    <a:pt x="7216" y="512"/>
                  </a:cubicBezTo>
                  <a:cubicBezTo>
                    <a:pt x="7156" y="512"/>
                    <a:pt x="7109" y="464"/>
                    <a:pt x="7109" y="405"/>
                  </a:cubicBezTo>
                  <a:cubicBezTo>
                    <a:pt x="7109" y="345"/>
                    <a:pt x="7156" y="298"/>
                    <a:pt x="7216" y="298"/>
                  </a:cubicBezTo>
                  <a:close/>
                  <a:moveTo>
                    <a:pt x="394" y="3632"/>
                  </a:moveTo>
                  <a:cubicBezTo>
                    <a:pt x="453" y="3632"/>
                    <a:pt x="501" y="3679"/>
                    <a:pt x="501" y="3739"/>
                  </a:cubicBezTo>
                  <a:cubicBezTo>
                    <a:pt x="501" y="3798"/>
                    <a:pt x="453" y="3846"/>
                    <a:pt x="394" y="3846"/>
                  </a:cubicBezTo>
                  <a:cubicBezTo>
                    <a:pt x="334" y="3846"/>
                    <a:pt x="287" y="3798"/>
                    <a:pt x="287" y="3739"/>
                  </a:cubicBezTo>
                  <a:cubicBezTo>
                    <a:pt x="287" y="3679"/>
                    <a:pt x="334" y="3632"/>
                    <a:pt x="394" y="3632"/>
                  </a:cubicBezTo>
                  <a:close/>
                  <a:moveTo>
                    <a:pt x="10562" y="3655"/>
                  </a:moveTo>
                  <a:cubicBezTo>
                    <a:pt x="10621" y="3655"/>
                    <a:pt x="10669" y="3691"/>
                    <a:pt x="10669" y="3763"/>
                  </a:cubicBezTo>
                  <a:cubicBezTo>
                    <a:pt x="10669" y="3822"/>
                    <a:pt x="10621" y="3858"/>
                    <a:pt x="10562" y="3858"/>
                  </a:cubicBezTo>
                  <a:cubicBezTo>
                    <a:pt x="10502" y="3858"/>
                    <a:pt x="10454" y="3822"/>
                    <a:pt x="10454" y="3763"/>
                  </a:cubicBezTo>
                  <a:cubicBezTo>
                    <a:pt x="10454" y="3691"/>
                    <a:pt x="10502" y="3655"/>
                    <a:pt x="10562" y="3655"/>
                  </a:cubicBezTo>
                  <a:close/>
                  <a:moveTo>
                    <a:pt x="394" y="5382"/>
                  </a:moveTo>
                  <a:cubicBezTo>
                    <a:pt x="453" y="5382"/>
                    <a:pt x="501" y="5417"/>
                    <a:pt x="501" y="5477"/>
                  </a:cubicBezTo>
                  <a:cubicBezTo>
                    <a:pt x="501" y="5548"/>
                    <a:pt x="453" y="5584"/>
                    <a:pt x="394" y="5584"/>
                  </a:cubicBezTo>
                  <a:cubicBezTo>
                    <a:pt x="334" y="5584"/>
                    <a:pt x="287" y="5548"/>
                    <a:pt x="287" y="5477"/>
                  </a:cubicBezTo>
                  <a:cubicBezTo>
                    <a:pt x="287" y="5417"/>
                    <a:pt x="334" y="5382"/>
                    <a:pt x="394" y="5382"/>
                  </a:cubicBezTo>
                  <a:close/>
                  <a:moveTo>
                    <a:pt x="10562" y="5382"/>
                  </a:moveTo>
                  <a:cubicBezTo>
                    <a:pt x="10621" y="5382"/>
                    <a:pt x="10669" y="5429"/>
                    <a:pt x="10669" y="5489"/>
                  </a:cubicBezTo>
                  <a:cubicBezTo>
                    <a:pt x="10669" y="5548"/>
                    <a:pt x="10621" y="5584"/>
                    <a:pt x="10562" y="5584"/>
                  </a:cubicBezTo>
                  <a:cubicBezTo>
                    <a:pt x="10502" y="5584"/>
                    <a:pt x="10454" y="5548"/>
                    <a:pt x="10454" y="5489"/>
                  </a:cubicBezTo>
                  <a:cubicBezTo>
                    <a:pt x="10454" y="5429"/>
                    <a:pt x="10502" y="5382"/>
                    <a:pt x="10562" y="5382"/>
                  </a:cubicBezTo>
                  <a:close/>
                  <a:moveTo>
                    <a:pt x="394" y="7108"/>
                  </a:moveTo>
                  <a:cubicBezTo>
                    <a:pt x="453" y="7108"/>
                    <a:pt x="501" y="7144"/>
                    <a:pt x="501" y="7215"/>
                  </a:cubicBezTo>
                  <a:cubicBezTo>
                    <a:pt x="501" y="7275"/>
                    <a:pt x="453" y="7311"/>
                    <a:pt x="394" y="7311"/>
                  </a:cubicBezTo>
                  <a:cubicBezTo>
                    <a:pt x="334" y="7311"/>
                    <a:pt x="287" y="7275"/>
                    <a:pt x="287" y="7215"/>
                  </a:cubicBezTo>
                  <a:cubicBezTo>
                    <a:pt x="287" y="7144"/>
                    <a:pt x="334" y="7108"/>
                    <a:pt x="394" y="7108"/>
                  </a:cubicBezTo>
                  <a:close/>
                  <a:moveTo>
                    <a:pt x="10562" y="7120"/>
                  </a:moveTo>
                  <a:cubicBezTo>
                    <a:pt x="10621" y="7120"/>
                    <a:pt x="10669" y="7168"/>
                    <a:pt x="10669" y="7227"/>
                  </a:cubicBezTo>
                  <a:cubicBezTo>
                    <a:pt x="10669" y="7287"/>
                    <a:pt x="10621" y="7334"/>
                    <a:pt x="10562" y="7334"/>
                  </a:cubicBezTo>
                  <a:cubicBezTo>
                    <a:pt x="10502" y="7334"/>
                    <a:pt x="10454" y="7287"/>
                    <a:pt x="10454" y="7227"/>
                  </a:cubicBezTo>
                  <a:cubicBezTo>
                    <a:pt x="10454" y="7168"/>
                    <a:pt x="10502" y="7120"/>
                    <a:pt x="10562" y="7120"/>
                  </a:cubicBezTo>
                  <a:close/>
                  <a:moveTo>
                    <a:pt x="3751" y="10454"/>
                  </a:moveTo>
                  <a:cubicBezTo>
                    <a:pt x="3811" y="10454"/>
                    <a:pt x="3847" y="10501"/>
                    <a:pt x="3847" y="10561"/>
                  </a:cubicBezTo>
                  <a:cubicBezTo>
                    <a:pt x="3847" y="10621"/>
                    <a:pt x="3811" y="10668"/>
                    <a:pt x="3751" y="10668"/>
                  </a:cubicBezTo>
                  <a:cubicBezTo>
                    <a:pt x="3692" y="10668"/>
                    <a:pt x="3644" y="10621"/>
                    <a:pt x="3644" y="10561"/>
                  </a:cubicBezTo>
                  <a:cubicBezTo>
                    <a:pt x="3644" y="10501"/>
                    <a:pt x="3680" y="10454"/>
                    <a:pt x="3751" y="10454"/>
                  </a:cubicBezTo>
                  <a:close/>
                  <a:moveTo>
                    <a:pt x="5490" y="10454"/>
                  </a:moveTo>
                  <a:cubicBezTo>
                    <a:pt x="5549" y="10454"/>
                    <a:pt x="5597" y="10501"/>
                    <a:pt x="5597" y="10561"/>
                  </a:cubicBezTo>
                  <a:cubicBezTo>
                    <a:pt x="5597" y="10621"/>
                    <a:pt x="5537" y="10668"/>
                    <a:pt x="5490" y="10668"/>
                  </a:cubicBezTo>
                  <a:cubicBezTo>
                    <a:pt x="5430" y="10668"/>
                    <a:pt x="5382" y="10621"/>
                    <a:pt x="5382" y="10561"/>
                  </a:cubicBezTo>
                  <a:cubicBezTo>
                    <a:pt x="5382" y="10501"/>
                    <a:pt x="5430" y="10454"/>
                    <a:pt x="5490" y="10454"/>
                  </a:cubicBezTo>
                  <a:close/>
                  <a:moveTo>
                    <a:pt x="7216" y="10454"/>
                  </a:moveTo>
                  <a:cubicBezTo>
                    <a:pt x="7276" y="10454"/>
                    <a:pt x="7323" y="10501"/>
                    <a:pt x="7323" y="10561"/>
                  </a:cubicBezTo>
                  <a:cubicBezTo>
                    <a:pt x="7323" y="10621"/>
                    <a:pt x="7276" y="10668"/>
                    <a:pt x="7216" y="10668"/>
                  </a:cubicBezTo>
                  <a:cubicBezTo>
                    <a:pt x="7156" y="10668"/>
                    <a:pt x="7109" y="10621"/>
                    <a:pt x="7109" y="10561"/>
                  </a:cubicBezTo>
                  <a:cubicBezTo>
                    <a:pt x="7109" y="10501"/>
                    <a:pt x="7156" y="10454"/>
                    <a:pt x="7216" y="10454"/>
                  </a:cubicBezTo>
                  <a:close/>
                  <a:moveTo>
                    <a:pt x="3811" y="0"/>
                  </a:moveTo>
                  <a:cubicBezTo>
                    <a:pt x="3561" y="0"/>
                    <a:pt x="3394" y="203"/>
                    <a:pt x="3394" y="417"/>
                  </a:cubicBezTo>
                  <a:cubicBezTo>
                    <a:pt x="3394" y="595"/>
                    <a:pt x="3489" y="750"/>
                    <a:pt x="3656" y="810"/>
                  </a:cubicBezTo>
                  <a:lnTo>
                    <a:pt x="3656" y="1738"/>
                  </a:lnTo>
                  <a:lnTo>
                    <a:pt x="1965" y="1738"/>
                  </a:lnTo>
                  <a:cubicBezTo>
                    <a:pt x="1870" y="1738"/>
                    <a:pt x="1799" y="1810"/>
                    <a:pt x="1799" y="1893"/>
                  </a:cubicBezTo>
                  <a:lnTo>
                    <a:pt x="1799" y="3596"/>
                  </a:lnTo>
                  <a:lnTo>
                    <a:pt x="799" y="3596"/>
                  </a:lnTo>
                  <a:cubicBezTo>
                    <a:pt x="739" y="3441"/>
                    <a:pt x="596" y="3322"/>
                    <a:pt x="418" y="3322"/>
                  </a:cubicBezTo>
                  <a:cubicBezTo>
                    <a:pt x="179" y="3322"/>
                    <a:pt x="1" y="3524"/>
                    <a:pt x="1" y="3739"/>
                  </a:cubicBezTo>
                  <a:cubicBezTo>
                    <a:pt x="1" y="3977"/>
                    <a:pt x="191" y="4155"/>
                    <a:pt x="418" y="4155"/>
                  </a:cubicBezTo>
                  <a:cubicBezTo>
                    <a:pt x="596" y="4155"/>
                    <a:pt x="739" y="4048"/>
                    <a:pt x="799" y="3893"/>
                  </a:cubicBezTo>
                  <a:lnTo>
                    <a:pt x="1727" y="3893"/>
                  </a:lnTo>
                  <a:lnTo>
                    <a:pt x="1727" y="5310"/>
                  </a:lnTo>
                  <a:lnTo>
                    <a:pt x="799" y="5310"/>
                  </a:lnTo>
                  <a:cubicBezTo>
                    <a:pt x="739" y="5156"/>
                    <a:pt x="596" y="5036"/>
                    <a:pt x="418" y="5036"/>
                  </a:cubicBezTo>
                  <a:cubicBezTo>
                    <a:pt x="179" y="5036"/>
                    <a:pt x="1" y="5227"/>
                    <a:pt x="1" y="5453"/>
                  </a:cubicBezTo>
                  <a:cubicBezTo>
                    <a:pt x="1" y="5691"/>
                    <a:pt x="191" y="5870"/>
                    <a:pt x="418" y="5870"/>
                  </a:cubicBezTo>
                  <a:cubicBezTo>
                    <a:pt x="596" y="5870"/>
                    <a:pt x="739" y="5763"/>
                    <a:pt x="799" y="5608"/>
                  </a:cubicBezTo>
                  <a:lnTo>
                    <a:pt x="1727" y="5608"/>
                  </a:lnTo>
                  <a:lnTo>
                    <a:pt x="1727" y="7013"/>
                  </a:lnTo>
                  <a:lnTo>
                    <a:pt x="799" y="7013"/>
                  </a:lnTo>
                  <a:cubicBezTo>
                    <a:pt x="739" y="6870"/>
                    <a:pt x="596" y="6751"/>
                    <a:pt x="418" y="6751"/>
                  </a:cubicBezTo>
                  <a:cubicBezTo>
                    <a:pt x="179" y="6751"/>
                    <a:pt x="1" y="6941"/>
                    <a:pt x="1" y="7168"/>
                  </a:cubicBezTo>
                  <a:cubicBezTo>
                    <a:pt x="1" y="7406"/>
                    <a:pt x="191" y="7584"/>
                    <a:pt x="418" y="7584"/>
                  </a:cubicBezTo>
                  <a:cubicBezTo>
                    <a:pt x="596" y="7584"/>
                    <a:pt x="739" y="7477"/>
                    <a:pt x="799" y="7311"/>
                  </a:cubicBezTo>
                  <a:lnTo>
                    <a:pt x="1727" y="7311"/>
                  </a:lnTo>
                  <a:lnTo>
                    <a:pt x="1727" y="9013"/>
                  </a:lnTo>
                  <a:cubicBezTo>
                    <a:pt x="1727" y="9097"/>
                    <a:pt x="1799" y="9180"/>
                    <a:pt x="1882" y="9180"/>
                  </a:cubicBezTo>
                  <a:lnTo>
                    <a:pt x="3585" y="9180"/>
                  </a:lnTo>
                  <a:lnTo>
                    <a:pt x="3585" y="10097"/>
                  </a:lnTo>
                  <a:cubicBezTo>
                    <a:pt x="3430" y="10156"/>
                    <a:pt x="3311" y="10311"/>
                    <a:pt x="3311" y="10490"/>
                  </a:cubicBezTo>
                  <a:cubicBezTo>
                    <a:pt x="3311" y="10728"/>
                    <a:pt x="3513" y="10906"/>
                    <a:pt x="3727" y="10906"/>
                  </a:cubicBezTo>
                  <a:cubicBezTo>
                    <a:pt x="3966" y="10906"/>
                    <a:pt x="4144" y="10704"/>
                    <a:pt x="4144" y="10490"/>
                  </a:cubicBezTo>
                  <a:cubicBezTo>
                    <a:pt x="4144" y="10311"/>
                    <a:pt x="4049" y="10156"/>
                    <a:pt x="3882" y="10097"/>
                  </a:cubicBezTo>
                  <a:lnTo>
                    <a:pt x="3882" y="9180"/>
                  </a:lnTo>
                  <a:lnTo>
                    <a:pt x="5299" y="9180"/>
                  </a:lnTo>
                  <a:lnTo>
                    <a:pt x="5299" y="10097"/>
                  </a:lnTo>
                  <a:cubicBezTo>
                    <a:pt x="5144" y="10156"/>
                    <a:pt x="5025" y="10311"/>
                    <a:pt x="5025" y="10490"/>
                  </a:cubicBezTo>
                  <a:cubicBezTo>
                    <a:pt x="5025" y="10728"/>
                    <a:pt x="5216" y="10906"/>
                    <a:pt x="5442" y="10906"/>
                  </a:cubicBezTo>
                  <a:cubicBezTo>
                    <a:pt x="5680" y="10906"/>
                    <a:pt x="5859" y="10704"/>
                    <a:pt x="5859" y="10490"/>
                  </a:cubicBezTo>
                  <a:cubicBezTo>
                    <a:pt x="5859" y="10311"/>
                    <a:pt x="5752" y="10156"/>
                    <a:pt x="5597" y="10097"/>
                  </a:cubicBezTo>
                  <a:lnTo>
                    <a:pt x="5597" y="9180"/>
                  </a:lnTo>
                  <a:lnTo>
                    <a:pt x="7002" y="9180"/>
                  </a:lnTo>
                  <a:lnTo>
                    <a:pt x="7002" y="10097"/>
                  </a:lnTo>
                  <a:cubicBezTo>
                    <a:pt x="6859" y="10156"/>
                    <a:pt x="6740" y="10311"/>
                    <a:pt x="6740" y="10490"/>
                  </a:cubicBezTo>
                  <a:cubicBezTo>
                    <a:pt x="6740" y="10728"/>
                    <a:pt x="6930" y="10906"/>
                    <a:pt x="7156" y="10906"/>
                  </a:cubicBezTo>
                  <a:cubicBezTo>
                    <a:pt x="7383" y="10906"/>
                    <a:pt x="7573" y="10704"/>
                    <a:pt x="7573" y="10490"/>
                  </a:cubicBezTo>
                  <a:cubicBezTo>
                    <a:pt x="7573" y="10311"/>
                    <a:pt x="7466" y="10156"/>
                    <a:pt x="7299" y="10097"/>
                  </a:cubicBezTo>
                  <a:lnTo>
                    <a:pt x="7299" y="9180"/>
                  </a:lnTo>
                  <a:lnTo>
                    <a:pt x="9002" y="9180"/>
                  </a:lnTo>
                  <a:cubicBezTo>
                    <a:pt x="9085" y="9180"/>
                    <a:pt x="9169" y="9097"/>
                    <a:pt x="9169" y="9013"/>
                  </a:cubicBezTo>
                  <a:lnTo>
                    <a:pt x="9169" y="7311"/>
                  </a:lnTo>
                  <a:lnTo>
                    <a:pt x="10085" y="7311"/>
                  </a:lnTo>
                  <a:cubicBezTo>
                    <a:pt x="10145" y="7465"/>
                    <a:pt x="10300" y="7584"/>
                    <a:pt x="10478" y="7584"/>
                  </a:cubicBezTo>
                  <a:cubicBezTo>
                    <a:pt x="10716" y="7584"/>
                    <a:pt x="10895" y="7394"/>
                    <a:pt x="10895" y="7168"/>
                  </a:cubicBezTo>
                  <a:cubicBezTo>
                    <a:pt x="10895" y="6930"/>
                    <a:pt x="10693" y="6751"/>
                    <a:pt x="10478" y="6751"/>
                  </a:cubicBezTo>
                  <a:cubicBezTo>
                    <a:pt x="10300" y="6751"/>
                    <a:pt x="10145" y="6858"/>
                    <a:pt x="10085" y="7013"/>
                  </a:cubicBezTo>
                  <a:lnTo>
                    <a:pt x="9169" y="7013"/>
                  </a:lnTo>
                  <a:lnTo>
                    <a:pt x="9240" y="5644"/>
                  </a:lnTo>
                  <a:lnTo>
                    <a:pt x="10157" y="5644"/>
                  </a:lnTo>
                  <a:cubicBezTo>
                    <a:pt x="10216" y="5798"/>
                    <a:pt x="10371" y="5918"/>
                    <a:pt x="10550" y="5918"/>
                  </a:cubicBezTo>
                  <a:cubicBezTo>
                    <a:pt x="10788" y="5918"/>
                    <a:pt x="10966" y="5727"/>
                    <a:pt x="10966" y="5501"/>
                  </a:cubicBezTo>
                  <a:cubicBezTo>
                    <a:pt x="10966" y="5263"/>
                    <a:pt x="10776" y="5084"/>
                    <a:pt x="10550" y="5084"/>
                  </a:cubicBezTo>
                  <a:cubicBezTo>
                    <a:pt x="10371" y="5084"/>
                    <a:pt x="10216" y="5191"/>
                    <a:pt x="10157" y="5346"/>
                  </a:cubicBezTo>
                  <a:lnTo>
                    <a:pt x="9240" y="5346"/>
                  </a:lnTo>
                  <a:lnTo>
                    <a:pt x="9240" y="3905"/>
                  </a:lnTo>
                  <a:lnTo>
                    <a:pt x="10157" y="3905"/>
                  </a:lnTo>
                  <a:cubicBezTo>
                    <a:pt x="10216" y="4060"/>
                    <a:pt x="10371" y="4179"/>
                    <a:pt x="10550" y="4179"/>
                  </a:cubicBezTo>
                  <a:cubicBezTo>
                    <a:pt x="10788" y="4179"/>
                    <a:pt x="10966" y="3977"/>
                    <a:pt x="10966" y="3763"/>
                  </a:cubicBezTo>
                  <a:cubicBezTo>
                    <a:pt x="10966" y="3524"/>
                    <a:pt x="10776" y="3346"/>
                    <a:pt x="10550" y="3346"/>
                  </a:cubicBezTo>
                  <a:cubicBezTo>
                    <a:pt x="10371" y="3346"/>
                    <a:pt x="10216" y="3441"/>
                    <a:pt x="10157" y="3608"/>
                  </a:cubicBezTo>
                  <a:lnTo>
                    <a:pt x="9240" y="3608"/>
                  </a:lnTo>
                  <a:lnTo>
                    <a:pt x="9240" y="1917"/>
                  </a:lnTo>
                  <a:cubicBezTo>
                    <a:pt x="9240" y="1822"/>
                    <a:pt x="9169" y="1750"/>
                    <a:pt x="9073" y="1750"/>
                  </a:cubicBezTo>
                  <a:lnTo>
                    <a:pt x="8395" y="1750"/>
                  </a:lnTo>
                  <a:cubicBezTo>
                    <a:pt x="8299" y="1750"/>
                    <a:pt x="8228" y="1822"/>
                    <a:pt x="8228" y="1917"/>
                  </a:cubicBezTo>
                  <a:cubicBezTo>
                    <a:pt x="8228" y="2000"/>
                    <a:pt x="8299" y="2072"/>
                    <a:pt x="8395" y="2072"/>
                  </a:cubicBezTo>
                  <a:lnTo>
                    <a:pt x="8930" y="2072"/>
                  </a:lnTo>
                  <a:lnTo>
                    <a:pt x="8930" y="3763"/>
                  </a:lnTo>
                  <a:lnTo>
                    <a:pt x="8930" y="5489"/>
                  </a:lnTo>
                  <a:lnTo>
                    <a:pt x="8930" y="7215"/>
                  </a:lnTo>
                  <a:lnTo>
                    <a:pt x="8930" y="8906"/>
                  </a:lnTo>
                  <a:lnTo>
                    <a:pt x="2049" y="8906"/>
                  </a:lnTo>
                  <a:lnTo>
                    <a:pt x="2049" y="7215"/>
                  </a:lnTo>
                  <a:lnTo>
                    <a:pt x="2049" y="5489"/>
                  </a:lnTo>
                  <a:lnTo>
                    <a:pt x="2049" y="3763"/>
                  </a:lnTo>
                  <a:lnTo>
                    <a:pt x="2049" y="2060"/>
                  </a:lnTo>
                  <a:lnTo>
                    <a:pt x="7752" y="2060"/>
                  </a:lnTo>
                  <a:cubicBezTo>
                    <a:pt x="7835" y="2060"/>
                    <a:pt x="7918" y="1988"/>
                    <a:pt x="7918" y="1893"/>
                  </a:cubicBezTo>
                  <a:cubicBezTo>
                    <a:pt x="7918" y="1810"/>
                    <a:pt x="7835" y="1738"/>
                    <a:pt x="7752" y="1738"/>
                  </a:cubicBezTo>
                  <a:lnTo>
                    <a:pt x="7383" y="1738"/>
                  </a:lnTo>
                  <a:lnTo>
                    <a:pt x="7383" y="810"/>
                  </a:lnTo>
                  <a:cubicBezTo>
                    <a:pt x="7526" y="750"/>
                    <a:pt x="7645" y="595"/>
                    <a:pt x="7645" y="417"/>
                  </a:cubicBezTo>
                  <a:cubicBezTo>
                    <a:pt x="7645" y="179"/>
                    <a:pt x="7454" y="0"/>
                    <a:pt x="7228" y="0"/>
                  </a:cubicBezTo>
                  <a:cubicBezTo>
                    <a:pt x="6990" y="0"/>
                    <a:pt x="6811" y="203"/>
                    <a:pt x="6811" y="417"/>
                  </a:cubicBezTo>
                  <a:cubicBezTo>
                    <a:pt x="6811" y="595"/>
                    <a:pt x="6918" y="750"/>
                    <a:pt x="7085" y="810"/>
                  </a:cubicBezTo>
                  <a:lnTo>
                    <a:pt x="7085" y="1738"/>
                  </a:lnTo>
                  <a:lnTo>
                    <a:pt x="5668" y="1738"/>
                  </a:lnTo>
                  <a:lnTo>
                    <a:pt x="5668" y="810"/>
                  </a:lnTo>
                  <a:cubicBezTo>
                    <a:pt x="5811" y="750"/>
                    <a:pt x="5930" y="595"/>
                    <a:pt x="5930" y="417"/>
                  </a:cubicBezTo>
                  <a:cubicBezTo>
                    <a:pt x="5930" y="179"/>
                    <a:pt x="5740" y="0"/>
                    <a:pt x="5513" y="0"/>
                  </a:cubicBezTo>
                  <a:cubicBezTo>
                    <a:pt x="5275" y="0"/>
                    <a:pt x="5097" y="203"/>
                    <a:pt x="5097" y="417"/>
                  </a:cubicBezTo>
                  <a:cubicBezTo>
                    <a:pt x="5097" y="595"/>
                    <a:pt x="5204" y="750"/>
                    <a:pt x="5371" y="810"/>
                  </a:cubicBezTo>
                  <a:lnTo>
                    <a:pt x="5371" y="1738"/>
                  </a:lnTo>
                  <a:lnTo>
                    <a:pt x="3954" y="1738"/>
                  </a:lnTo>
                  <a:lnTo>
                    <a:pt x="3954" y="810"/>
                  </a:lnTo>
                  <a:cubicBezTo>
                    <a:pt x="4108" y="750"/>
                    <a:pt x="4216" y="595"/>
                    <a:pt x="4216" y="417"/>
                  </a:cubicBezTo>
                  <a:cubicBezTo>
                    <a:pt x="4216" y="179"/>
                    <a:pt x="4025" y="0"/>
                    <a:pt x="38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21"/>
            <p:cNvSpPr/>
            <p:nvPr/>
          </p:nvSpPr>
          <p:spPr>
            <a:xfrm>
              <a:off x="3599440" y="2956543"/>
              <a:ext cx="204494" cy="204843"/>
            </a:xfrm>
            <a:custGeom>
              <a:avLst/>
              <a:gdLst/>
              <a:ahLst/>
              <a:cxnLst/>
              <a:rect l="l" t="t" r="r" b="b"/>
              <a:pathLst>
                <a:path w="6455" h="6466" extrusionOk="0">
                  <a:moveTo>
                    <a:pt x="156" y="0"/>
                  </a:moveTo>
                  <a:cubicBezTo>
                    <a:pt x="72" y="0"/>
                    <a:pt x="1" y="84"/>
                    <a:pt x="1" y="167"/>
                  </a:cubicBezTo>
                  <a:lnTo>
                    <a:pt x="1" y="4644"/>
                  </a:lnTo>
                  <a:cubicBezTo>
                    <a:pt x="1" y="4739"/>
                    <a:pt x="72" y="4811"/>
                    <a:pt x="156" y="4811"/>
                  </a:cubicBezTo>
                  <a:cubicBezTo>
                    <a:pt x="251" y="4811"/>
                    <a:pt x="322" y="4739"/>
                    <a:pt x="322" y="4644"/>
                  </a:cubicBezTo>
                  <a:lnTo>
                    <a:pt x="322" y="334"/>
                  </a:lnTo>
                  <a:lnTo>
                    <a:pt x="6133" y="334"/>
                  </a:lnTo>
                  <a:lnTo>
                    <a:pt x="6133" y="6132"/>
                  </a:lnTo>
                  <a:lnTo>
                    <a:pt x="322" y="6132"/>
                  </a:lnTo>
                  <a:lnTo>
                    <a:pt x="322" y="5287"/>
                  </a:lnTo>
                  <a:cubicBezTo>
                    <a:pt x="322" y="5203"/>
                    <a:pt x="251" y="5120"/>
                    <a:pt x="156" y="5120"/>
                  </a:cubicBezTo>
                  <a:cubicBezTo>
                    <a:pt x="72" y="5120"/>
                    <a:pt x="1" y="5203"/>
                    <a:pt x="1" y="5287"/>
                  </a:cubicBezTo>
                  <a:lnTo>
                    <a:pt x="1" y="6299"/>
                  </a:lnTo>
                  <a:cubicBezTo>
                    <a:pt x="1" y="6394"/>
                    <a:pt x="72" y="6466"/>
                    <a:pt x="156" y="6466"/>
                  </a:cubicBezTo>
                  <a:lnTo>
                    <a:pt x="6287" y="6466"/>
                  </a:lnTo>
                  <a:cubicBezTo>
                    <a:pt x="6383" y="6466"/>
                    <a:pt x="6454" y="6394"/>
                    <a:pt x="6454" y="6299"/>
                  </a:cubicBezTo>
                  <a:lnTo>
                    <a:pt x="6454" y="167"/>
                  </a:lnTo>
                  <a:cubicBezTo>
                    <a:pt x="6442" y="84"/>
                    <a:pt x="6383" y="0"/>
                    <a:pt x="62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1"/>
            <p:cNvSpPr/>
            <p:nvPr/>
          </p:nvSpPr>
          <p:spPr>
            <a:xfrm>
              <a:off x="3661691" y="3018763"/>
              <a:ext cx="79992" cy="80372"/>
            </a:xfrm>
            <a:custGeom>
              <a:avLst/>
              <a:gdLst/>
              <a:ahLst/>
              <a:cxnLst/>
              <a:rect l="l" t="t" r="r" b="b"/>
              <a:pathLst>
                <a:path w="2525" h="2537" extrusionOk="0">
                  <a:moveTo>
                    <a:pt x="155" y="1"/>
                  </a:moveTo>
                  <a:cubicBezTo>
                    <a:pt x="72" y="1"/>
                    <a:pt x="1" y="84"/>
                    <a:pt x="1" y="168"/>
                  </a:cubicBezTo>
                  <a:lnTo>
                    <a:pt x="1" y="2370"/>
                  </a:lnTo>
                  <a:cubicBezTo>
                    <a:pt x="1" y="2466"/>
                    <a:pt x="72" y="2537"/>
                    <a:pt x="155" y="2537"/>
                  </a:cubicBezTo>
                  <a:lnTo>
                    <a:pt x="1013" y="2537"/>
                  </a:lnTo>
                  <a:cubicBezTo>
                    <a:pt x="1096" y="2537"/>
                    <a:pt x="1167" y="2466"/>
                    <a:pt x="1167" y="2370"/>
                  </a:cubicBezTo>
                  <a:cubicBezTo>
                    <a:pt x="1167" y="2287"/>
                    <a:pt x="1096" y="2204"/>
                    <a:pt x="1013" y="2204"/>
                  </a:cubicBezTo>
                  <a:lnTo>
                    <a:pt x="322" y="2204"/>
                  </a:lnTo>
                  <a:lnTo>
                    <a:pt x="322" y="322"/>
                  </a:lnTo>
                  <a:lnTo>
                    <a:pt x="2215" y="322"/>
                  </a:lnTo>
                  <a:lnTo>
                    <a:pt x="2215" y="2204"/>
                  </a:lnTo>
                  <a:lnTo>
                    <a:pt x="1632" y="2204"/>
                  </a:lnTo>
                  <a:cubicBezTo>
                    <a:pt x="1548" y="2204"/>
                    <a:pt x="1465" y="2287"/>
                    <a:pt x="1465" y="2370"/>
                  </a:cubicBezTo>
                  <a:cubicBezTo>
                    <a:pt x="1465" y="2466"/>
                    <a:pt x="1548" y="2537"/>
                    <a:pt x="1632" y="2537"/>
                  </a:cubicBezTo>
                  <a:lnTo>
                    <a:pt x="2346" y="2537"/>
                  </a:lnTo>
                  <a:cubicBezTo>
                    <a:pt x="2441" y="2537"/>
                    <a:pt x="2513" y="2466"/>
                    <a:pt x="2513" y="2370"/>
                  </a:cubicBezTo>
                  <a:lnTo>
                    <a:pt x="2513" y="168"/>
                  </a:lnTo>
                  <a:cubicBezTo>
                    <a:pt x="2525" y="84"/>
                    <a:pt x="2453" y="1"/>
                    <a:pt x="23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21"/>
            <p:cNvSpPr/>
            <p:nvPr/>
          </p:nvSpPr>
          <p:spPr>
            <a:xfrm>
              <a:off x="3625101" y="2982552"/>
              <a:ext cx="18501" cy="18533"/>
            </a:xfrm>
            <a:custGeom>
              <a:avLst/>
              <a:gdLst/>
              <a:ahLst/>
              <a:cxnLst/>
              <a:rect l="l" t="t" r="r" b="b"/>
              <a:pathLst>
                <a:path w="584" h="585" extrusionOk="0">
                  <a:moveTo>
                    <a:pt x="167" y="1"/>
                  </a:moveTo>
                  <a:cubicBezTo>
                    <a:pt x="84" y="1"/>
                    <a:pt x="1" y="72"/>
                    <a:pt x="1" y="168"/>
                  </a:cubicBezTo>
                  <a:lnTo>
                    <a:pt x="1" y="418"/>
                  </a:lnTo>
                  <a:cubicBezTo>
                    <a:pt x="1" y="513"/>
                    <a:pt x="84" y="584"/>
                    <a:pt x="167" y="584"/>
                  </a:cubicBezTo>
                  <a:lnTo>
                    <a:pt x="417" y="584"/>
                  </a:lnTo>
                  <a:cubicBezTo>
                    <a:pt x="513" y="584"/>
                    <a:pt x="584" y="513"/>
                    <a:pt x="584" y="418"/>
                  </a:cubicBezTo>
                  <a:lnTo>
                    <a:pt x="584" y="168"/>
                  </a:lnTo>
                  <a:cubicBezTo>
                    <a:pt x="584" y="72"/>
                    <a:pt x="513" y="1"/>
                    <a:pt x="4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21"/>
            <p:cNvSpPr/>
            <p:nvPr/>
          </p:nvSpPr>
          <p:spPr>
            <a:xfrm>
              <a:off x="3651522" y="2982552"/>
              <a:ext cx="18881" cy="18533"/>
            </a:xfrm>
            <a:custGeom>
              <a:avLst/>
              <a:gdLst/>
              <a:ahLst/>
              <a:cxnLst/>
              <a:rect l="l" t="t" r="r" b="b"/>
              <a:pathLst>
                <a:path w="596" h="585" extrusionOk="0">
                  <a:moveTo>
                    <a:pt x="167" y="1"/>
                  </a:moveTo>
                  <a:cubicBezTo>
                    <a:pt x="83" y="1"/>
                    <a:pt x="0" y="72"/>
                    <a:pt x="0" y="168"/>
                  </a:cubicBezTo>
                  <a:lnTo>
                    <a:pt x="0" y="418"/>
                  </a:lnTo>
                  <a:cubicBezTo>
                    <a:pt x="0" y="513"/>
                    <a:pt x="83" y="584"/>
                    <a:pt x="167" y="584"/>
                  </a:cubicBezTo>
                  <a:lnTo>
                    <a:pt x="417" y="584"/>
                  </a:lnTo>
                  <a:cubicBezTo>
                    <a:pt x="512" y="584"/>
                    <a:pt x="583" y="513"/>
                    <a:pt x="583" y="418"/>
                  </a:cubicBezTo>
                  <a:lnTo>
                    <a:pt x="583" y="168"/>
                  </a:lnTo>
                  <a:cubicBezTo>
                    <a:pt x="595" y="72"/>
                    <a:pt x="524" y="1"/>
                    <a:pt x="4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21"/>
            <p:cNvSpPr/>
            <p:nvPr/>
          </p:nvSpPr>
          <p:spPr>
            <a:xfrm>
              <a:off x="3679052" y="2982552"/>
              <a:ext cx="18501" cy="18533"/>
            </a:xfrm>
            <a:custGeom>
              <a:avLst/>
              <a:gdLst/>
              <a:ahLst/>
              <a:cxnLst/>
              <a:rect l="l" t="t" r="r" b="b"/>
              <a:pathLst>
                <a:path w="584" h="585" extrusionOk="0">
                  <a:moveTo>
                    <a:pt x="167" y="1"/>
                  </a:moveTo>
                  <a:cubicBezTo>
                    <a:pt x="72" y="1"/>
                    <a:pt x="0" y="72"/>
                    <a:pt x="0" y="168"/>
                  </a:cubicBezTo>
                  <a:lnTo>
                    <a:pt x="0" y="418"/>
                  </a:lnTo>
                  <a:cubicBezTo>
                    <a:pt x="0" y="513"/>
                    <a:pt x="72" y="584"/>
                    <a:pt x="167" y="584"/>
                  </a:cubicBezTo>
                  <a:lnTo>
                    <a:pt x="417" y="584"/>
                  </a:lnTo>
                  <a:cubicBezTo>
                    <a:pt x="500" y="584"/>
                    <a:pt x="584" y="513"/>
                    <a:pt x="584" y="418"/>
                  </a:cubicBezTo>
                  <a:lnTo>
                    <a:pt x="584" y="168"/>
                  </a:lnTo>
                  <a:cubicBezTo>
                    <a:pt x="584" y="72"/>
                    <a:pt x="500" y="1"/>
                    <a:pt x="4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21"/>
            <p:cNvSpPr/>
            <p:nvPr/>
          </p:nvSpPr>
          <p:spPr>
            <a:xfrm>
              <a:off x="3705822" y="2982552"/>
              <a:ext cx="18501" cy="18533"/>
            </a:xfrm>
            <a:custGeom>
              <a:avLst/>
              <a:gdLst/>
              <a:ahLst/>
              <a:cxnLst/>
              <a:rect l="l" t="t" r="r" b="b"/>
              <a:pathLst>
                <a:path w="584" h="585" extrusionOk="0">
                  <a:moveTo>
                    <a:pt x="167" y="1"/>
                  </a:moveTo>
                  <a:cubicBezTo>
                    <a:pt x="72" y="1"/>
                    <a:pt x="1" y="72"/>
                    <a:pt x="1" y="168"/>
                  </a:cubicBezTo>
                  <a:lnTo>
                    <a:pt x="1" y="418"/>
                  </a:lnTo>
                  <a:cubicBezTo>
                    <a:pt x="1" y="513"/>
                    <a:pt x="72" y="584"/>
                    <a:pt x="167" y="584"/>
                  </a:cubicBezTo>
                  <a:lnTo>
                    <a:pt x="417" y="584"/>
                  </a:lnTo>
                  <a:cubicBezTo>
                    <a:pt x="513" y="584"/>
                    <a:pt x="584" y="513"/>
                    <a:pt x="584" y="418"/>
                  </a:cubicBezTo>
                  <a:lnTo>
                    <a:pt x="584" y="168"/>
                  </a:lnTo>
                  <a:cubicBezTo>
                    <a:pt x="584" y="72"/>
                    <a:pt x="513" y="1"/>
                    <a:pt x="4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21"/>
            <p:cNvSpPr/>
            <p:nvPr/>
          </p:nvSpPr>
          <p:spPr>
            <a:xfrm>
              <a:off x="3732591" y="2982552"/>
              <a:ext cx="18533" cy="18533"/>
            </a:xfrm>
            <a:custGeom>
              <a:avLst/>
              <a:gdLst/>
              <a:ahLst/>
              <a:cxnLst/>
              <a:rect l="l" t="t" r="r" b="b"/>
              <a:pathLst>
                <a:path w="585" h="585" extrusionOk="0">
                  <a:moveTo>
                    <a:pt x="168" y="1"/>
                  </a:moveTo>
                  <a:cubicBezTo>
                    <a:pt x="72" y="1"/>
                    <a:pt x="1" y="72"/>
                    <a:pt x="1" y="168"/>
                  </a:cubicBezTo>
                  <a:lnTo>
                    <a:pt x="1" y="418"/>
                  </a:lnTo>
                  <a:cubicBezTo>
                    <a:pt x="1" y="513"/>
                    <a:pt x="72" y="584"/>
                    <a:pt x="168" y="584"/>
                  </a:cubicBezTo>
                  <a:lnTo>
                    <a:pt x="418" y="584"/>
                  </a:lnTo>
                  <a:cubicBezTo>
                    <a:pt x="513" y="584"/>
                    <a:pt x="584" y="513"/>
                    <a:pt x="584" y="418"/>
                  </a:cubicBezTo>
                  <a:lnTo>
                    <a:pt x="584" y="168"/>
                  </a:lnTo>
                  <a:cubicBezTo>
                    <a:pt x="584" y="72"/>
                    <a:pt x="513" y="1"/>
                    <a:pt x="4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21"/>
            <p:cNvSpPr/>
            <p:nvPr/>
          </p:nvSpPr>
          <p:spPr>
            <a:xfrm>
              <a:off x="3759773" y="2982552"/>
              <a:ext cx="18121" cy="18533"/>
            </a:xfrm>
            <a:custGeom>
              <a:avLst/>
              <a:gdLst/>
              <a:ahLst/>
              <a:cxnLst/>
              <a:rect l="l" t="t" r="r" b="b"/>
              <a:pathLst>
                <a:path w="572" h="585" extrusionOk="0">
                  <a:moveTo>
                    <a:pt x="155" y="1"/>
                  </a:moveTo>
                  <a:cubicBezTo>
                    <a:pt x="72" y="1"/>
                    <a:pt x="0" y="72"/>
                    <a:pt x="0" y="168"/>
                  </a:cubicBezTo>
                  <a:lnTo>
                    <a:pt x="0" y="418"/>
                  </a:lnTo>
                  <a:cubicBezTo>
                    <a:pt x="0" y="513"/>
                    <a:pt x="72" y="584"/>
                    <a:pt x="155" y="584"/>
                  </a:cubicBezTo>
                  <a:lnTo>
                    <a:pt x="417" y="584"/>
                  </a:lnTo>
                  <a:cubicBezTo>
                    <a:pt x="500" y="584"/>
                    <a:pt x="572" y="513"/>
                    <a:pt x="572" y="418"/>
                  </a:cubicBezTo>
                  <a:lnTo>
                    <a:pt x="572" y="168"/>
                  </a:lnTo>
                  <a:cubicBezTo>
                    <a:pt x="572" y="72"/>
                    <a:pt x="500" y="1"/>
                    <a:pt x="4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21"/>
            <p:cNvSpPr/>
            <p:nvPr/>
          </p:nvSpPr>
          <p:spPr>
            <a:xfrm>
              <a:off x="3625101" y="3116844"/>
              <a:ext cx="18501" cy="18501"/>
            </a:xfrm>
            <a:custGeom>
              <a:avLst/>
              <a:gdLst/>
              <a:ahLst/>
              <a:cxnLst/>
              <a:rect l="l" t="t" r="r" b="b"/>
              <a:pathLst>
                <a:path w="584" h="584" extrusionOk="0">
                  <a:moveTo>
                    <a:pt x="167" y="1"/>
                  </a:moveTo>
                  <a:cubicBezTo>
                    <a:pt x="84" y="1"/>
                    <a:pt x="1" y="84"/>
                    <a:pt x="1" y="167"/>
                  </a:cubicBezTo>
                  <a:lnTo>
                    <a:pt x="1" y="417"/>
                  </a:lnTo>
                  <a:cubicBezTo>
                    <a:pt x="1" y="513"/>
                    <a:pt x="84" y="584"/>
                    <a:pt x="167" y="584"/>
                  </a:cubicBezTo>
                  <a:lnTo>
                    <a:pt x="417" y="584"/>
                  </a:lnTo>
                  <a:cubicBezTo>
                    <a:pt x="513" y="584"/>
                    <a:pt x="584" y="513"/>
                    <a:pt x="584" y="417"/>
                  </a:cubicBezTo>
                  <a:lnTo>
                    <a:pt x="584" y="167"/>
                  </a:lnTo>
                  <a:cubicBezTo>
                    <a:pt x="584" y="84"/>
                    <a:pt x="513" y="1"/>
                    <a:pt x="4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1"/>
            <p:cNvSpPr/>
            <p:nvPr/>
          </p:nvSpPr>
          <p:spPr>
            <a:xfrm>
              <a:off x="3651522" y="3116844"/>
              <a:ext cx="18881" cy="18501"/>
            </a:xfrm>
            <a:custGeom>
              <a:avLst/>
              <a:gdLst/>
              <a:ahLst/>
              <a:cxnLst/>
              <a:rect l="l" t="t" r="r" b="b"/>
              <a:pathLst>
                <a:path w="596" h="584" extrusionOk="0">
                  <a:moveTo>
                    <a:pt x="167" y="1"/>
                  </a:moveTo>
                  <a:cubicBezTo>
                    <a:pt x="83" y="1"/>
                    <a:pt x="0" y="84"/>
                    <a:pt x="0" y="167"/>
                  </a:cubicBezTo>
                  <a:lnTo>
                    <a:pt x="0" y="417"/>
                  </a:lnTo>
                  <a:cubicBezTo>
                    <a:pt x="0" y="513"/>
                    <a:pt x="83" y="584"/>
                    <a:pt x="167" y="584"/>
                  </a:cubicBezTo>
                  <a:lnTo>
                    <a:pt x="417" y="584"/>
                  </a:lnTo>
                  <a:cubicBezTo>
                    <a:pt x="512" y="584"/>
                    <a:pt x="583" y="513"/>
                    <a:pt x="583" y="417"/>
                  </a:cubicBezTo>
                  <a:lnTo>
                    <a:pt x="583" y="167"/>
                  </a:lnTo>
                  <a:cubicBezTo>
                    <a:pt x="595" y="84"/>
                    <a:pt x="524" y="1"/>
                    <a:pt x="4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21"/>
            <p:cNvSpPr/>
            <p:nvPr/>
          </p:nvSpPr>
          <p:spPr>
            <a:xfrm>
              <a:off x="3679052" y="3116844"/>
              <a:ext cx="18501" cy="18501"/>
            </a:xfrm>
            <a:custGeom>
              <a:avLst/>
              <a:gdLst/>
              <a:ahLst/>
              <a:cxnLst/>
              <a:rect l="l" t="t" r="r" b="b"/>
              <a:pathLst>
                <a:path w="584" h="584" extrusionOk="0">
                  <a:moveTo>
                    <a:pt x="167" y="1"/>
                  </a:moveTo>
                  <a:cubicBezTo>
                    <a:pt x="72" y="1"/>
                    <a:pt x="0" y="84"/>
                    <a:pt x="0" y="167"/>
                  </a:cubicBezTo>
                  <a:lnTo>
                    <a:pt x="0" y="417"/>
                  </a:lnTo>
                  <a:cubicBezTo>
                    <a:pt x="0" y="513"/>
                    <a:pt x="72" y="584"/>
                    <a:pt x="167" y="584"/>
                  </a:cubicBezTo>
                  <a:lnTo>
                    <a:pt x="417" y="584"/>
                  </a:lnTo>
                  <a:cubicBezTo>
                    <a:pt x="500" y="584"/>
                    <a:pt x="584" y="513"/>
                    <a:pt x="584" y="417"/>
                  </a:cubicBezTo>
                  <a:lnTo>
                    <a:pt x="584" y="167"/>
                  </a:lnTo>
                  <a:cubicBezTo>
                    <a:pt x="584" y="84"/>
                    <a:pt x="500" y="1"/>
                    <a:pt x="4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21"/>
            <p:cNvSpPr/>
            <p:nvPr/>
          </p:nvSpPr>
          <p:spPr>
            <a:xfrm>
              <a:off x="3705822" y="3116844"/>
              <a:ext cx="18501" cy="18501"/>
            </a:xfrm>
            <a:custGeom>
              <a:avLst/>
              <a:gdLst/>
              <a:ahLst/>
              <a:cxnLst/>
              <a:rect l="l" t="t" r="r" b="b"/>
              <a:pathLst>
                <a:path w="584" h="584" extrusionOk="0">
                  <a:moveTo>
                    <a:pt x="167" y="1"/>
                  </a:moveTo>
                  <a:cubicBezTo>
                    <a:pt x="72" y="1"/>
                    <a:pt x="1" y="84"/>
                    <a:pt x="1" y="167"/>
                  </a:cubicBezTo>
                  <a:lnTo>
                    <a:pt x="1" y="417"/>
                  </a:lnTo>
                  <a:cubicBezTo>
                    <a:pt x="1" y="513"/>
                    <a:pt x="72" y="584"/>
                    <a:pt x="167" y="584"/>
                  </a:cubicBezTo>
                  <a:lnTo>
                    <a:pt x="417" y="584"/>
                  </a:lnTo>
                  <a:cubicBezTo>
                    <a:pt x="513" y="584"/>
                    <a:pt x="584" y="513"/>
                    <a:pt x="584" y="417"/>
                  </a:cubicBezTo>
                  <a:lnTo>
                    <a:pt x="584" y="167"/>
                  </a:lnTo>
                  <a:cubicBezTo>
                    <a:pt x="584" y="84"/>
                    <a:pt x="513" y="1"/>
                    <a:pt x="4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1"/>
            <p:cNvSpPr/>
            <p:nvPr/>
          </p:nvSpPr>
          <p:spPr>
            <a:xfrm>
              <a:off x="3732591" y="3116844"/>
              <a:ext cx="18533" cy="18501"/>
            </a:xfrm>
            <a:custGeom>
              <a:avLst/>
              <a:gdLst/>
              <a:ahLst/>
              <a:cxnLst/>
              <a:rect l="l" t="t" r="r" b="b"/>
              <a:pathLst>
                <a:path w="585" h="584" extrusionOk="0">
                  <a:moveTo>
                    <a:pt x="168" y="1"/>
                  </a:moveTo>
                  <a:cubicBezTo>
                    <a:pt x="72" y="1"/>
                    <a:pt x="1" y="84"/>
                    <a:pt x="1" y="167"/>
                  </a:cubicBezTo>
                  <a:lnTo>
                    <a:pt x="1" y="417"/>
                  </a:lnTo>
                  <a:cubicBezTo>
                    <a:pt x="1" y="513"/>
                    <a:pt x="72" y="584"/>
                    <a:pt x="168" y="584"/>
                  </a:cubicBezTo>
                  <a:lnTo>
                    <a:pt x="418" y="584"/>
                  </a:lnTo>
                  <a:cubicBezTo>
                    <a:pt x="513" y="584"/>
                    <a:pt x="584" y="513"/>
                    <a:pt x="584" y="417"/>
                  </a:cubicBezTo>
                  <a:lnTo>
                    <a:pt x="584" y="167"/>
                  </a:lnTo>
                  <a:cubicBezTo>
                    <a:pt x="584" y="84"/>
                    <a:pt x="513" y="1"/>
                    <a:pt x="4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21"/>
            <p:cNvSpPr/>
            <p:nvPr/>
          </p:nvSpPr>
          <p:spPr>
            <a:xfrm>
              <a:off x="3759773" y="3116844"/>
              <a:ext cx="18121" cy="18501"/>
            </a:xfrm>
            <a:custGeom>
              <a:avLst/>
              <a:gdLst/>
              <a:ahLst/>
              <a:cxnLst/>
              <a:rect l="l" t="t" r="r" b="b"/>
              <a:pathLst>
                <a:path w="572" h="584" extrusionOk="0">
                  <a:moveTo>
                    <a:pt x="155" y="1"/>
                  </a:moveTo>
                  <a:cubicBezTo>
                    <a:pt x="72" y="1"/>
                    <a:pt x="0" y="84"/>
                    <a:pt x="0" y="167"/>
                  </a:cubicBezTo>
                  <a:lnTo>
                    <a:pt x="0" y="417"/>
                  </a:lnTo>
                  <a:cubicBezTo>
                    <a:pt x="0" y="513"/>
                    <a:pt x="72" y="584"/>
                    <a:pt x="155" y="584"/>
                  </a:cubicBezTo>
                  <a:lnTo>
                    <a:pt x="417" y="584"/>
                  </a:lnTo>
                  <a:cubicBezTo>
                    <a:pt x="500" y="584"/>
                    <a:pt x="572" y="513"/>
                    <a:pt x="572" y="417"/>
                  </a:cubicBezTo>
                  <a:lnTo>
                    <a:pt x="572" y="167"/>
                  </a:lnTo>
                  <a:cubicBezTo>
                    <a:pt x="572" y="84"/>
                    <a:pt x="500" y="1"/>
                    <a:pt x="4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21"/>
            <p:cNvSpPr/>
            <p:nvPr/>
          </p:nvSpPr>
          <p:spPr>
            <a:xfrm>
              <a:off x="3625101" y="3009354"/>
              <a:ext cx="18501" cy="18501"/>
            </a:xfrm>
            <a:custGeom>
              <a:avLst/>
              <a:gdLst/>
              <a:ahLst/>
              <a:cxnLst/>
              <a:rect l="l" t="t" r="r" b="b"/>
              <a:pathLst>
                <a:path w="584" h="584" extrusionOk="0">
                  <a:moveTo>
                    <a:pt x="167" y="0"/>
                  </a:moveTo>
                  <a:cubicBezTo>
                    <a:pt x="84" y="0"/>
                    <a:pt x="1" y="84"/>
                    <a:pt x="1" y="167"/>
                  </a:cubicBezTo>
                  <a:lnTo>
                    <a:pt x="1" y="417"/>
                  </a:lnTo>
                  <a:cubicBezTo>
                    <a:pt x="1" y="512"/>
                    <a:pt x="84" y="584"/>
                    <a:pt x="167" y="584"/>
                  </a:cubicBezTo>
                  <a:lnTo>
                    <a:pt x="417" y="584"/>
                  </a:lnTo>
                  <a:cubicBezTo>
                    <a:pt x="513" y="584"/>
                    <a:pt x="584" y="512"/>
                    <a:pt x="584" y="417"/>
                  </a:cubicBezTo>
                  <a:lnTo>
                    <a:pt x="584" y="167"/>
                  </a:lnTo>
                  <a:cubicBezTo>
                    <a:pt x="584" y="84"/>
                    <a:pt x="513" y="0"/>
                    <a:pt x="4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21"/>
            <p:cNvSpPr/>
            <p:nvPr/>
          </p:nvSpPr>
          <p:spPr>
            <a:xfrm>
              <a:off x="3625101" y="3036503"/>
              <a:ext cx="18501" cy="18153"/>
            </a:xfrm>
            <a:custGeom>
              <a:avLst/>
              <a:gdLst/>
              <a:ahLst/>
              <a:cxnLst/>
              <a:rect l="l" t="t" r="r" b="b"/>
              <a:pathLst>
                <a:path w="584" h="573" extrusionOk="0">
                  <a:moveTo>
                    <a:pt x="167" y="1"/>
                  </a:moveTo>
                  <a:cubicBezTo>
                    <a:pt x="84" y="1"/>
                    <a:pt x="1" y="72"/>
                    <a:pt x="1" y="155"/>
                  </a:cubicBezTo>
                  <a:lnTo>
                    <a:pt x="1" y="417"/>
                  </a:lnTo>
                  <a:cubicBezTo>
                    <a:pt x="1" y="501"/>
                    <a:pt x="84" y="572"/>
                    <a:pt x="167" y="572"/>
                  </a:cubicBezTo>
                  <a:lnTo>
                    <a:pt x="417" y="572"/>
                  </a:lnTo>
                  <a:cubicBezTo>
                    <a:pt x="513" y="572"/>
                    <a:pt x="584" y="501"/>
                    <a:pt x="584" y="417"/>
                  </a:cubicBezTo>
                  <a:lnTo>
                    <a:pt x="584" y="155"/>
                  </a:lnTo>
                  <a:cubicBezTo>
                    <a:pt x="584" y="72"/>
                    <a:pt x="513" y="1"/>
                    <a:pt x="4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21"/>
            <p:cNvSpPr/>
            <p:nvPr/>
          </p:nvSpPr>
          <p:spPr>
            <a:xfrm>
              <a:off x="3625101" y="3063273"/>
              <a:ext cx="18501" cy="18533"/>
            </a:xfrm>
            <a:custGeom>
              <a:avLst/>
              <a:gdLst/>
              <a:ahLst/>
              <a:cxnLst/>
              <a:rect l="l" t="t" r="r" b="b"/>
              <a:pathLst>
                <a:path w="584" h="585" extrusionOk="0">
                  <a:moveTo>
                    <a:pt x="167" y="1"/>
                  </a:moveTo>
                  <a:cubicBezTo>
                    <a:pt x="84" y="1"/>
                    <a:pt x="1" y="72"/>
                    <a:pt x="1" y="168"/>
                  </a:cubicBezTo>
                  <a:lnTo>
                    <a:pt x="1" y="418"/>
                  </a:lnTo>
                  <a:cubicBezTo>
                    <a:pt x="1" y="501"/>
                    <a:pt x="84" y="584"/>
                    <a:pt x="167" y="584"/>
                  </a:cubicBezTo>
                  <a:lnTo>
                    <a:pt x="417" y="584"/>
                  </a:lnTo>
                  <a:cubicBezTo>
                    <a:pt x="513" y="584"/>
                    <a:pt x="584" y="501"/>
                    <a:pt x="584" y="418"/>
                  </a:cubicBezTo>
                  <a:lnTo>
                    <a:pt x="584" y="168"/>
                  </a:lnTo>
                  <a:cubicBezTo>
                    <a:pt x="584" y="72"/>
                    <a:pt x="513" y="1"/>
                    <a:pt x="4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21"/>
            <p:cNvSpPr/>
            <p:nvPr/>
          </p:nvSpPr>
          <p:spPr>
            <a:xfrm>
              <a:off x="3625101" y="3090074"/>
              <a:ext cx="18501" cy="18501"/>
            </a:xfrm>
            <a:custGeom>
              <a:avLst/>
              <a:gdLst/>
              <a:ahLst/>
              <a:cxnLst/>
              <a:rect l="l" t="t" r="r" b="b"/>
              <a:pathLst>
                <a:path w="584" h="584" extrusionOk="0">
                  <a:moveTo>
                    <a:pt x="167" y="0"/>
                  </a:moveTo>
                  <a:cubicBezTo>
                    <a:pt x="84" y="0"/>
                    <a:pt x="1" y="72"/>
                    <a:pt x="1" y="167"/>
                  </a:cubicBezTo>
                  <a:lnTo>
                    <a:pt x="1" y="417"/>
                  </a:lnTo>
                  <a:cubicBezTo>
                    <a:pt x="1" y="512"/>
                    <a:pt x="84" y="584"/>
                    <a:pt x="167" y="584"/>
                  </a:cubicBezTo>
                  <a:lnTo>
                    <a:pt x="417" y="584"/>
                  </a:lnTo>
                  <a:cubicBezTo>
                    <a:pt x="513" y="584"/>
                    <a:pt x="584" y="512"/>
                    <a:pt x="584" y="417"/>
                  </a:cubicBezTo>
                  <a:lnTo>
                    <a:pt x="584" y="167"/>
                  </a:lnTo>
                  <a:cubicBezTo>
                    <a:pt x="584" y="72"/>
                    <a:pt x="513" y="0"/>
                    <a:pt x="4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21"/>
            <p:cNvSpPr/>
            <p:nvPr/>
          </p:nvSpPr>
          <p:spPr>
            <a:xfrm>
              <a:off x="3759773" y="3009354"/>
              <a:ext cx="18121" cy="18501"/>
            </a:xfrm>
            <a:custGeom>
              <a:avLst/>
              <a:gdLst/>
              <a:ahLst/>
              <a:cxnLst/>
              <a:rect l="l" t="t" r="r" b="b"/>
              <a:pathLst>
                <a:path w="572" h="584" extrusionOk="0">
                  <a:moveTo>
                    <a:pt x="155" y="0"/>
                  </a:moveTo>
                  <a:cubicBezTo>
                    <a:pt x="72" y="0"/>
                    <a:pt x="0" y="84"/>
                    <a:pt x="0" y="167"/>
                  </a:cubicBezTo>
                  <a:lnTo>
                    <a:pt x="0" y="417"/>
                  </a:lnTo>
                  <a:cubicBezTo>
                    <a:pt x="0" y="512"/>
                    <a:pt x="72" y="584"/>
                    <a:pt x="155" y="584"/>
                  </a:cubicBezTo>
                  <a:lnTo>
                    <a:pt x="417" y="584"/>
                  </a:lnTo>
                  <a:cubicBezTo>
                    <a:pt x="500" y="584"/>
                    <a:pt x="572" y="512"/>
                    <a:pt x="572" y="417"/>
                  </a:cubicBezTo>
                  <a:lnTo>
                    <a:pt x="572" y="167"/>
                  </a:lnTo>
                  <a:cubicBezTo>
                    <a:pt x="572" y="84"/>
                    <a:pt x="500" y="0"/>
                    <a:pt x="4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21"/>
            <p:cNvSpPr/>
            <p:nvPr/>
          </p:nvSpPr>
          <p:spPr>
            <a:xfrm>
              <a:off x="3759773" y="3036503"/>
              <a:ext cx="18121" cy="18153"/>
            </a:xfrm>
            <a:custGeom>
              <a:avLst/>
              <a:gdLst/>
              <a:ahLst/>
              <a:cxnLst/>
              <a:rect l="l" t="t" r="r" b="b"/>
              <a:pathLst>
                <a:path w="572" h="573" extrusionOk="0">
                  <a:moveTo>
                    <a:pt x="155" y="1"/>
                  </a:moveTo>
                  <a:cubicBezTo>
                    <a:pt x="72" y="1"/>
                    <a:pt x="0" y="72"/>
                    <a:pt x="0" y="155"/>
                  </a:cubicBezTo>
                  <a:lnTo>
                    <a:pt x="0" y="417"/>
                  </a:lnTo>
                  <a:cubicBezTo>
                    <a:pt x="0" y="501"/>
                    <a:pt x="72" y="572"/>
                    <a:pt x="155" y="572"/>
                  </a:cubicBezTo>
                  <a:lnTo>
                    <a:pt x="417" y="572"/>
                  </a:lnTo>
                  <a:cubicBezTo>
                    <a:pt x="500" y="572"/>
                    <a:pt x="572" y="501"/>
                    <a:pt x="572" y="417"/>
                  </a:cubicBezTo>
                  <a:lnTo>
                    <a:pt x="572" y="155"/>
                  </a:lnTo>
                  <a:cubicBezTo>
                    <a:pt x="572" y="72"/>
                    <a:pt x="500" y="1"/>
                    <a:pt x="4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21"/>
            <p:cNvSpPr/>
            <p:nvPr/>
          </p:nvSpPr>
          <p:spPr>
            <a:xfrm>
              <a:off x="3759773" y="3063273"/>
              <a:ext cx="18121" cy="18533"/>
            </a:xfrm>
            <a:custGeom>
              <a:avLst/>
              <a:gdLst/>
              <a:ahLst/>
              <a:cxnLst/>
              <a:rect l="l" t="t" r="r" b="b"/>
              <a:pathLst>
                <a:path w="572" h="585" extrusionOk="0">
                  <a:moveTo>
                    <a:pt x="155" y="1"/>
                  </a:moveTo>
                  <a:cubicBezTo>
                    <a:pt x="72" y="1"/>
                    <a:pt x="0" y="72"/>
                    <a:pt x="0" y="168"/>
                  </a:cubicBezTo>
                  <a:lnTo>
                    <a:pt x="0" y="418"/>
                  </a:lnTo>
                  <a:cubicBezTo>
                    <a:pt x="0" y="501"/>
                    <a:pt x="72" y="584"/>
                    <a:pt x="155" y="584"/>
                  </a:cubicBezTo>
                  <a:lnTo>
                    <a:pt x="417" y="584"/>
                  </a:lnTo>
                  <a:cubicBezTo>
                    <a:pt x="500" y="584"/>
                    <a:pt x="572" y="501"/>
                    <a:pt x="572" y="418"/>
                  </a:cubicBezTo>
                  <a:lnTo>
                    <a:pt x="572" y="168"/>
                  </a:lnTo>
                  <a:cubicBezTo>
                    <a:pt x="572" y="72"/>
                    <a:pt x="500" y="1"/>
                    <a:pt x="4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21"/>
            <p:cNvSpPr/>
            <p:nvPr/>
          </p:nvSpPr>
          <p:spPr>
            <a:xfrm>
              <a:off x="3759773" y="3090074"/>
              <a:ext cx="18121" cy="18501"/>
            </a:xfrm>
            <a:custGeom>
              <a:avLst/>
              <a:gdLst/>
              <a:ahLst/>
              <a:cxnLst/>
              <a:rect l="l" t="t" r="r" b="b"/>
              <a:pathLst>
                <a:path w="572" h="584" extrusionOk="0">
                  <a:moveTo>
                    <a:pt x="155" y="0"/>
                  </a:moveTo>
                  <a:cubicBezTo>
                    <a:pt x="72" y="0"/>
                    <a:pt x="0" y="72"/>
                    <a:pt x="0" y="167"/>
                  </a:cubicBezTo>
                  <a:lnTo>
                    <a:pt x="0" y="417"/>
                  </a:lnTo>
                  <a:cubicBezTo>
                    <a:pt x="0" y="512"/>
                    <a:pt x="72" y="584"/>
                    <a:pt x="155" y="584"/>
                  </a:cubicBezTo>
                  <a:lnTo>
                    <a:pt x="417" y="584"/>
                  </a:lnTo>
                  <a:cubicBezTo>
                    <a:pt x="500" y="584"/>
                    <a:pt x="572" y="512"/>
                    <a:pt x="572" y="417"/>
                  </a:cubicBezTo>
                  <a:lnTo>
                    <a:pt x="572" y="167"/>
                  </a:lnTo>
                  <a:cubicBezTo>
                    <a:pt x="572" y="72"/>
                    <a:pt x="500" y="0"/>
                    <a:pt x="4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1" name="Google Shape;311;p21"/>
          <p:cNvGrpSpPr/>
          <p:nvPr/>
        </p:nvGrpSpPr>
        <p:grpSpPr>
          <a:xfrm>
            <a:off x="7984671" y="3842588"/>
            <a:ext cx="215044" cy="348924"/>
            <a:chOff x="2691555" y="2884503"/>
            <a:chExt cx="215044" cy="348924"/>
          </a:xfrm>
        </p:grpSpPr>
        <p:sp>
          <p:nvSpPr>
            <p:cNvPr id="312" name="Google Shape;312;p21"/>
            <p:cNvSpPr/>
            <p:nvPr/>
          </p:nvSpPr>
          <p:spPr>
            <a:xfrm>
              <a:off x="2691555" y="2884503"/>
              <a:ext cx="215044" cy="348924"/>
            </a:xfrm>
            <a:custGeom>
              <a:avLst/>
              <a:gdLst/>
              <a:ahLst/>
              <a:cxnLst/>
              <a:rect l="l" t="t" r="r" b="b"/>
              <a:pathLst>
                <a:path w="6788" h="11014" extrusionOk="0">
                  <a:moveTo>
                    <a:pt x="632" y="4941"/>
                  </a:moveTo>
                  <a:lnTo>
                    <a:pt x="632" y="5394"/>
                  </a:lnTo>
                  <a:lnTo>
                    <a:pt x="441" y="5394"/>
                  </a:lnTo>
                  <a:lnTo>
                    <a:pt x="632" y="4941"/>
                  </a:lnTo>
                  <a:close/>
                  <a:moveTo>
                    <a:pt x="3703" y="0"/>
                  </a:moveTo>
                  <a:cubicBezTo>
                    <a:pt x="2013" y="0"/>
                    <a:pt x="632" y="1346"/>
                    <a:pt x="632" y="2989"/>
                  </a:cubicBezTo>
                  <a:lnTo>
                    <a:pt x="632" y="4179"/>
                  </a:lnTo>
                  <a:lnTo>
                    <a:pt x="36" y="5489"/>
                  </a:lnTo>
                  <a:cubicBezTo>
                    <a:pt x="1" y="5537"/>
                    <a:pt x="13" y="5596"/>
                    <a:pt x="48" y="5644"/>
                  </a:cubicBezTo>
                  <a:cubicBezTo>
                    <a:pt x="72" y="5692"/>
                    <a:pt x="120" y="5715"/>
                    <a:pt x="179" y="5715"/>
                  </a:cubicBezTo>
                  <a:lnTo>
                    <a:pt x="632" y="5715"/>
                  </a:lnTo>
                  <a:lnTo>
                    <a:pt x="632" y="6965"/>
                  </a:lnTo>
                  <a:cubicBezTo>
                    <a:pt x="632" y="7335"/>
                    <a:pt x="941" y="7656"/>
                    <a:pt x="1310" y="7656"/>
                  </a:cubicBezTo>
                  <a:lnTo>
                    <a:pt x="2156" y="7656"/>
                  </a:lnTo>
                  <a:lnTo>
                    <a:pt x="2156" y="8704"/>
                  </a:lnTo>
                  <a:lnTo>
                    <a:pt x="751" y="10775"/>
                  </a:lnTo>
                  <a:cubicBezTo>
                    <a:pt x="703" y="10835"/>
                    <a:pt x="703" y="10906"/>
                    <a:pt x="751" y="10954"/>
                  </a:cubicBezTo>
                  <a:cubicBezTo>
                    <a:pt x="775" y="11002"/>
                    <a:pt x="822" y="11014"/>
                    <a:pt x="882" y="11014"/>
                  </a:cubicBezTo>
                  <a:lnTo>
                    <a:pt x="929" y="11014"/>
                  </a:lnTo>
                  <a:lnTo>
                    <a:pt x="2394" y="10585"/>
                  </a:lnTo>
                  <a:cubicBezTo>
                    <a:pt x="2489" y="10549"/>
                    <a:pt x="2537" y="10466"/>
                    <a:pt x="2501" y="10394"/>
                  </a:cubicBezTo>
                  <a:cubicBezTo>
                    <a:pt x="2482" y="10328"/>
                    <a:pt x="2418" y="10277"/>
                    <a:pt x="2356" y="10277"/>
                  </a:cubicBezTo>
                  <a:cubicBezTo>
                    <a:pt x="2340" y="10277"/>
                    <a:pt x="2325" y="10280"/>
                    <a:pt x="2310" y="10287"/>
                  </a:cubicBezTo>
                  <a:lnTo>
                    <a:pt x="1263" y="10597"/>
                  </a:lnTo>
                  <a:lnTo>
                    <a:pt x="2441" y="8859"/>
                  </a:lnTo>
                  <a:cubicBezTo>
                    <a:pt x="2453" y="8823"/>
                    <a:pt x="2477" y="8799"/>
                    <a:pt x="2477" y="8763"/>
                  </a:cubicBezTo>
                  <a:lnTo>
                    <a:pt x="2477" y="7608"/>
                  </a:lnTo>
                  <a:lnTo>
                    <a:pt x="3453" y="7073"/>
                  </a:lnTo>
                  <a:cubicBezTo>
                    <a:pt x="3537" y="7025"/>
                    <a:pt x="3561" y="6942"/>
                    <a:pt x="3513" y="6846"/>
                  </a:cubicBezTo>
                  <a:cubicBezTo>
                    <a:pt x="3488" y="6797"/>
                    <a:pt x="3436" y="6765"/>
                    <a:pt x="3378" y="6765"/>
                  </a:cubicBezTo>
                  <a:cubicBezTo>
                    <a:pt x="3352" y="6765"/>
                    <a:pt x="3325" y="6772"/>
                    <a:pt x="3299" y="6787"/>
                  </a:cubicBezTo>
                  <a:lnTo>
                    <a:pt x="2263" y="7358"/>
                  </a:lnTo>
                  <a:lnTo>
                    <a:pt x="1298" y="7358"/>
                  </a:lnTo>
                  <a:cubicBezTo>
                    <a:pt x="1108" y="7358"/>
                    <a:pt x="941" y="7192"/>
                    <a:pt x="941" y="7001"/>
                  </a:cubicBezTo>
                  <a:lnTo>
                    <a:pt x="941" y="6549"/>
                  </a:lnTo>
                  <a:lnTo>
                    <a:pt x="1775" y="6549"/>
                  </a:lnTo>
                  <a:cubicBezTo>
                    <a:pt x="1870" y="6549"/>
                    <a:pt x="1941" y="6477"/>
                    <a:pt x="1941" y="6382"/>
                  </a:cubicBezTo>
                  <a:cubicBezTo>
                    <a:pt x="1941" y="6299"/>
                    <a:pt x="1870" y="6227"/>
                    <a:pt x="1775" y="6227"/>
                  </a:cubicBezTo>
                  <a:lnTo>
                    <a:pt x="941" y="6227"/>
                  </a:lnTo>
                  <a:lnTo>
                    <a:pt x="941" y="3025"/>
                  </a:lnTo>
                  <a:cubicBezTo>
                    <a:pt x="941" y="1548"/>
                    <a:pt x="2179" y="358"/>
                    <a:pt x="3715" y="358"/>
                  </a:cubicBezTo>
                  <a:cubicBezTo>
                    <a:pt x="5239" y="358"/>
                    <a:pt x="6478" y="1548"/>
                    <a:pt x="6478" y="3025"/>
                  </a:cubicBezTo>
                  <a:cubicBezTo>
                    <a:pt x="6478" y="4263"/>
                    <a:pt x="5811" y="5406"/>
                    <a:pt x="4727" y="6013"/>
                  </a:cubicBezTo>
                  <a:lnTo>
                    <a:pt x="3954" y="6442"/>
                  </a:lnTo>
                  <a:cubicBezTo>
                    <a:pt x="3870" y="6489"/>
                    <a:pt x="3846" y="6584"/>
                    <a:pt x="3894" y="6668"/>
                  </a:cubicBezTo>
                  <a:cubicBezTo>
                    <a:pt x="3918" y="6717"/>
                    <a:pt x="3971" y="6749"/>
                    <a:pt x="4029" y="6749"/>
                  </a:cubicBezTo>
                  <a:cubicBezTo>
                    <a:pt x="4055" y="6749"/>
                    <a:pt x="4082" y="6742"/>
                    <a:pt x="4108" y="6727"/>
                  </a:cubicBezTo>
                  <a:lnTo>
                    <a:pt x="4882" y="6299"/>
                  </a:lnTo>
                  <a:cubicBezTo>
                    <a:pt x="4918" y="6287"/>
                    <a:pt x="4930" y="6263"/>
                    <a:pt x="4966" y="6251"/>
                  </a:cubicBezTo>
                  <a:lnTo>
                    <a:pt x="4966" y="8525"/>
                  </a:lnTo>
                  <a:cubicBezTo>
                    <a:pt x="4966" y="8573"/>
                    <a:pt x="4977" y="8609"/>
                    <a:pt x="5001" y="8632"/>
                  </a:cubicBezTo>
                  <a:lnTo>
                    <a:pt x="5620" y="9323"/>
                  </a:lnTo>
                  <a:lnTo>
                    <a:pt x="2965" y="10109"/>
                  </a:lnTo>
                  <a:cubicBezTo>
                    <a:pt x="2882" y="10133"/>
                    <a:pt x="2834" y="10228"/>
                    <a:pt x="2858" y="10299"/>
                  </a:cubicBezTo>
                  <a:cubicBezTo>
                    <a:pt x="2882" y="10371"/>
                    <a:pt x="2953" y="10418"/>
                    <a:pt x="3013" y="10418"/>
                  </a:cubicBezTo>
                  <a:lnTo>
                    <a:pt x="3061" y="10418"/>
                  </a:lnTo>
                  <a:lnTo>
                    <a:pt x="5942" y="9573"/>
                  </a:lnTo>
                  <a:cubicBezTo>
                    <a:pt x="6001" y="9549"/>
                    <a:pt x="6037" y="9513"/>
                    <a:pt x="6049" y="9466"/>
                  </a:cubicBezTo>
                  <a:cubicBezTo>
                    <a:pt x="6061" y="9406"/>
                    <a:pt x="6049" y="9359"/>
                    <a:pt x="6013" y="9311"/>
                  </a:cubicBezTo>
                  <a:lnTo>
                    <a:pt x="5263" y="8442"/>
                  </a:lnTo>
                  <a:lnTo>
                    <a:pt x="5263" y="6013"/>
                  </a:lnTo>
                  <a:cubicBezTo>
                    <a:pt x="6216" y="5311"/>
                    <a:pt x="6787" y="4203"/>
                    <a:pt x="6787" y="2989"/>
                  </a:cubicBezTo>
                  <a:cubicBezTo>
                    <a:pt x="6787" y="1346"/>
                    <a:pt x="5406" y="0"/>
                    <a:pt x="37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1"/>
            <p:cNvSpPr/>
            <p:nvPr/>
          </p:nvSpPr>
          <p:spPr>
            <a:xfrm>
              <a:off x="2754535" y="2907503"/>
              <a:ext cx="126783" cy="127164"/>
            </a:xfrm>
            <a:custGeom>
              <a:avLst/>
              <a:gdLst/>
              <a:ahLst/>
              <a:cxnLst/>
              <a:rect l="l" t="t" r="r" b="b"/>
              <a:pathLst>
                <a:path w="4002" h="4014" extrusionOk="0">
                  <a:moveTo>
                    <a:pt x="1989" y="1"/>
                  </a:moveTo>
                  <a:cubicBezTo>
                    <a:pt x="953" y="1"/>
                    <a:pt x="72" y="822"/>
                    <a:pt x="1" y="1870"/>
                  </a:cubicBezTo>
                  <a:cubicBezTo>
                    <a:pt x="1" y="1953"/>
                    <a:pt x="61" y="2025"/>
                    <a:pt x="144" y="2048"/>
                  </a:cubicBezTo>
                  <a:cubicBezTo>
                    <a:pt x="239" y="2048"/>
                    <a:pt x="311" y="1989"/>
                    <a:pt x="322" y="1894"/>
                  </a:cubicBezTo>
                  <a:cubicBezTo>
                    <a:pt x="382" y="1013"/>
                    <a:pt x="1108" y="346"/>
                    <a:pt x="1989" y="346"/>
                  </a:cubicBezTo>
                  <a:cubicBezTo>
                    <a:pt x="2918" y="346"/>
                    <a:pt x="3656" y="1096"/>
                    <a:pt x="3656" y="2013"/>
                  </a:cubicBezTo>
                  <a:cubicBezTo>
                    <a:pt x="3656" y="2941"/>
                    <a:pt x="2918" y="3680"/>
                    <a:pt x="1989" y="3680"/>
                  </a:cubicBezTo>
                  <a:cubicBezTo>
                    <a:pt x="1251" y="3680"/>
                    <a:pt x="596" y="3191"/>
                    <a:pt x="382" y="2477"/>
                  </a:cubicBezTo>
                  <a:cubicBezTo>
                    <a:pt x="363" y="2401"/>
                    <a:pt x="298" y="2363"/>
                    <a:pt x="236" y="2363"/>
                  </a:cubicBezTo>
                  <a:cubicBezTo>
                    <a:pt x="221" y="2363"/>
                    <a:pt x="206" y="2365"/>
                    <a:pt x="191" y="2370"/>
                  </a:cubicBezTo>
                  <a:cubicBezTo>
                    <a:pt x="96" y="2406"/>
                    <a:pt x="61" y="2489"/>
                    <a:pt x="84" y="2560"/>
                  </a:cubicBezTo>
                  <a:cubicBezTo>
                    <a:pt x="322" y="3418"/>
                    <a:pt x="1108" y="4013"/>
                    <a:pt x="2001" y="4013"/>
                  </a:cubicBezTo>
                  <a:cubicBezTo>
                    <a:pt x="3109" y="4013"/>
                    <a:pt x="4001" y="3120"/>
                    <a:pt x="4001" y="2013"/>
                  </a:cubicBezTo>
                  <a:cubicBezTo>
                    <a:pt x="3990" y="917"/>
                    <a:pt x="3097" y="1"/>
                    <a:pt x="19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21"/>
            <p:cNvSpPr/>
            <p:nvPr/>
          </p:nvSpPr>
          <p:spPr>
            <a:xfrm>
              <a:off x="2781336" y="2931263"/>
              <a:ext cx="74321" cy="74353"/>
            </a:xfrm>
            <a:custGeom>
              <a:avLst/>
              <a:gdLst/>
              <a:ahLst/>
              <a:cxnLst/>
              <a:rect l="l" t="t" r="r" b="b"/>
              <a:pathLst>
                <a:path w="2346" h="2347" extrusionOk="0">
                  <a:moveTo>
                    <a:pt x="1465" y="310"/>
                  </a:moveTo>
                  <a:cubicBezTo>
                    <a:pt x="1620" y="310"/>
                    <a:pt x="1751" y="370"/>
                    <a:pt x="1858" y="477"/>
                  </a:cubicBezTo>
                  <a:cubicBezTo>
                    <a:pt x="1965" y="584"/>
                    <a:pt x="2024" y="715"/>
                    <a:pt x="2024" y="858"/>
                  </a:cubicBezTo>
                  <a:cubicBezTo>
                    <a:pt x="2024" y="1013"/>
                    <a:pt x="1965" y="1144"/>
                    <a:pt x="1858" y="1251"/>
                  </a:cubicBezTo>
                  <a:cubicBezTo>
                    <a:pt x="1751" y="1358"/>
                    <a:pt x="1620" y="1418"/>
                    <a:pt x="1465" y="1418"/>
                  </a:cubicBezTo>
                  <a:cubicBezTo>
                    <a:pt x="1322" y="1418"/>
                    <a:pt x="1191" y="1358"/>
                    <a:pt x="1084" y="1251"/>
                  </a:cubicBezTo>
                  <a:cubicBezTo>
                    <a:pt x="869" y="1037"/>
                    <a:pt x="869" y="679"/>
                    <a:pt x="1084" y="477"/>
                  </a:cubicBezTo>
                  <a:cubicBezTo>
                    <a:pt x="1191" y="370"/>
                    <a:pt x="1322" y="310"/>
                    <a:pt x="1465" y="310"/>
                  </a:cubicBezTo>
                  <a:close/>
                  <a:moveTo>
                    <a:pt x="1489" y="1"/>
                  </a:moveTo>
                  <a:cubicBezTo>
                    <a:pt x="1262" y="1"/>
                    <a:pt x="1036" y="84"/>
                    <a:pt x="869" y="251"/>
                  </a:cubicBezTo>
                  <a:cubicBezTo>
                    <a:pt x="572" y="548"/>
                    <a:pt x="536" y="1025"/>
                    <a:pt x="774" y="1370"/>
                  </a:cubicBezTo>
                  <a:lnTo>
                    <a:pt x="60" y="2084"/>
                  </a:lnTo>
                  <a:cubicBezTo>
                    <a:pt x="0" y="2144"/>
                    <a:pt x="0" y="2239"/>
                    <a:pt x="60" y="2299"/>
                  </a:cubicBezTo>
                  <a:cubicBezTo>
                    <a:pt x="84" y="2334"/>
                    <a:pt x="131" y="2346"/>
                    <a:pt x="179" y="2346"/>
                  </a:cubicBezTo>
                  <a:cubicBezTo>
                    <a:pt x="215" y="2346"/>
                    <a:pt x="262" y="2334"/>
                    <a:pt x="298" y="2299"/>
                  </a:cubicBezTo>
                  <a:lnTo>
                    <a:pt x="1012" y="1584"/>
                  </a:lnTo>
                  <a:cubicBezTo>
                    <a:pt x="1155" y="1691"/>
                    <a:pt x="1322" y="1739"/>
                    <a:pt x="1501" y="1739"/>
                  </a:cubicBezTo>
                  <a:cubicBezTo>
                    <a:pt x="1739" y="1739"/>
                    <a:pt x="1941" y="1644"/>
                    <a:pt x="2108" y="1489"/>
                  </a:cubicBezTo>
                  <a:cubicBezTo>
                    <a:pt x="2263" y="1310"/>
                    <a:pt x="2346" y="1096"/>
                    <a:pt x="2346" y="858"/>
                  </a:cubicBezTo>
                  <a:cubicBezTo>
                    <a:pt x="2346" y="620"/>
                    <a:pt x="2263" y="417"/>
                    <a:pt x="2096" y="251"/>
                  </a:cubicBezTo>
                  <a:cubicBezTo>
                    <a:pt x="1929" y="84"/>
                    <a:pt x="1703" y="1"/>
                    <a:pt x="14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5" name="Google Shape;315;p21"/>
          <p:cNvGrpSpPr/>
          <p:nvPr/>
        </p:nvGrpSpPr>
        <p:grpSpPr>
          <a:xfrm>
            <a:off x="7909985" y="1587301"/>
            <a:ext cx="364415" cy="220936"/>
            <a:chOff x="3961923" y="2486317"/>
            <a:chExt cx="364415" cy="220936"/>
          </a:xfrm>
        </p:grpSpPr>
        <p:sp>
          <p:nvSpPr>
            <p:cNvPr id="316" name="Google Shape;316;p21"/>
            <p:cNvSpPr/>
            <p:nvPr/>
          </p:nvSpPr>
          <p:spPr>
            <a:xfrm>
              <a:off x="4106764" y="2486507"/>
              <a:ext cx="219574" cy="220746"/>
            </a:xfrm>
            <a:custGeom>
              <a:avLst/>
              <a:gdLst/>
              <a:ahLst/>
              <a:cxnLst/>
              <a:rect l="l" t="t" r="r" b="b"/>
              <a:pathLst>
                <a:path w="6931" h="6968" extrusionOk="0">
                  <a:moveTo>
                    <a:pt x="4114" y="1"/>
                  </a:moveTo>
                  <a:cubicBezTo>
                    <a:pt x="4035" y="1"/>
                    <a:pt x="3953" y="69"/>
                    <a:pt x="3942" y="157"/>
                  </a:cubicBezTo>
                  <a:cubicBezTo>
                    <a:pt x="3930" y="240"/>
                    <a:pt x="4001" y="336"/>
                    <a:pt x="4085" y="348"/>
                  </a:cubicBezTo>
                  <a:cubicBezTo>
                    <a:pt x="4906" y="455"/>
                    <a:pt x="5633" y="895"/>
                    <a:pt x="6085" y="1574"/>
                  </a:cubicBezTo>
                  <a:cubicBezTo>
                    <a:pt x="6764" y="2610"/>
                    <a:pt x="6728" y="3943"/>
                    <a:pt x="5954" y="4908"/>
                  </a:cubicBezTo>
                  <a:cubicBezTo>
                    <a:pt x="5918" y="4943"/>
                    <a:pt x="5906" y="4991"/>
                    <a:pt x="5918" y="5027"/>
                  </a:cubicBezTo>
                  <a:lnTo>
                    <a:pt x="5990" y="6539"/>
                  </a:lnTo>
                  <a:lnTo>
                    <a:pt x="5990" y="6539"/>
                  </a:lnTo>
                  <a:lnTo>
                    <a:pt x="4644" y="5896"/>
                  </a:lnTo>
                  <a:cubicBezTo>
                    <a:pt x="4609" y="5884"/>
                    <a:pt x="4561" y="5884"/>
                    <a:pt x="4525" y="5884"/>
                  </a:cubicBezTo>
                  <a:cubicBezTo>
                    <a:pt x="4272" y="5957"/>
                    <a:pt x="4014" y="5992"/>
                    <a:pt x="3758" y="5992"/>
                  </a:cubicBezTo>
                  <a:cubicBezTo>
                    <a:pt x="2969" y="5992"/>
                    <a:pt x="2201" y="5659"/>
                    <a:pt x="1644" y="5074"/>
                  </a:cubicBezTo>
                  <a:cubicBezTo>
                    <a:pt x="1584" y="5015"/>
                    <a:pt x="1549" y="4955"/>
                    <a:pt x="1501" y="4896"/>
                  </a:cubicBezTo>
                  <a:cubicBezTo>
                    <a:pt x="1453" y="4836"/>
                    <a:pt x="1430" y="4789"/>
                    <a:pt x="1382" y="4729"/>
                  </a:cubicBezTo>
                  <a:lnTo>
                    <a:pt x="1382" y="4717"/>
                  </a:lnTo>
                  <a:cubicBezTo>
                    <a:pt x="1620" y="4300"/>
                    <a:pt x="1751" y="3836"/>
                    <a:pt x="1787" y="3384"/>
                  </a:cubicBezTo>
                  <a:cubicBezTo>
                    <a:pt x="1787" y="3288"/>
                    <a:pt x="1727" y="3205"/>
                    <a:pt x="1632" y="3205"/>
                  </a:cubicBezTo>
                  <a:cubicBezTo>
                    <a:pt x="1549" y="3205"/>
                    <a:pt x="1453" y="3265"/>
                    <a:pt x="1453" y="3348"/>
                  </a:cubicBezTo>
                  <a:cubicBezTo>
                    <a:pt x="1430" y="3836"/>
                    <a:pt x="1263" y="4312"/>
                    <a:pt x="977" y="4729"/>
                  </a:cubicBezTo>
                  <a:cubicBezTo>
                    <a:pt x="739" y="5074"/>
                    <a:pt x="441" y="5360"/>
                    <a:pt x="96" y="5586"/>
                  </a:cubicBezTo>
                  <a:cubicBezTo>
                    <a:pt x="25" y="5622"/>
                    <a:pt x="1" y="5729"/>
                    <a:pt x="37" y="5801"/>
                  </a:cubicBezTo>
                  <a:cubicBezTo>
                    <a:pt x="72" y="5848"/>
                    <a:pt x="132" y="5884"/>
                    <a:pt x="191" y="5884"/>
                  </a:cubicBezTo>
                  <a:cubicBezTo>
                    <a:pt x="215" y="5884"/>
                    <a:pt x="251" y="5860"/>
                    <a:pt x="275" y="5848"/>
                  </a:cubicBezTo>
                  <a:cubicBezTo>
                    <a:pt x="632" y="5622"/>
                    <a:pt x="953" y="5348"/>
                    <a:pt x="1192" y="5015"/>
                  </a:cubicBezTo>
                  <a:cubicBezTo>
                    <a:pt x="1203" y="5051"/>
                    <a:pt x="1215" y="5062"/>
                    <a:pt x="1251" y="5086"/>
                  </a:cubicBezTo>
                  <a:cubicBezTo>
                    <a:pt x="1311" y="5170"/>
                    <a:pt x="1370" y="5229"/>
                    <a:pt x="1406" y="5301"/>
                  </a:cubicBezTo>
                  <a:cubicBezTo>
                    <a:pt x="1811" y="5729"/>
                    <a:pt x="2323" y="6039"/>
                    <a:pt x="2894" y="6205"/>
                  </a:cubicBezTo>
                  <a:cubicBezTo>
                    <a:pt x="3179" y="6284"/>
                    <a:pt x="3465" y="6323"/>
                    <a:pt x="3749" y="6323"/>
                  </a:cubicBezTo>
                  <a:cubicBezTo>
                    <a:pt x="4021" y="6323"/>
                    <a:pt x="4293" y="6287"/>
                    <a:pt x="4561" y="6217"/>
                  </a:cubicBezTo>
                  <a:lnTo>
                    <a:pt x="6109" y="6956"/>
                  </a:lnTo>
                  <a:cubicBezTo>
                    <a:pt x="6145" y="6967"/>
                    <a:pt x="6156" y="6967"/>
                    <a:pt x="6192" y="6967"/>
                  </a:cubicBezTo>
                  <a:cubicBezTo>
                    <a:pt x="6216" y="6967"/>
                    <a:pt x="6252" y="6956"/>
                    <a:pt x="6275" y="6932"/>
                  </a:cubicBezTo>
                  <a:cubicBezTo>
                    <a:pt x="6323" y="6908"/>
                    <a:pt x="6347" y="6848"/>
                    <a:pt x="6347" y="6789"/>
                  </a:cubicBezTo>
                  <a:lnTo>
                    <a:pt x="6275" y="5074"/>
                  </a:lnTo>
                  <a:cubicBezTo>
                    <a:pt x="6668" y="4574"/>
                    <a:pt x="6883" y="3955"/>
                    <a:pt x="6918" y="3300"/>
                  </a:cubicBezTo>
                  <a:cubicBezTo>
                    <a:pt x="6930" y="2622"/>
                    <a:pt x="6752" y="1967"/>
                    <a:pt x="6371" y="1383"/>
                  </a:cubicBezTo>
                  <a:cubicBezTo>
                    <a:pt x="5859" y="633"/>
                    <a:pt x="5037" y="121"/>
                    <a:pt x="4132" y="2"/>
                  </a:cubicBezTo>
                  <a:cubicBezTo>
                    <a:pt x="4126" y="1"/>
                    <a:pt x="4120" y="1"/>
                    <a:pt x="41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21"/>
            <p:cNvSpPr/>
            <p:nvPr/>
          </p:nvSpPr>
          <p:spPr>
            <a:xfrm>
              <a:off x="3961923" y="2486317"/>
              <a:ext cx="259839" cy="220936"/>
            </a:xfrm>
            <a:custGeom>
              <a:avLst/>
              <a:gdLst/>
              <a:ahLst/>
              <a:cxnLst/>
              <a:rect l="l" t="t" r="r" b="b"/>
              <a:pathLst>
                <a:path w="8202" h="6974" extrusionOk="0">
                  <a:moveTo>
                    <a:pt x="3198" y="1"/>
                  </a:moveTo>
                  <a:cubicBezTo>
                    <a:pt x="2177" y="1"/>
                    <a:pt x="1174" y="493"/>
                    <a:pt x="560" y="1413"/>
                  </a:cubicBezTo>
                  <a:cubicBezTo>
                    <a:pt x="179" y="1973"/>
                    <a:pt x="1" y="2640"/>
                    <a:pt x="25" y="3318"/>
                  </a:cubicBezTo>
                  <a:cubicBezTo>
                    <a:pt x="60" y="3949"/>
                    <a:pt x="287" y="4556"/>
                    <a:pt x="668" y="5080"/>
                  </a:cubicBezTo>
                  <a:lnTo>
                    <a:pt x="596" y="6795"/>
                  </a:lnTo>
                  <a:cubicBezTo>
                    <a:pt x="596" y="6854"/>
                    <a:pt x="620" y="6914"/>
                    <a:pt x="668" y="6938"/>
                  </a:cubicBezTo>
                  <a:cubicBezTo>
                    <a:pt x="703" y="6962"/>
                    <a:pt x="727" y="6973"/>
                    <a:pt x="763" y="6973"/>
                  </a:cubicBezTo>
                  <a:cubicBezTo>
                    <a:pt x="787" y="6973"/>
                    <a:pt x="799" y="6973"/>
                    <a:pt x="834" y="6962"/>
                  </a:cubicBezTo>
                  <a:lnTo>
                    <a:pt x="2382" y="6235"/>
                  </a:lnTo>
                  <a:cubicBezTo>
                    <a:pt x="2647" y="6300"/>
                    <a:pt x="2916" y="6333"/>
                    <a:pt x="3186" y="6333"/>
                  </a:cubicBezTo>
                  <a:cubicBezTo>
                    <a:pt x="3512" y="6333"/>
                    <a:pt x="3837" y="6285"/>
                    <a:pt x="4156" y="6188"/>
                  </a:cubicBezTo>
                  <a:cubicBezTo>
                    <a:pt x="4240" y="6152"/>
                    <a:pt x="4287" y="6069"/>
                    <a:pt x="4251" y="5973"/>
                  </a:cubicBezTo>
                  <a:cubicBezTo>
                    <a:pt x="4233" y="5909"/>
                    <a:pt x="4172" y="5866"/>
                    <a:pt x="4107" y="5866"/>
                  </a:cubicBezTo>
                  <a:cubicBezTo>
                    <a:pt x="4088" y="5866"/>
                    <a:pt x="4068" y="5870"/>
                    <a:pt x="4049" y="5878"/>
                  </a:cubicBezTo>
                  <a:cubicBezTo>
                    <a:pt x="3772" y="5971"/>
                    <a:pt x="3484" y="6015"/>
                    <a:pt x="3198" y="6015"/>
                  </a:cubicBezTo>
                  <a:cubicBezTo>
                    <a:pt x="2931" y="6015"/>
                    <a:pt x="2664" y="5976"/>
                    <a:pt x="2406" y="5902"/>
                  </a:cubicBezTo>
                  <a:cubicBezTo>
                    <a:pt x="2391" y="5897"/>
                    <a:pt x="2376" y="5894"/>
                    <a:pt x="2361" y="5894"/>
                  </a:cubicBezTo>
                  <a:cubicBezTo>
                    <a:pt x="2339" y="5894"/>
                    <a:pt x="2315" y="5900"/>
                    <a:pt x="2287" y="5914"/>
                  </a:cubicBezTo>
                  <a:lnTo>
                    <a:pt x="941" y="6533"/>
                  </a:lnTo>
                  <a:lnTo>
                    <a:pt x="941" y="6533"/>
                  </a:lnTo>
                  <a:lnTo>
                    <a:pt x="1013" y="5021"/>
                  </a:lnTo>
                  <a:cubicBezTo>
                    <a:pt x="1013" y="4985"/>
                    <a:pt x="1001" y="4949"/>
                    <a:pt x="977" y="4902"/>
                  </a:cubicBezTo>
                  <a:cubicBezTo>
                    <a:pt x="203" y="3937"/>
                    <a:pt x="168" y="2604"/>
                    <a:pt x="846" y="1568"/>
                  </a:cubicBezTo>
                  <a:cubicBezTo>
                    <a:pt x="1393" y="759"/>
                    <a:pt x="2293" y="318"/>
                    <a:pt x="3208" y="318"/>
                  </a:cubicBezTo>
                  <a:cubicBezTo>
                    <a:pt x="3748" y="318"/>
                    <a:pt x="4294" y="472"/>
                    <a:pt x="4775" y="794"/>
                  </a:cubicBezTo>
                  <a:cubicBezTo>
                    <a:pt x="5430" y="1247"/>
                    <a:pt x="5883" y="1949"/>
                    <a:pt x="6002" y="2735"/>
                  </a:cubicBezTo>
                  <a:cubicBezTo>
                    <a:pt x="6013" y="2811"/>
                    <a:pt x="6083" y="2867"/>
                    <a:pt x="6168" y="2867"/>
                  </a:cubicBezTo>
                  <a:cubicBezTo>
                    <a:pt x="6176" y="2867"/>
                    <a:pt x="6184" y="2867"/>
                    <a:pt x="6192" y="2866"/>
                  </a:cubicBezTo>
                  <a:cubicBezTo>
                    <a:pt x="6275" y="2854"/>
                    <a:pt x="6335" y="2759"/>
                    <a:pt x="6323" y="2675"/>
                  </a:cubicBezTo>
                  <a:cubicBezTo>
                    <a:pt x="6264" y="2282"/>
                    <a:pt x="6133" y="1913"/>
                    <a:pt x="5954" y="1592"/>
                  </a:cubicBezTo>
                  <a:cubicBezTo>
                    <a:pt x="5990" y="1532"/>
                    <a:pt x="6025" y="1473"/>
                    <a:pt x="6073" y="1413"/>
                  </a:cubicBezTo>
                  <a:cubicBezTo>
                    <a:pt x="6133" y="1330"/>
                    <a:pt x="6192" y="1270"/>
                    <a:pt x="6252" y="1199"/>
                  </a:cubicBezTo>
                  <a:cubicBezTo>
                    <a:pt x="6395" y="1056"/>
                    <a:pt x="6561" y="901"/>
                    <a:pt x="6740" y="782"/>
                  </a:cubicBezTo>
                  <a:cubicBezTo>
                    <a:pt x="7121" y="520"/>
                    <a:pt x="7585" y="365"/>
                    <a:pt x="8050" y="318"/>
                  </a:cubicBezTo>
                  <a:cubicBezTo>
                    <a:pt x="8057" y="320"/>
                    <a:pt x="8065" y="322"/>
                    <a:pt x="8073" y="322"/>
                  </a:cubicBezTo>
                  <a:cubicBezTo>
                    <a:pt x="8137" y="322"/>
                    <a:pt x="8202" y="238"/>
                    <a:pt x="8180" y="163"/>
                  </a:cubicBezTo>
                  <a:cubicBezTo>
                    <a:pt x="8169" y="75"/>
                    <a:pt x="8107" y="7"/>
                    <a:pt x="8022" y="7"/>
                  </a:cubicBezTo>
                  <a:cubicBezTo>
                    <a:pt x="8016" y="7"/>
                    <a:pt x="8009" y="7"/>
                    <a:pt x="8002" y="8"/>
                  </a:cubicBezTo>
                  <a:cubicBezTo>
                    <a:pt x="7490" y="56"/>
                    <a:pt x="6978" y="234"/>
                    <a:pt x="6549" y="532"/>
                  </a:cubicBezTo>
                  <a:cubicBezTo>
                    <a:pt x="6359" y="663"/>
                    <a:pt x="6156" y="818"/>
                    <a:pt x="6002" y="996"/>
                  </a:cubicBezTo>
                  <a:cubicBezTo>
                    <a:pt x="5918" y="1068"/>
                    <a:pt x="5859" y="1139"/>
                    <a:pt x="5799" y="1211"/>
                  </a:cubicBezTo>
                  <a:cubicBezTo>
                    <a:pt x="5787" y="1247"/>
                    <a:pt x="5764" y="1258"/>
                    <a:pt x="5740" y="1294"/>
                  </a:cubicBezTo>
                  <a:cubicBezTo>
                    <a:pt x="5525" y="996"/>
                    <a:pt x="5252" y="735"/>
                    <a:pt x="4954" y="532"/>
                  </a:cubicBezTo>
                  <a:cubicBezTo>
                    <a:pt x="4414" y="174"/>
                    <a:pt x="3803" y="1"/>
                    <a:pt x="31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1"/>
            <p:cNvSpPr/>
            <p:nvPr/>
          </p:nvSpPr>
          <p:spPr>
            <a:xfrm>
              <a:off x="4015113" y="2540870"/>
              <a:ext cx="96212" cy="95832"/>
            </a:xfrm>
            <a:custGeom>
              <a:avLst/>
              <a:gdLst/>
              <a:ahLst/>
              <a:cxnLst/>
              <a:rect l="l" t="t" r="r" b="b"/>
              <a:pathLst>
                <a:path w="3037" h="3025" extrusionOk="0">
                  <a:moveTo>
                    <a:pt x="1418" y="346"/>
                  </a:moveTo>
                  <a:cubicBezTo>
                    <a:pt x="2013" y="346"/>
                    <a:pt x="2501" y="834"/>
                    <a:pt x="2501" y="1430"/>
                  </a:cubicBezTo>
                  <a:cubicBezTo>
                    <a:pt x="2501" y="1668"/>
                    <a:pt x="2430" y="1894"/>
                    <a:pt x="2299" y="2072"/>
                  </a:cubicBezTo>
                  <a:lnTo>
                    <a:pt x="1537" y="1310"/>
                  </a:lnTo>
                  <a:cubicBezTo>
                    <a:pt x="1507" y="1281"/>
                    <a:pt x="1462" y="1266"/>
                    <a:pt x="1418" y="1266"/>
                  </a:cubicBezTo>
                  <a:cubicBezTo>
                    <a:pt x="1373" y="1266"/>
                    <a:pt x="1328" y="1281"/>
                    <a:pt x="1298" y="1310"/>
                  </a:cubicBezTo>
                  <a:cubicBezTo>
                    <a:pt x="1239" y="1370"/>
                    <a:pt x="1239" y="1489"/>
                    <a:pt x="1298" y="1549"/>
                  </a:cubicBezTo>
                  <a:lnTo>
                    <a:pt x="2060" y="2311"/>
                  </a:lnTo>
                  <a:cubicBezTo>
                    <a:pt x="1870" y="2442"/>
                    <a:pt x="1656" y="2513"/>
                    <a:pt x="1418" y="2513"/>
                  </a:cubicBezTo>
                  <a:cubicBezTo>
                    <a:pt x="822" y="2513"/>
                    <a:pt x="334" y="2025"/>
                    <a:pt x="334" y="1430"/>
                  </a:cubicBezTo>
                  <a:cubicBezTo>
                    <a:pt x="334" y="834"/>
                    <a:pt x="822" y="346"/>
                    <a:pt x="1418" y="346"/>
                  </a:cubicBezTo>
                  <a:close/>
                  <a:moveTo>
                    <a:pt x="1429" y="1"/>
                  </a:moveTo>
                  <a:cubicBezTo>
                    <a:pt x="644" y="1"/>
                    <a:pt x="1" y="644"/>
                    <a:pt x="1" y="1430"/>
                  </a:cubicBezTo>
                  <a:cubicBezTo>
                    <a:pt x="1" y="2215"/>
                    <a:pt x="644" y="2858"/>
                    <a:pt x="1429" y="2858"/>
                  </a:cubicBezTo>
                  <a:cubicBezTo>
                    <a:pt x="1763" y="2858"/>
                    <a:pt x="2072" y="2739"/>
                    <a:pt x="2310" y="2549"/>
                  </a:cubicBezTo>
                  <a:lnTo>
                    <a:pt x="2739" y="2977"/>
                  </a:lnTo>
                  <a:cubicBezTo>
                    <a:pt x="2775" y="3001"/>
                    <a:pt x="2811" y="3025"/>
                    <a:pt x="2858" y="3025"/>
                  </a:cubicBezTo>
                  <a:cubicBezTo>
                    <a:pt x="2906" y="3025"/>
                    <a:pt x="2953" y="3001"/>
                    <a:pt x="2977" y="2977"/>
                  </a:cubicBezTo>
                  <a:cubicBezTo>
                    <a:pt x="3037" y="2918"/>
                    <a:pt x="3037" y="2811"/>
                    <a:pt x="2977" y="2739"/>
                  </a:cubicBezTo>
                  <a:lnTo>
                    <a:pt x="2549" y="2311"/>
                  </a:lnTo>
                  <a:cubicBezTo>
                    <a:pt x="2739" y="2072"/>
                    <a:pt x="2858" y="1751"/>
                    <a:pt x="2858" y="1430"/>
                  </a:cubicBezTo>
                  <a:cubicBezTo>
                    <a:pt x="2858" y="644"/>
                    <a:pt x="2215" y="1"/>
                    <a:pt x="14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1"/>
            <p:cNvSpPr/>
            <p:nvPr/>
          </p:nvSpPr>
          <p:spPr>
            <a:xfrm>
              <a:off x="4186375" y="2539381"/>
              <a:ext cx="77331" cy="90541"/>
            </a:xfrm>
            <a:custGeom>
              <a:avLst/>
              <a:gdLst/>
              <a:ahLst/>
              <a:cxnLst/>
              <a:rect l="l" t="t" r="r" b="b"/>
              <a:pathLst>
                <a:path w="2441" h="2858" extrusionOk="0">
                  <a:moveTo>
                    <a:pt x="1203" y="607"/>
                  </a:moveTo>
                  <a:lnTo>
                    <a:pt x="1572" y="1524"/>
                  </a:lnTo>
                  <a:lnTo>
                    <a:pt x="834" y="1524"/>
                  </a:lnTo>
                  <a:lnTo>
                    <a:pt x="1203" y="607"/>
                  </a:lnTo>
                  <a:close/>
                  <a:moveTo>
                    <a:pt x="1215" y="0"/>
                  </a:moveTo>
                  <a:cubicBezTo>
                    <a:pt x="1155" y="0"/>
                    <a:pt x="1084" y="48"/>
                    <a:pt x="1072" y="107"/>
                  </a:cubicBezTo>
                  <a:lnTo>
                    <a:pt x="441" y="1619"/>
                  </a:lnTo>
                  <a:lnTo>
                    <a:pt x="24" y="2620"/>
                  </a:lnTo>
                  <a:cubicBezTo>
                    <a:pt x="0" y="2715"/>
                    <a:pt x="24" y="2798"/>
                    <a:pt x="119" y="2846"/>
                  </a:cubicBezTo>
                  <a:cubicBezTo>
                    <a:pt x="139" y="2851"/>
                    <a:pt x="159" y="2854"/>
                    <a:pt x="179" y="2854"/>
                  </a:cubicBezTo>
                  <a:cubicBezTo>
                    <a:pt x="245" y="2854"/>
                    <a:pt x="309" y="2823"/>
                    <a:pt x="345" y="2750"/>
                  </a:cubicBezTo>
                  <a:lnTo>
                    <a:pt x="714" y="1858"/>
                  </a:lnTo>
                  <a:lnTo>
                    <a:pt x="1750" y="1858"/>
                  </a:lnTo>
                  <a:lnTo>
                    <a:pt x="2131" y="2750"/>
                  </a:lnTo>
                  <a:cubicBezTo>
                    <a:pt x="2155" y="2810"/>
                    <a:pt x="2215" y="2858"/>
                    <a:pt x="2274" y="2858"/>
                  </a:cubicBezTo>
                  <a:cubicBezTo>
                    <a:pt x="2286" y="2858"/>
                    <a:pt x="2322" y="2858"/>
                    <a:pt x="2334" y="2846"/>
                  </a:cubicBezTo>
                  <a:cubicBezTo>
                    <a:pt x="2405" y="2798"/>
                    <a:pt x="2441" y="2715"/>
                    <a:pt x="2405" y="2620"/>
                  </a:cubicBezTo>
                  <a:lnTo>
                    <a:pt x="1988" y="1619"/>
                  </a:lnTo>
                  <a:lnTo>
                    <a:pt x="1369" y="107"/>
                  </a:lnTo>
                  <a:cubicBezTo>
                    <a:pt x="1334" y="48"/>
                    <a:pt x="1274" y="0"/>
                    <a:pt x="12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0" name="Google Shape;320;p21"/>
          <p:cNvSpPr txBox="1"/>
          <p:nvPr/>
        </p:nvSpPr>
        <p:spPr>
          <a:xfrm>
            <a:off x="720000" y="1344100"/>
            <a:ext cx="6775500" cy="36222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 sz="2000">
                <a:solidFill>
                  <a:schemeClr val="dk1"/>
                </a:solidFill>
                <a:latin typeface="Quantico"/>
                <a:ea typeface="Quantico"/>
                <a:cs typeface="Quantico"/>
                <a:sym typeface="Quantico"/>
              </a:rPr>
              <a:t>Es la representación de una entidad del sistema. Se conforma de</a:t>
            </a:r>
            <a:endParaRPr sz="2000">
              <a:solidFill>
                <a:schemeClr val="dk1"/>
              </a:solidFill>
              <a:latin typeface="Quantico"/>
              <a:ea typeface="Quantico"/>
              <a:cs typeface="Quantico"/>
              <a:sym typeface="Quantico"/>
            </a:endParaRPr>
          </a:p>
          <a:p>
            <a:pPr marL="0" lvl="0" indent="0" algn="just" rtl="0">
              <a:spcBef>
                <a:spcPts val="0"/>
              </a:spcBef>
              <a:spcAft>
                <a:spcPts val="0"/>
              </a:spcAft>
              <a:buNone/>
            </a:pPr>
            <a:endParaRPr sz="2000">
              <a:solidFill>
                <a:schemeClr val="dk1"/>
              </a:solidFill>
              <a:latin typeface="Quantico"/>
              <a:ea typeface="Quantico"/>
              <a:cs typeface="Quantico"/>
              <a:sym typeface="Quantico"/>
            </a:endParaRPr>
          </a:p>
          <a:p>
            <a:pPr marL="457200" lvl="0" indent="-355600" algn="just" rtl="0">
              <a:spcBef>
                <a:spcPts val="0"/>
              </a:spcBef>
              <a:spcAft>
                <a:spcPts val="0"/>
              </a:spcAft>
              <a:buClr>
                <a:schemeClr val="dk1"/>
              </a:buClr>
              <a:buSzPts val="2000"/>
              <a:buFont typeface="Quantico"/>
              <a:buChar char="●"/>
            </a:pPr>
            <a:r>
              <a:rPr lang="en" sz="2000">
                <a:solidFill>
                  <a:schemeClr val="dk1"/>
                </a:solidFill>
                <a:latin typeface="Quantico"/>
                <a:ea typeface="Quantico"/>
                <a:cs typeface="Quantico"/>
                <a:sym typeface="Quantico"/>
              </a:rPr>
              <a:t>Estado: representado por los atributos. Son las propiedades que caracterizan la entidad.</a:t>
            </a:r>
            <a:endParaRPr sz="2000">
              <a:solidFill>
                <a:schemeClr val="dk1"/>
              </a:solidFill>
              <a:latin typeface="Quantico"/>
              <a:ea typeface="Quantico"/>
              <a:cs typeface="Quantico"/>
              <a:sym typeface="Quantico"/>
            </a:endParaRPr>
          </a:p>
          <a:p>
            <a:pPr marL="457200" lvl="0" indent="-355600" algn="just" rtl="0">
              <a:spcBef>
                <a:spcPts val="0"/>
              </a:spcBef>
              <a:spcAft>
                <a:spcPts val="0"/>
              </a:spcAft>
              <a:buClr>
                <a:schemeClr val="dk1"/>
              </a:buClr>
              <a:buSzPts val="2000"/>
              <a:buFont typeface="Quantico"/>
              <a:buChar char="●"/>
            </a:pPr>
            <a:r>
              <a:rPr lang="en" sz="2000">
                <a:solidFill>
                  <a:schemeClr val="dk1"/>
                </a:solidFill>
                <a:latin typeface="Quantico"/>
                <a:ea typeface="Quantico"/>
                <a:cs typeface="Quantico"/>
                <a:sym typeface="Quantico"/>
              </a:rPr>
              <a:t>Comportamiento: es el conjunto de funciones o métodos que operan el estado del objeto.</a:t>
            </a:r>
            <a:endParaRPr sz="2000">
              <a:solidFill>
                <a:schemeClr val="dk1"/>
              </a:solidFill>
              <a:latin typeface="Quantico"/>
              <a:ea typeface="Quantico"/>
              <a:cs typeface="Quantico"/>
              <a:sym typeface="Quantico"/>
            </a:endParaRPr>
          </a:p>
          <a:p>
            <a:pPr marL="0" lvl="0" indent="0" algn="just" rtl="0">
              <a:spcBef>
                <a:spcPts val="0"/>
              </a:spcBef>
              <a:spcAft>
                <a:spcPts val="0"/>
              </a:spcAft>
              <a:buNone/>
            </a:pPr>
            <a:endParaRPr sz="2000">
              <a:solidFill>
                <a:schemeClr val="dk1"/>
              </a:solidFill>
              <a:latin typeface="Quantico"/>
              <a:ea typeface="Quantico"/>
              <a:cs typeface="Quantico"/>
              <a:sym typeface="Quantico"/>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22"/>
          <p:cNvSpPr txBox="1">
            <a:spLocks noGrp="1"/>
          </p:cNvSpPr>
          <p:nvPr>
            <p:ph type="title"/>
          </p:nvPr>
        </p:nvSpPr>
        <p:spPr>
          <a:xfrm>
            <a:off x="720000" y="539500"/>
            <a:ext cx="7704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2"/>
                </a:solidFill>
              </a:rPr>
              <a:t>&lt;/</a:t>
            </a:r>
            <a:r>
              <a:rPr lang="en"/>
              <a:t>¿Qué es una instancia?</a:t>
            </a:r>
            <a:endParaRPr/>
          </a:p>
        </p:txBody>
      </p:sp>
      <p:grpSp>
        <p:nvGrpSpPr>
          <p:cNvPr id="326" name="Google Shape;326;p22"/>
          <p:cNvGrpSpPr/>
          <p:nvPr/>
        </p:nvGrpSpPr>
        <p:grpSpPr>
          <a:xfrm>
            <a:off x="7960150" y="3070053"/>
            <a:ext cx="264084" cy="347783"/>
            <a:chOff x="864062" y="2884503"/>
            <a:chExt cx="264084" cy="347783"/>
          </a:xfrm>
        </p:grpSpPr>
        <p:sp>
          <p:nvSpPr>
            <p:cNvPr id="327" name="Google Shape;327;p22"/>
            <p:cNvSpPr/>
            <p:nvPr/>
          </p:nvSpPr>
          <p:spPr>
            <a:xfrm>
              <a:off x="944783" y="2884503"/>
              <a:ext cx="102263" cy="122982"/>
            </a:xfrm>
            <a:custGeom>
              <a:avLst/>
              <a:gdLst/>
              <a:ahLst/>
              <a:cxnLst/>
              <a:rect l="l" t="t" r="r" b="b"/>
              <a:pathLst>
                <a:path w="3228" h="3882" extrusionOk="0">
                  <a:moveTo>
                    <a:pt x="1608" y="0"/>
                  </a:moveTo>
                  <a:cubicBezTo>
                    <a:pt x="715" y="0"/>
                    <a:pt x="1" y="727"/>
                    <a:pt x="1" y="1608"/>
                  </a:cubicBezTo>
                  <a:cubicBezTo>
                    <a:pt x="1" y="2286"/>
                    <a:pt x="418" y="2882"/>
                    <a:pt x="1060" y="3120"/>
                  </a:cubicBezTo>
                  <a:lnTo>
                    <a:pt x="1477" y="3810"/>
                  </a:lnTo>
                  <a:cubicBezTo>
                    <a:pt x="1501" y="3858"/>
                    <a:pt x="1549" y="3882"/>
                    <a:pt x="1608" y="3882"/>
                  </a:cubicBezTo>
                  <a:cubicBezTo>
                    <a:pt x="1668" y="3882"/>
                    <a:pt x="1715" y="3858"/>
                    <a:pt x="1739" y="3810"/>
                  </a:cubicBezTo>
                  <a:lnTo>
                    <a:pt x="2156" y="3120"/>
                  </a:lnTo>
                  <a:cubicBezTo>
                    <a:pt x="2561" y="2977"/>
                    <a:pt x="2906" y="2667"/>
                    <a:pt x="3085" y="2263"/>
                  </a:cubicBezTo>
                  <a:cubicBezTo>
                    <a:pt x="3108" y="2191"/>
                    <a:pt x="3085" y="2084"/>
                    <a:pt x="3001" y="2060"/>
                  </a:cubicBezTo>
                  <a:cubicBezTo>
                    <a:pt x="2982" y="2051"/>
                    <a:pt x="2961" y="2046"/>
                    <a:pt x="2940" y="2046"/>
                  </a:cubicBezTo>
                  <a:cubicBezTo>
                    <a:pt x="2883" y="2046"/>
                    <a:pt x="2825" y="2079"/>
                    <a:pt x="2799" y="2132"/>
                  </a:cubicBezTo>
                  <a:cubicBezTo>
                    <a:pt x="2644" y="2465"/>
                    <a:pt x="2370" y="2727"/>
                    <a:pt x="2013" y="2834"/>
                  </a:cubicBezTo>
                  <a:cubicBezTo>
                    <a:pt x="1977" y="2846"/>
                    <a:pt x="1930" y="2858"/>
                    <a:pt x="1918" y="2905"/>
                  </a:cubicBezTo>
                  <a:lnTo>
                    <a:pt x="1608" y="3406"/>
                  </a:lnTo>
                  <a:lnTo>
                    <a:pt x="1299" y="2905"/>
                  </a:lnTo>
                  <a:cubicBezTo>
                    <a:pt x="1275" y="2870"/>
                    <a:pt x="1251" y="2846"/>
                    <a:pt x="1203" y="2834"/>
                  </a:cubicBezTo>
                  <a:cubicBezTo>
                    <a:pt x="668" y="2655"/>
                    <a:pt x="310" y="2155"/>
                    <a:pt x="310" y="1596"/>
                  </a:cubicBezTo>
                  <a:cubicBezTo>
                    <a:pt x="310" y="905"/>
                    <a:pt x="894" y="322"/>
                    <a:pt x="1608" y="322"/>
                  </a:cubicBezTo>
                  <a:cubicBezTo>
                    <a:pt x="2311" y="322"/>
                    <a:pt x="2870" y="881"/>
                    <a:pt x="2906" y="1572"/>
                  </a:cubicBezTo>
                  <a:cubicBezTo>
                    <a:pt x="2906" y="1667"/>
                    <a:pt x="2977" y="1739"/>
                    <a:pt x="3061" y="1739"/>
                  </a:cubicBezTo>
                  <a:cubicBezTo>
                    <a:pt x="3156" y="1739"/>
                    <a:pt x="3227" y="1667"/>
                    <a:pt x="3227" y="1572"/>
                  </a:cubicBezTo>
                  <a:cubicBezTo>
                    <a:pt x="3215" y="1167"/>
                    <a:pt x="3049" y="762"/>
                    <a:pt x="2739" y="465"/>
                  </a:cubicBezTo>
                  <a:cubicBezTo>
                    <a:pt x="2442" y="167"/>
                    <a:pt x="2037" y="0"/>
                    <a:pt x="16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2"/>
            <p:cNvSpPr/>
            <p:nvPr/>
          </p:nvSpPr>
          <p:spPr>
            <a:xfrm>
              <a:off x="963664" y="2903733"/>
              <a:ext cx="65261" cy="64152"/>
            </a:xfrm>
            <a:custGeom>
              <a:avLst/>
              <a:gdLst/>
              <a:ahLst/>
              <a:cxnLst/>
              <a:rect l="l" t="t" r="r" b="b"/>
              <a:pathLst>
                <a:path w="2060" h="2025" extrusionOk="0">
                  <a:moveTo>
                    <a:pt x="1012" y="584"/>
                  </a:moveTo>
                  <a:cubicBezTo>
                    <a:pt x="1250" y="584"/>
                    <a:pt x="1441" y="774"/>
                    <a:pt x="1441" y="1013"/>
                  </a:cubicBezTo>
                  <a:cubicBezTo>
                    <a:pt x="1441" y="1251"/>
                    <a:pt x="1250" y="1453"/>
                    <a:pt x="1012" y="1453"/>
                  </a:cubicBezTo>
                  <a:cubicBezTo>
                    <a:pt x="774" y="1453"/>
                    <a:pt x="584" y="1251"/>
                    <a:pt x="584" y="1013"/>
                  </a:cubicBezTo>
                  <a:cubicBezTo>
                    <a:pt x="584" y="774"/>
                    <a:pt x="774" y="584"/>
                    <a:pt x="1012" y="584"/>
                  </a:cubicBezTo>
                  <a:close/>
                  <a:moveTo>
                    <a:pt x="1012" y="1"/>
                  </a:moveTo>
                  <a:cubicBezTo>
                    <a:pt x="929" y="1"/>
                    <a:pt x="845" y="72"/>
                    <a:pt x="845" y="167"/>
                  </a:cubicBezTo>
                  <a:lnTo>
                    <a:pt x="845" y="274"/>
                  </a:lnTo>
                  <a:cubicBezTo>
                    <a:pt x="762" y="286"/>
                    <a:pt x="667" y="334"/>
                    <a:pt x="595" y="370"/>
                  </a:cubicBezTo>
                  <a:lnTo>
                    <a:pt x="524" y="298"/>
                  </a:lnTo>
                  <a:cubicBezTo>
                    <a:pt x="494" y="268"/>
                    <a:pt x="453" y="254"/>
                    <a:pt x="411" y="254"/>
                  </a:cubicBezTo>
                  <a:cubicBezTo>
                    <a:pt x="369" y="254"/>
                    <a:pt x="328" y="268"/>
                    <a:pt x="298" y="298"/>
                  </a:cubicBezTo>
                  <a:cubicBezTo>
                    <a:pt x="238" y="358"/>
                    <a:pt x="238" y="465"/>
                    <a:pt x="298" y="524"/>
                  </a:cubicBezTo>
                  <a:lnTo>
                    <a:pt x="369" y="596"/>
                  </a:lnTo>
                  <a:cubicBezTo>
                    <a:pt x="333" y="667"/>
                    <a:pt x="286" y="763"/>
                    <a:pt x="274" y="858"/>
                  </a:cubicBezTo>
                  <a:lnTo>
                    <a:pt x="167" y="858"/>
                  </a:lnTo>
                  <a:cubicBezTo>
                    <a:pt x="72" y="858"/>
                    <a:pt x="0" y="929"/>
                    <a:pt x="0" y="1013"/>
                  </a:cubicBezTo>
                  <a:cubicBezTo>
                    <a:pt x="0" y="1108"/>
                    <a:pt x="72" y="1179"/>
                    <a:pt x="167" y="1179"/>
                  </a:cubicBezTo>
                  <a:lnTo>
                    <a:pt x="274" y="1179"/>
                  </a:lnTo>
                  <a:cubicBezTo>
                    <a:pt x="286" y="1275"/>
                    <a:pt x="333" y="1358"/>
                    <a:pt x="369" y="1429"/>
                  </a:cubicBezTo>
                  <a:lnTo>
                    <a:pt x="298" y="1513"/>
                  </a:lnTo>
                  <a:cubicBezTo>
                    <a:pt x="238" y="1572"/>
                    <a:pt x="238" y="1667"/>
                    <a:pt x="298" y="1727"/>
                  </a:cubicBezTo>
                  <a:cubicBezTo>
                    <a:pt x="333" y="1763"/>
                    <a:pt x="369" y="1775"/>
                    <a:pt x="417" y="1775"/>
                  </a:cubicBezTo>
                  <a:cubicBezTo>
                    <a:pt x="464" y="1775"/>
                    <a:pt x="512" y="1763"/>
                    <a:pt x="536" y="1727"/>
                  </a:cubicBezTo>
                  <a:lnTo>
                    <a:pt x="607" y="1656"/>
                  </a:lnTo>
                  <a:cubicBezTo>
                    <a:pt x="691" y="1703"/>
                    <a:pt x="774" y="1751"/>
                    <a:pt x="869" y="1763"/>
                  </a:cubicBezTo>
                  <a:lnTo>
                    <a:pt x="869" y="1870"/>
                  </a:lnTo>
                  <a:cubicBezTo>
                    <a:pt x="869" y="1953"/>
                    <a:pt x="941" y="2025"/>
                    <a:pt x="1024" y="2025"/>
                  </a:cubicBezTo>
                  <a:cubicBezTo>
                    <a:pt x="1119" y="2025"/>
                    <a:pt x="1191" y="1953"/>
                    <a:pt x="1191" y="1870"/>
                  </a:cubicBezTo>
                  <a:lnTo>
                    <a:pt x="1191" y="1763"/>
                  </a:lnTo>
                  <a:cubicBezTo>
                    <a:pt x="1286" y="1751"/>
                    <a:pt x="1369" y="1703"/>
                    <a:pt x="1441" y="1656"/>
                  </a:cubicBezTo>
                  <a:lnTo>
                    <a:pt x="1524" y="1727"/>
                  </a:lnTo>
                  <a:cubicBezTo>
                    <a:pt x="1548" y="1763"/>
                    <a:pt x="1596" y="1775"/>
                    <a:pt x="1643" y="1775"/>
                  </a:cubicBezTo>
                  <a:cubicBezTo>
                    <a:pt x="1679" y="1775"/>
                    <a:pt x="1727" y="1763"/>
                    <a:pt x="1762" y="1727"/>
                  </a:cubicBezTo>
                  <a:cubicBezTo>
                    <a:pt x="1822" y="1667"/>
                    <a:pt x="1822" y="1572"/>
                    <a:pt x="1762" y="1513"/>
                  </a:cubicBezTo>
                  <a:lnTo>
                    <a:pt x="1679" y="1429"/>
                  </a:lnTo>
                  <a:cubicBezTo>
                    <a:pt x="1727" y="1358"/>
                    <a:pt x="1774" y="1275"/>
                    <a:pt x="1786" y="1179"/>
                  </a:cubicBezTo>
                  <a:lnTo>
                    <a:pt x="1893" y="1179"/>
                  </a:lnTo>
                  <a:cubicBezTo>
                    <a:pt x="1977" y="1179"/>
                    <a:pt x="2060" y="1108"/>
                    <a:pt x="2060" y="1013"/>
                  </a:cubicBezTo>
                  <a:cubicBezTo>
                    <a:pt x="2012" y="929"/>
                    <a:pt x="1953" y="858"/>
                    <a:pt x="1857" y="858"/>
                  </a:cubicBezTo>
                  <a:lnTo>
                    <a:pt x="1762" y="858"/>
                  </a:lnTo>
                  <a:cubicBezTo>
                    <a:pt x="1738" y="763"/>
                    <a:pt x="1703" y="667"/>
                    <a:pt x="1655" y="596"/>
                  </a:cubicBezTo>
                  <a:lnTo>
                    <a:pt x="1727" y="524"/>
                  </a:lnTo>
                  <a:cubicBezTo>
                    <a:pt x="1786" y="465"/>
                    <a:pt x="1786" y="358"/>
                    <a:pt x="1727" y="298"/>
                  </a:cubicBezTo>
                  <a:cubicBezTo>
                    <a:pt x="1697" y="268"/>
                    <a:pt x="1655" y="254"/>
                    <a:pt x="1613" y="254"/>
                  </a:cubicBezTo>
                  <a:cubicBezTo>
                    <a:pt x="1572" y="254"/>
                    <a:pt x="1530" y="268"/>
                    <a:pt x="1500" y="298"/>
                  </a:cubicBezTo>
                  <a:lnTo>
                    <a:pt x="1429" y="370"/>
                  </a:lnTo>
                  <a:cubicBezTo>
                    <a:pt x="1357" y="334"/>
                    <a:pt x="1262" y="286"/>
                    <a:pt x="1179" y="274"/>
                  </a:cubicBezTo>
                  <a:lnTo>
                    <a:pt x="1179" y="167"/>
                  </a:lnTo>
                  <a:cubicBezTo>
                    <a:pt x="1179" y="72"/>
                    <a:pt x="1107" y="1"/>
                    <a:pt x="10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22"/>
            <p:cNvSpPr/>
            <p:nvPr/>
          </p:nvSpPr>
          <p:spPr>
            <a:xfrm>
              <a:off x="864062" y="2987843"/>
              <a:ext cx="264084" cy="244443"/>
            </a:xfrm>
            <a:custGeom>
              <a:avLst/>
              <a:gdLst/>
              <a:ahLst/>
              <a:cxnLst/>
              <a:rect l="l" t="t" r="r" b="b"/>
              <a:pathLst>
                <a:path w="8336" h="7716" extrusionOk="0">
                  <a:moveTo>
                    <a:pt x="2513" y="1"/>
                  </a:moveTo>
                  <a:cubicBezTo>
                    <a:pt x="2477" y="1"/>
                    <a:pt x="2418" y="13"/>
                    <a:pt x="2370" y="24"/>
                  </a:cubicBezTo>
                  <a:cubicBezTo>
                    <a:pt x="1834" y="167"/>
                    <a:pt x="1442" y="667"/>
                    <a:pt x="1442" y="1263"/>
                  </a:cubicBezTo>
                  <a:lnTo>
                    <a:pt x="1442" y="1358"/>
                  </a:lnTo>
                  <a:cubicBezTo>
                    <a:pt x="953" y="1513"/>
                    <a:pt x="632" y="2013"/>
                    <a:pt x="632" y="2560"/>
                  </a:cubicBezTo>
                  <a:cubicBezTo>
                    <a:pt x="632" y="2751"/>
                    <a:pt x="680" y="2941"/>
                    <a:pt x="751" y="3120"/>
                  </a:cubicBezTo>
                  <a:cubicBezTo>
                    <a:pt x="287" y="3453"/>
                    <a:pt x="1" y="4001"/>
                    <a:pt x="1" y="4596"/>
                  </a:cubicBezTo>
                  <a:cubicBezTo>
                    <a:pt x="1" y="4966"/>
                    <a:pt x="108" y="5323"/>
                    <a:pt x="322" y="5620"/>
                  </a:cubicBezTo>
                  <a:cubicBezTo>
                    <a:pt x="346" y="5675"/>
                    <a:pt x="395" y="5699"/>
                    <a:pt x="446" y="5699"/>
                  </a:cubicBezTo>
                  <a:cubicBezTo>
                    <a:pt x="473" y="5699"/>
                    <a:pt x="500" y="5692"/>
                    <a:pt x="525" y="5680"/>
                  </a:cubicBezTo>
                  <a:cubicBezTo>
                    <a:pt x="620" y="5644"/>
                    <a:pt x="644" y="5537"/>
                    <a:pt x="584" y="5442"/>
                  </a:cubicBezTo>
                  <a:cubicBezTo>
                    <a:pt x="406" y="5192"/>
                    <a:pt x="322" y="4894"/>
                    <a:pt x="322" y="4596"/>
                  </a:cubicBezTo>
                  <a:cubicBezTo>
                    <a:pt x="322" y="4061"/>
                    <a:pt x="596" y="3573"/>
                    <a:pt x="1037" y="3311"/>
                  </a:cubicBezTo>
                  <a:cubicBezTo>
                    <a:pt x="1037" y="3311"/>
                    <a:pt x="1049" y="3311"/>
                    <a:pt x="1049" y="3299"/>
                  </a:cubicBezTo>
                  <a:cubicBezTo>
                    <a:pt x="1049" y="3299"/>
                    <a:pt x="1327" y="3093"/>
                    <a:pt x="1883" y="3093"/>
                  </a:cubicBezTo>
                  <a:cubicBezTo>
                    <a:pt x="1925" y="3093"/>
                    <a:pt x="1968" y="3094"/>
                    <a:pt x="2013" y="3096"/>
                  </a:cubicBezTo>
                  <a:cubicBezTo>
                    <a:pt x="2108" y="3096"/>
                    <a:pt x="2180" y="3037"/>
                    <a:pt x="2180" y="2941"/>
                  </a:cubicBezTo>
                  <a:cubicBezTo>
                    <a:pt x="2180" y="2858"/>
                    <a:pt x="2120" y="2775"/>
                    <a:pt x="2025" y="2775"/>
                  </a:cubicBezTo>
                  <a:cubicBezTo>
                    <a:pt x="2000" y="2774"/>
                    <a:pt x="1975" y="2774"/>
                    <a:pt x="1950" y="2774"/>
                  </a:cubicBezTo>
                  <a:cubicBezTo>
                    <a:pt x="1502" y="2774"/>
                    <a:pt x="1182" y="2874"/>
                    <a:pt x="1013" y="2953"/>
                  </a:cubicBezTo>
                  <a:cubicBezTo>
                    <a:pt x="953" y="2834"/>
                    <a:pt x="941" y="2703"/>
                    <a:pt x="941" y="2560"/>
                  </a:cubicBezTo>
                  <a:cubicBezTo>
                    <a:pt x="941" y="2108"/>
                    <a:pt x="1239" y="1727"/>
                    <a:pt x="1644" y="1632"/>
                  </a:cubicBezTo>
                  <a:cubicBezTo>
                    <a:pt x="1680" y="1632"/>
                    <a:pt x="1882" y="1632"/>
                    <a:pt x="2013" y="1763"/>
                  </a:cubicBezTo>
                  <a:cubicBezTo>
                    <a:pt x="2120" y="1870"/>
                    <a:pt x="2180" y="2025"/>
                    <a:pt x="2180" y="2239"/>
                  </a:cubicBezTo>
                  <a:cubicBezTo>
                    <a:pt x="2180" y="2334"/>
                    <a:pt x="2251" y="2406"/>
                    <a:pt x="2323" y="2406"/>
                  </a:cubicBezTo>
                  <a:cubicBezTo>
                    <a:pt x="2418" y="2406"/>
                    <a:pt x="2489" y="2334"/>
                    <a:pt x="2489" y="2239"/>
                  </a:cubicBezTo>
                  <a:cubicBezTo>
                    <a:pt x="2489" y="1929"/>
                    <a:pt x="2394" y="1691"/>
                    <a:pt x="2215" y="1525"/>
                  </a:cubicBezTo>
                  <a:cubicBezTo>
                    <a:pt x="2073" y="1394"/>
                    <a:pt x="1882" y="1334"/>
                    <a:pt x="1763" y="1322"/>
                  </a:cubicBezTo>
                  <a:lnTo>
                    <a:pt x="1763" y="1275"/>
                  </a:lnTo>
                  <a:cubicBezTo>
                    <a:pt x="1763" y="846"/>
                    <a:pt x="2037" y="453"/>
                    <a:pt x="2430" y="358"/>
                  </a:cubicBezTo>
                  <a:cubicBezTo>
                    <a:pt x="2477" y="334"/>
                    <a:pt x="2513" y="334"/>
                    <a:pt x="2561" y="322"/>
                  </a:cubicBezTo>
                  <a:lnTo>
                    <a:pt x="2846" y="322"/>
                  </a:lnTo>
                  <a:cubicBezTo>
                    <a:pt x="3370" y="322"/>
                    <a:pt x="3799" y="751"/>
                    <a:pt x="3799" y="1275"/>
                  </a:cubicBezTo>
                  <a:lnTo>
                    <a:pt x="3799" y="4608"/>
                  </a:lnTo>
                  <a:cubicBezTo>
                    <a:pt x="3311" y="4644"/>
                    <a:pt x="2858" y="4835"/>
                    <a:pt x="2513" y="5180"/>
                  </a:cubicBezTo>
                  <a:cubicBezTo>
                    <a:pt x="2477" y="5216"/>
                    <a:pt x="2454" y="5311"/>
                    <a:pt x="2489" y="5370"/>
                  </a:cubicBezTo>
                  <a:cubicBezTo>
                    <a:pt x="2513" y="5430"/>
                    <a:pt x="2573" y="5442"/>
                    <a:pt x="2620" y="5442"/>
                  </a:cubicBezTo>
                  <a:cubicBezTo>
                    <a:pt x="2668" y="5442"/>
                    <a:pt x="2715" y="5430"/>
                    <a:pt x="2739" y="5394"/>
                  </a:cubicBezTo>
                  <a:cubicBezTo>
                    <a:pt x="3037" y="5097"/>
                    <a:pt x="3454" y="4918"/>
                    <a:pt x="3894" y="4918"/>
                  </a:cubicBezTo>
                  <a:cubicBezTo>
                    <a:pt x="4168" y="5192"/>
                    <a:pt x="4335" y="5573"/>
                    <a:pt x="4335" y="5978"/>
                  </a:cubicBezTo>
                  <a:cubicBezTo>
                    <a:pt x="4335" y="6382"/>
                    <a:pt x="4168" y="6763"/>
                    <a:pt x="3894" y="7037"/>
                  </a:cubicBezTo>
                  <a:cubicBezTo>
                    <a:pt x="3656" y="7263"/>
                    <a:pt x="3335" y="7394"/>
                    <a:pt x="3013" y="7394"/>
                  </a:cubicBezTo>
                  <a:cubicBezTo>
                    <a:pt x="2358" y="7394"/>
                    <a:pt x="1811" y="6882"/>
                    <a:pt x="1703" y="6204"/>
                  </a:cubicBezTo>
                  <a:cubicBezTo>
                    <a:pt x="1763" y="6097"/>
                    <a:pt x="1942" y="5787"/>
                    <a:pt x="2215" y="5680"/>
                  </a:cubicBezTo>
                  <a:cubicBezTo>
                    <a:pt x="2299" y="5656"/>
                    <a:pt x="2358" y="5561"/>
                    <a:pt x="2323" y="5489"/>
                  </a:cubicBezTo>
                  <a:cubicBezTo>
                    <a:pt x="2304" y="5413"/>
                    <a:pt x="2239" y="5375"/>
                    <a:pt x="2171" y="5375"/>
                  </a:cubicBezTo>
                  <a:cubicBezTo>
                    <a:pt x="2154" y="5375"/>
                    <a:pt x="2137" y="5377"/>
                    <a:pt x="2120" y="5382"/>
                  </a:cubicBezTo>
                  <a:cubicBezTo>
                    <a:pt x="1775" y="5513"/>
                    <a:pt x="1549" y="5847"/>
                    <a:pt x="1442" y="6013"/>
                  </a:cubicBezTo>
                  <a:cubicBezTo>
                    <a:pt x="1287" y="5978"/>
                    <a:pt x="1132" y="5918"/>
                    <a:pt x="989" y="5835"/>
                  </a:cubicBezTo>
                  <a:cubicBezTo>
                    <a:pt x="956" y="5816"/>
                    <a:pt x="920" y="5806"/>
                    <a:pt x="887" y="5806"/>
                  </a:cubicBezTo>
                  <a:cubicBezTo>
                    <a:pt x="837" y="5806"/>
                    <a:pt x="791" y="5828"/>
                    <a:pt x="763" y="5870"/>
                  </a:cubicBezTo>
                  <a:cubicBezTo>
                    <a:pt x="715" y="5954"/>
                    <a:pt x="727" y="6049"/>
                    <a:pt x="810" y="6097"/>
                  </a:cubicBezTo>
                  <a:cubicBezTo>
                    <a:pt x="989" y="6216"/>
                    <a:pt x="1191" y="6287"/>
                    <a:pt x="1406" y="6323"/>
                  </a:cubicBezTo>
                  <a:cubicBezTo>
                    <a:pt x="1549" y="7121"/>
                    <a:pt x="2239" y="7716"/>
                    <a:pt x="3025" y="7716"/>
                  </a:cubicBezTo>
                  <a:cubicBezTo>
                    <a:pt x="3430" y="7716"/>
                    <a:pt x="3823" y="7561"/>
                    <a:pt x="4120" y="7275"/>
                  </a:cubicBezTo>
                  <a:lnTo>
                    <a:pt x="4168" y="7228"/>
                  </a:lnTo>
                  <a:lnTo>
                    <a:pt x="4216" y="7275"/>
                  </a:lnTo>
                  <a:cubicBezTo>
                    <a:pt x="4251" y="7299"/>
                    <a:pt x="4287" y="7335"/>
                    <a:pt x="4323" y="7359"/>
                  </a:cubicBezTo>
                  <a:cubicBezTo>
                    <a:pt x="4609" y="7597"/>
                    <a:pt x="4966" y="7716"/>
                    <a:pt x="5311" y="7716"/>
                  </a:cubicBezTo>
                  <a:cubicBezTo>
                    <a:pt x="6109" y="7716"/>
                    <a:pt x="6787" y="7121"/>
                    <a:pt x="6942" y="6323"/>
                  </a:cubicBezTo>
                  <a:cubicBezTo>
                    <a:pt x="7168" y="6287"/>
                    <a:pt x="7371" y="6204"/>
                    <a:pt x="7561" y="6085"/>
                  </a:cubicBezTo>
                  <a:cubicBezTo>
                    <a:pt x="7633" y="6037"/>
                    <a:pt x="7657" y="5954"/>
                    <a:pt x="7621" y="5870"/>
                  </a:cubicBezTo>
                  <a:cubicBezTo>
                    <a:pt x="7589" y="5816"/>
                    <a:pt x="7538" y="5781"/>
                    <a:pt x="7478" y="5781"/>
                  </a:cubicBezTo>
                  <a:cubicBezTo>
                    <a:pt x="7448" y="5781"/>
                    <a:pt x="7415" y="5791"/>
                    <a:pt x="7383" y="5811"/>
                  </a:cubicBezTo>
                  <a:cubicBezTo>
                    <a:pt x="7240" y="5918"/>
                    <a:pt x="7061" y="5978"/>
                    <a:pt x="6883" y="6013"/>
                  </a:cubicBezTo>
                  <a:cubicBezTo>
                    <a:pt x="6787" y="5835"/>
                    <a:pt x="6573" y="5513"/>
                    <a:pt x="6204" y="5382"/>
                  </a:cubicBezTo>
                  <a:cubicBezTo>
                    <a:pt x="6187" y="5377"/>
                    <a:pt x="6171" y="5375"/>
                    <a:pt x="6154" y="5375"/>
                  </a:cubicBezTo>
                  <a:cubicBezTo>
                    <a:pt x="6089" y="5375"/>
                    <a:pt x="6030" y="5413"/>
                    <a:pt x="6002" y="5489"/>
                  </a:cubicBezTo>
                  <a:cubicBezTo>
                    <a:pt x="5978" y="5573"/>
                    <a:pt x="6025" y="5656"/>
                    <a:pt x="6109" y="5680"/>
                  </a:cubicBezTo>
                  <a:cubicBezTo>
                    <a:pt x="6383" y="5787"/>
                    <a:pt x="6561" y="6097"/>
                    <a:pt x="6621" y="6204"/>
                  </a:cubicBezTo>
                  <a:cubicBezTo>
                    <a:pt x="6525" y="6882"/>
                    <a:pt x="5966" y="7394"/>
                    <a:pt x="5311" y="7394"/>
                  </a:cubicBezTo>
                  <a:cubicBezTo>
                    <a:pt x="5037" y="7394"/>
                    <a:pt x="4751" y="7287"/>
                    <a:pt x="4513" y="7109"/>
                  </a:cubicBezTo>
                  <a:cubicBezTo>
                    <a:pt x="4478" y="7085"/>
                    <a:pt x="4454" y="7061"/>
                    <a:pt x="4418" y="7037"/>
                  </a:cubicBezTo>
                  <a:cubicBezTo>
                    <a:pt x="4394" y="7025"/>
                    <a:pt x="4382" y="6990"/>
                    <a:pt x="4347" y="6966"/>
                  </a:cubicBezTo>
                  <a:cubicBezTo>
                    <a:pt x="4537" y="6680"/>
                    <a:pt x="4644" y="6323"/>
                    <a:pt x="4644" y="5966"/>
                  </a:cubicBezTo>
                  <a:cubicBezTo>
                    <a:pt x="4644" y="5859"/>
                    <a:pt x="4632" y="5775"/>
                    <a:pt x="4620" y="5680"/>
                  </a:cubicBezTo>
                  <a:lnTo>
                    <a:pt x="4620" y="5680"/>
                  </a:lnTo>
                  <a:cubicBezTo>
                    <a:pt x="5430" y="5859"/>
                    <a:pt x="5728" y="6251"/>
                    <a:pt x="5823" y="6430"/>
                  </a:cubicBezTo>
                  <a:cubicBezTo>
                    <a:pt x="5844" y="6482"/>
                    <a:pt x="5910" y="6516"/>
                    <a:pt x="5973" y="6516"/>
                  </a:cubicBezTo>
                  <a:cubicBezTo>
                    <a:pt x="5983" y="6516"/>
                    <a:pt x="5992" y="6515"/>
                    <a:pt x="6002" y="6513"/>
                  </a:cubicBezTo>
                  <a:cubicBezTo>
                    <a:pt x="6109" y="6501"/>
                    <a:pt x="6168" y="6382"/>
                    <a:pt x="6121" y="6275"/>
                  </a:cubicBezTo>
                  <a:cubicBezTo>
                    <a:pt x="5990" y="6025"/>
                    <a:pt x="5633" y="5561"/>
                    <a:pt x="4656" y="5370"/>
                  </a:cubicBezTo>
                  <a:cubicBezTo>
                    <a:pt x="4646" y="5367"/>
                    <a:pt x="4634" y="5365"/>
                    <a:pt x="4622" y="5365"/>
                  </a:cubicBezTo>
                  <a:cubicBezTo>
                    <a:pt x="4594" y="5365"/>
                    <a:pt x="4562" y="5374"/>
                    <a:pt x="4537" y="5382"/>
                  </a:cubicBezTo>
                  <a:cubicBezTo>
                    <a:pt x="4501" y="5239"/>
                    <a:pt x="4418" y="5097"/>
                    <a:pt x="4347" y="4977"/>
                  </a:cubicBezTo>
                  <a:cubicBezTo>
                    <a:pt x="4359" y="4954"/>
                    <a:pt x="4394" y="4942"/>
                    <a:pt x="4418" y="4906"/>
                  </a:cubicBezTo>
                  <a:cubicBezTo>
                    <a:pt x="4859" y="4906"/>
                    <a:pt x="5252" y="5073"/>
                    <a:pt x="5573" y="5382"/>
                  </a:cubicBezTo>
                  <a:cubicBezTo>
                    <a:pt x="5597" y="5418"/>
                    <a:pt x="5644" y="5430"/>
                    <a:pt x="5692" y="5430"/>
                  </a:cubicBezTo>
                  <a:cubicBezTo>
                    <a:pt x="5752" y="5430"/>
                    <a:pt x="5787" y="5394"/>
                    <a:pt x="5823" y="5358"/>
                  </a:cubicBezTo>
                  <a:cubicBezTo>
                    <a:pt x="5847" y="5299"/>
                    <a:pt x="5847" y="5204"/>
                    <a:pt x="5787" y="5156"/>
                  </a:cubicBezTo>
                  <a:cubicBezTo>
                    <a:pt x="5454" y="4823"/>
                    <a:pt x="4990" y="4608"/>
                    <a:pt x="4513" y="4596"/>
                  </a:cubicBezTo>
                  <a:lnTo>
                    <a:pt x="4513" y="1251"/>
                  </a:lnTo>
                  <a:cubicBezTo>
                    <a:pt x="4513" y="727"/>
                    <a:pt x="4942" y="298"/>
                    <a:pt x="5466" y="298"/>
                  </a:cubicBezTo>
                  <a:lnTo>
                    <a:pt x="5752" y="298"/>
                  </a:lnTo>
                  <a:cubicBezTo>
                    <a:pt x="5787" y="298"/>
                    <a:pt x="5835" y="310"/>
                    <a:pt x="5883" y="310"/>
                  </a:cubicBezTo>
                  <a:cubicBezTo>
                    <a:pt x="6287" y="417"/>
                    <a:pt x="6549" y="786"/>
                    <a:pt x="6549" y="1227"/>
                  </a:cubicBezTo>
                  <a:lnTo>
                    <a:pt x="6549" y="1275"/>
                  </a:lnTo>
                  <a:cubicBezTo>
                    <a:pt x="6418" y="1287"/>
                    <a:pt x="6240" y="1334"/>
                    <a:pt x="6085" y="1489"/>
                  </a:cubicBezTo>
                  <a:cubicBezTo>
                    <a:pt x="5906" y="1644"/>
                    <a:pt x="5823" y="1882"/>
                    <a:pt x="5823" y="2203"/>
                  </a:cubicBezTo>
                  <a:cubicBezTo>
                    <a:pt x="5823" y="2287"/>
                    <a:pt x="5883" y="2346"/>
                    <a:pt x="5954" y="2358"/>
                  </a:cubicBezTo>
                  <a:cubicBezTo>
                    <a:pt x="5967" y="2361"/>
                    <a:pt x="5979" y="2362"/>
                    <a:pt x="5990" y="2362"/>
                  </a:cubicBezTo>
                  <a:cubicBezTo>
                    <a:pt x="6077" y="2362"/>
                    <a:pt x="6133" y="2287"/>
                    <a:pt x="6133" y="2203"/>
                  </a:cubicBezTo>
                  <a:cubicBezTo>
                    <a:pt x="6133" y="1977"/>
                    <a:pt x="6192" y="1822"/>
                    <a:pt x="6299" y="1727"/>
                  </a:cubicBezTo>
                  <a:cubicBezTo>
                    <a:pt x="6430" y="1584"/>
                    <a:pt x="6621" y="1584"/>
                    <a:pt x="6668" y="1584"/>
                  </a:cubicBezTo>
                  <a:cubicBezTo>
                    <a:pt x="7073" y="1679"/>
                    <a:pt x="7371" y="2060"/>
                    <a:pt x="7371" y="2513"/>
                  </a:cubicBezTo>
                  <a:cubicBezTo>
                    <a:pt x="7371" y="2644"/>
                    <a:pt x="7335" y="2775"/>
                    <a:pt x="7299" y="2918"/>
                  </a:cubicBezTo>
                  <a:cubicBezTo>
                    <a:pt x="7138" y="2832"/>
                    <a:pt x="6840" y="2736"/>
                    <a:pt x="6424" y="2736"/>
                  </a:cubicBezTo>
                  <a:cubicBezTo>
                    <a:pt x="6380" y="2736"/>
                    <a:pt x="6334" y="2737"/>
                    <a:pt x="6287" y="2739"/>
                  </a:cubicBezTo>
                  <a:cubicBezTo>
                    <a:pt x="6192" y="2739"/>
                    <a:pt x="6133" y="2799"/>
                    <a:pt x="6121" y="2882"/>
                  </a:cubicBezTo>
                  <a:cubicBezTo>
                    <a:pt x="6109" y="2989"/>
                    <a:pt x="6192" y="3061"/>
                    <a:pt x="6287" y="3061"/>
                  </a:cubicBezTo>
                  <a:cubicBezTo>
                    <a:pt x="6317" y="3059"/>
                    <a:pt x="6346" y="3059"/>
                    <a:pt x="6374" y="3059"/>
                  </a:cubicBezTo>
                  <a:cubicBezTo>
                    <a:pt x="6937" y="3059"/>
                    <a:pt x="7240" y="3275"/>
                    <a:pt x="7252" y="3275"/>
                  </a:cubicBezTo>
                  <a:lnTo>
                    <a:pt x="7264" y="3287"/>
                  </a:lnTo>
                  <a:cubicBezTo>
                    <a:pt x="7716" y="3537"/>
                    <a:pt x="7978" y="4025"/>
                    <a:pt x="7978" y="4561"/>
                  </a:cubicBezTo>
                  <a:cubicBezTo>
                    <a:pt x="7978" y="4858"/>
                    <a:pt x="7895" y="5144"/>
                    <a:pt x="7740" y="5382"/>
                  </a:cubicBezTo>
                  <a:cubicBezTo>
                    <a:pt x="7692" y="5454"/>
                    <a:pt x="7716" y="5549"/>
                    <a:pt x="7776" y="5608"/>
                  </a:cubicBezTo>
                  <a:cubicBezTo>
                    <a:pt x="7799" y="5632"/>
                    <a:pt x="7835" y="5632"/>
                    <a:pt x="7871" y="5632"/>
                  </a:cubicBezTo>
                  <a:cubicBezTo>
                    <a:pt x="7930" y="5632"/>
                    <a:pt x="7978" y="5608"/>
                    <a:pt x="8014" y="5561"/>
                  </a:cubicBezTo>
                  <a:cubicBezTo>
                    <a:pt x="8204" y="5263"/>
                    <a:pt x="8311" y="4918"/>
                    <a:pt x="8311" y="4561"/>
                  </a:cubicBezTo>
                  <a:cubicBezTo>
                    <a:pt x="8335" y="4001"/>
                    <a:pt x="8061" y="3453"/>
                    <a:pt x="7597" y="3120"/>
                  </a:cubicBezTo>
                  <a:cubicBezTo>
                    <a:pt x="7680" y="2941"/>
                    <a:pt x="7716" y="2751"/>
                    <a:pt x="7716" y="2560"/>
                  </a:cubicBezTo>
                  <a:cubicBezTo>
                    <a:pt x="7716" y="2013"/>
                    <a:pt x="7371" y="1537"/>
                    <a:pt x="6895" y="1358"/>
                  </a:cubicBezTo>
                  <a:lnTo>
                    <a:pt x="6895" y="1263"/>
                  </a:lnTo>
                  <a:cubicBezTo>
                    <a:pt x="6895" y="679"/>
                    <a:pt x="6525" y="179"/>
                    <a:pt x="5978" y="24"/>
                  </a:cubicBezTo>
                  <a:cubicBezTo>
                    <a:pt x="5930" y="13"/>
                    <a:pt x="5871" y="13"/>
                    <a:pt x="5823" y="1"/>
                  </a:cubicBezTo>
                  <a:lnTo>
                    <a:pt x="5478" y="1"/>
                  </a:lnTo>
                  <a:cubicBezTo>
                    <a:pt x="4787" y="1"/>
                    <a:pt x="4216" y="560"/>
                    <a:pt x="4216" y="1263"/>
                  </a:cubicBezTo>
                  <a:lnTo>
                    <a:pt x="4216" y="4692"/>
                  </a:lnTo>
                  <a:lnTo>
                    <a:pt x="4168" y="4727"/>
                  </a:lnTo>
                  <a:lnTo>
                    <a:pt x="4120" y="4692"/>
                  </a:lnTo>
                  <a:lnTo>
                    <a:pt x="4120" y="1263"/>
                  </a:lnTo>
                  <a:cubicBezTo>
                    <a:pt x="4120" y="560"/>
                    <a:pt x="3561" y="1"/>
                    <a:pt x="28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2"/>
            <p:cNvSpPr/>
            <p:nvPr/>
          </p:nvSpPr>
          <p:spPr>
            <a:xfrm>
              <a:off x="1022494" y="3006724"/>
              <a:ext cx="44162" cy="22271"/>
            </a:xfrm>
            <a:custGeom>
              <a:avLst/>
              <a:gdLst/>
              <a:ahLst/>
              <a:cxnLst/>
              <a:rect l="l" t="t" r="r" b="b"/>
              <a:pathLst>
                <a:path w="1394" h="703" extrusionOk="0">
                  <a:moveTo>
                    <a:pt x="454" y="0"/>
                  </a:moveTo>
                  <a:cubicBezTo>
                    <a:pt x="402" y="0"/>
                    <a:pt x="350" y="4"/>
                    <a:pt x="298" y="12"/>
                  </a:cubicBezTo>
                  <a:lnTo>
                    <a:pt x="155" y="24"/>
                  </a:lnTo>
                  <a:cubicBezTo>
                    <a:pt x="60" y="48"/>
                    <a:pt x="0" y="119"/>
                    <a:pt x="12" y="202"/>
                  </a:cubicBezTo>
                  <a:cubicBezTo>
                    <a:pt x="34" y="290"/>
                    <a:pt x="96" y="347"/>
                    <a:pt x="170" y="347"/>
                  </a:cubicBezTo>
                  <a:cubicBezTo>
                    <a:pt x="177" y="347"/>
                    <a:pt x="184" y="346"/>
                    <a:pt x="191" y="345"/>
                  </a:cubicBezTo>
                  <a:lnTo>
                    <a:pt x="346" y="321"/>
                  </a:lnTo>
                  <a:cubicBezTo>
                    <a:pt x="370" y="319"/>
                    <a:pt x="394" y="318"/>
                    <a:pt x="417" y="318"/>
                  </a:cubicBezTo>
                  <a:cubicBezTo>
                    <a:pt x="675" y="318"/>
                    <a:pt x="908" y="436"/>
                    <a:pt x="1072" y="643"/>
                  </a:cubicBezTo>
                  <a:cubicBezTo>
                    <a:pt x="1108" y="679"/>
                    <a:pt x="1143" y="702"/>
                    <a:pt x="1203" y="702"/>
                  </a:cubicBezTo>
                  <a:cubicBezTo>
                    <a:pt x="1239" y="702"/>
                    <a:pt x="1286" y="679"/>
                    <a:pt x="1298" y="667"/>
                  </a:cubicBezTo>
                  <a:cubicBezTo>
                    <a:pt x="1370" y="607"/>
                    <a:pt x="1394" y="524"/>
                    <a:pt x="1334" y="440"/>
                  </a:cubicBezTo>
                  <a:cubicBezTo>
                    <a:pt x="1126" y="171"/>
                    <a:pt x="802" y="0"/>
                    <a:pt x="4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2"/>
            <p:cNvSpPr/>
            <p:nvPr/>
          </p:nvSpPr>
          <p:spPr>
            <a:xfrm>
              <a:off x="1086234" y="3100244"/>
              <a:ext cx="28322" cy="37002"/>
            </a:xfrm>
            <a:custGeom>
              <a:avLst/>
              <a:gdLst/>
              <a:ahLst/>
              <a:cxnLst/>
              <a:rect l="l" t="t" r="r" b="b"/>
              <a:pathLst>
                <a:path w="894" h="1168" extrusionOk="0">
                  <a:moveTo>
                    <a:pt x="181" y="1"/>
                  </a:moveTo>
                  <a:cubicBezTo>
                    <a:pt x="115" y="1"/>
                    <a:pt x="55" y="44"/>
                    <a:pt x="36" y="108"/>
                  </a:cubicBezTo>
                  <a:cubicBezTo>
                    <a:pt x="1" y="203"/>
                    <a:pt x="48" y="286"/>
                    <a:pt x="132" y="322"/>
                  </a:cubicBezTo>
                  <a:cubicBezTo>
                    <a:pt x="525" y="441"/>
                    <a:pt x="572" y="1025"/>
                    <a:pt x="572" y="1025"/>
                  </a:cubicBezTo>
                  <a:cubicBezTo>
                    <a:pt x="572" y="1108"/>
                    <a:pt x="644" y="1168"/>
                    <a:pt x="727" y="1168"/>
                  </a:cubicBezTo>
                  <a:lnTo>
                    <a:pt x="751" y="1168"/>
                  </a:lnTo>
                  <a:cubicBezTo>
                    <a:pt x="822" y="1168"/>
                    <a:pt x="894" y="1096"/>
                    <a:pt x="894" y="1001"/>
                  </a:cubicBezTo>
                  <a:cubicBezTo>
                    <a:pt x="894" y="977"/>
                    <a:pt x="846" y="203"/>
                    <a:pt x="239" y="13"/>
                  </a:cubicBezTo>
                  <a:cubicBezTo>
                    <a:pt x="220" y="4"/>
                    <a:pt x="200" y="1"/>
                    <a:pt x="1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22"/>
            <p:cNvSpPr/>
            <p:nvPr/>
          </p:nvSpPr>
          <p:spPr>
            <a:xfrm>
              <a:off x="1023634" y="3077941"/>
              <a:ext cx="26041" cy="49167"/>
            </a:xfrm>
            <a:custGeom>
              <a:avLst/>
              <a:gdLst/>
              <a:ahLst/>
              <a:cxnLst/>
              <a:rect l="l" t="t" r="r" b="b"/>
              <a:pathLst>
                <a:path w="822" h="1552" extrusionOk="0">
                  <a:moveTo>
                    <a:pt x="646" y="0"/>
                  </a:moveTo>
                  <a:cubicBezTo>
                    <a:pt x="617" y="0"/>
                    <a:pt x="588" y="9"/>
                    <a:pt x="560" y="26"/>
                  </a:cubicBezTo>
                  <a:cubicBezTo>
                    <a:pt x="345" y="181"/>
                    <a:pt x="0" y="538"/>
                    <a:pt x="0" y="1383"/>
                  </a:cubicBezTo>
                  <a:cubicBezTo>
                    <a:pt x="0" y="1462"/>
                    <a:pt x="74" y="1551"/>
                    <a:pt x="163" y="1551"/>
                  </a:cubicBezTo>
                  <a:cubicBezTo>
                    <a:pt x="168" y="1551"/>
                    <a:pt x="173" y="1551"/>
                    <a:pt x="179" y="1550"/>
                  </a:cubicBezTo>
                  <a:cubicBezTo>
                    <a:pt x="250" y="1526"/>
                    <a:pt x="310" y="1455"/>
                    <a:pt x="310" y="1383"/>
                  </a:cubicBezTo>
                  <a:cubicBezTo>
                    <a:pt x="310" y="681"/>
                    <a:pt x="584" y="395"/>
                    <a:pt x="726" y="312"/>
                  </a:cubicBezTo>
                  <a:cubicBezTo>
                    <a:pt x="786" y="264"/>
                    <a:pt x="822" y="205"/>
                    <a:pt x="798" y="133"/>
                  </a:cubicBezTo>
                  <a:cubicBezTo>
                    <a:pt x="781" y="49"/>
                    <a:pt x="716" y="0"/>
                    <a:pt x="6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22"/>
            <p:cNvSpPr/>
            <p:nvPr/>
          </p:nvSpPr>
          <p:spPr>
            <a:xfrm>
              <a:off x="924413" y="3006819"/>
              <a:ext cx="44162" cy="22176"/>
            </a:xfrm>
            <a:custGeom>
              <a:avLst/>
              <a:gdLst/>
              <a:ahLst/>
              <a:cxnLst/>
              <a:rect l="l" t="t" r="r" b="b"/>
              <a:pathLst>
                <a:path w="1394" h="700" extrusionOk="0">
                  <a:moveTo>
                    <a:pt x="963" y="1"/>
                  </a:moveTo>
                  <a:cubicBezTo>
                    <a:pt x="614" y="1"/>
                    <a:pt x="272" y="163"/>
                    <a:pt x="60" y="437"/>
                  </a:cubicBezTo>
                  <a:cubicBezTo>
                    <a:pt x="1" y="521"/>
                    <a:pt x="25" y="616"/>
                    <a:pt x="96" y="664"/>
                  </a:cubicBezTo>
                  <a:cubicBezTo>
                    <a:pt x="120" y="676"/>
                    <a:pt x="156" y="699"/>
                    <a:pt x="179" y="699"/>
                  </a:cubicBezTo>
                  <a:cubicBezTo>
                    <a:pt x="227" y="699"/>
                    <a:pt x="287" y="664"/>
                    <a:pt x="322" y="640"/>
                  </a:cubicBezTo>
                  <a:cubicBezTo>
                    <a:pt x="464" y="433"/>
                    <a:pt x="716" y="315"/>
                    <a:pt x="976" y="315"/>
                  </a:cubicBezTo>
                  <a:cubicBezTo>
                    <a:pt x="1000" y="315"/>
                    <a:pt x="1025" y="316"/>
                    <a:pt x="1049" y="318"/>
                  </a:cubicBezTo>
                  <a:lnTo>
                    <a:pt x="1191" y="342"/>
                  </a:lnTo>
                  <a:cubicBezTo>
                    <a:pt x="1200" y="343"/>
                    <a:pt x="1208" y="344"/>
                    <a:pt x="1215" y="344"/>
                  </a:cubicBezTo>
                  <a:cubicBezTo>
                    <a:pt x="1298" y="344"/>
                    <a:pt x="1359" y="287"/>
                    <a:pt x="1370" y="199"/>
                  </a:cubicBezTo>
                  <a:cubicBezTo>
                    <a:pt x="1394" y="116"/>
                    <a:pt x="1334" y="21"/>
                    <a:pt x="1239" y="21"/>
                  </a:cubicBezTo>
                  <a:lnTo>
                    <a:pt x="1096" y="9"/>
                  </a:lnTo>
                  <a:cubicBezTo>
                    <a:pt x="1052" y="3"/>
                    <a:pt x="1007" y="1"/>
                    <a:pt x="9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22"/>
            <p:cNvSpPr/>
            <p:nvPr/>
          </p:nvSpPr>
          <p:spPr>
            <a:xfrm>
              <a:off x="929703" y="3158757"/>
              <a:ext cx="56232" cy="41849"/>
            </a:xfrm>
            <a:custGeom>
              <a:avLst/>
              <a:gdLst/>
              <a:ahLst/>
              <a:cxnLst/>
              <a:rect l="l" t="t" r="r" b="b"/>
              <a:pathLst>
                <a:path w="1775" h="1321" extrusionOk="0">
                  <a:moveTo>
                    <a:pt x="1604" y="1"/>
                  </a:moveTo>
                  <a:cubicBezTo>
                    <a:pt x="1586" y="1"/>
                    <a:pt x="1567" y="4"/>
                    <a:pt x="1548" y="11"/>
                  </a:cubicBezTo>
                  <a:cubicBezTo>
                    <a:pt x="179" y="309"/>
                    <a:pt x="36" y="1095"/>
                    <a:pt x="12" y="1118"/>
                  </a:cubicBezTo>
                  <a:cubicBezTo>
                    <a:pt x="1" y="1214"/>
                    <a:pt x="60" y="1297"/>
                    <a:pt x="155" y="1321"/>
                  </a:cubicBezTo>
                  <a:lnTo>
                    <a:pt x="179" y="1321"/>
                  </a:lnTo>
                  <a:cubicBezTo>
                    <a:pt x="251" y="1321"/>
                    <a:pt x="334" y="1261"/>
                    <a:pt x="346" y="1178"/>
                  </a:cubicBezTo>
                  <a:cubicBezTo>
                    <a:pt x="346" y="1178"/>
                    <a:pt x="477" y="571"/>
                    <a:pt x="1620" y="333"/>
                  </a:cubicBezTo>
                  <a:cubicBezTo>
                    <a:pt x="1715" y="309"/>
                    <a:pt x="1775" y="213"/>
                    <a:pt x="1739" y="130"/>
                  </a:cubicBezTo>
                  <a:cubicBezTo>
                    <a:pt x="1729" y="54"/>
                    <a:pt x="1674" y="1"/>
                    <a:pt x="1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22"/>
            <p:cNvSpPr/>
            <p:nvPr/>
          </p:nvSpPr>
          <p:spPr>
            <a:xfrm>
              <a:off x="876512" y="3100244"/>
              <a:ext cx="28322" cy="37002"/>
            </a:xfrm>
            <a:custGeom>
              <a:avLst/>
              <a:gdLst/>
              <a:ahLst/>
              <a:cxnLst/>
              <a:rect l="l" t="t" r="r" b="b"/>
              <a:pathLst>
                <a:path w="894" h="1168" extrusionOk="0">
                  <a:moveTo>
                    <a:pt x="714" y="1"/>
                  </a:moveTo>
                  <a:cubicBezTo>
                    <a:pt x="694" y="1"/>
                    <a:pt x="675" y="4"/>
                    <a:pt x="656" y="13"/>
                  </a:cubicBezTo>
                  <a:cubicBezTo>
                    <a:pt x="60" y="203"/>
                    <a:pt x="1" y="965"/>
                    <a:pt x="1" y="1001"/>
                  </a:cubicBezTo>
                  <a:cubicBezTo>
                    <a:pt x="1" y="1096"/>
                    <a:pt x="60" y="1168"/>
                    <a:pt x="144" y="1168"/>
                  </a:cubicBezTo>
                  <a:lnTo>
                    <a:pt x="156" y="1168"/>
                  </a:lnTo>
                  <a:cubicBezTo>
                    <a:pt x="251" y="1168"/>
                    <a:pt x="322" y="1108"/>
                    <a:pt x="322" y="1025"/>
                  </a:cubicBezTo>
                  <a:cubicBezTo>
                    <a:pt x="322" y="1025"/>
                    <a:pt x="358" y="441"/>
                    <a:pt x="751" y="322"/>
                  </a:cubicBezTo>
                  <a:cubicBezTo>
                    <a:pt x="846" y="286"/>
                    <a:pt x="894" y="203"/>
                    <a:pt x="858" y="108"/>
                  </a:cubicBezTo>
                  <a:cubicBezTo>
                    <a:pt x="840" y="44"/>
                    <a:pt x="779" y="1"/>
                    <a:pt x="7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22"/>
            <p:cNvSpPr/>
            <p:nvPr/>
          </p:nvSpPr>
          <p:spPr>
            <a:xfrm>
              <a:off x="941393" y="3077941"/>
              <a:ext cx="26453" cy="49484"/>
            </a:xfrm>
            <a:custGeom>
              <a:avLst/>
              <a:gdLst/>
              <a:ahLst/>
              <a:cxnLst/>
              <a:rect l="l" t="t" r="r" b="b"/>
              <a:pathLst>
                <a:path w="835" h="1562" extrusionOk="0">
                  <a:moveTo>
                    <a:pt x="185" y="0"/>
                  </a:moveTo>
                  <a:cubicBezTo>
                    <a:pt x="112" y="0"/>
                    <a:pt x="41" y="49"/>
                    <a:pt x="24" y="133"/>
                  </a:cubicBezTo>
                  <a:cubicBezTo>
                    <a:pt x="1" y="193"/>
                    <a:pt x="36" y="264"/>
                    <a:pt x="96" y="312"/>
                  </a:cubicBezTo>
                  <a:cubicBezTo>
                    <a:pt x="239" y="419"/>
                    <a:pt x="513" y="681"/>
                    <a:pt x="513" y="1395"/>
                  </a:cubicBezTo>
                  <a:cubicBezTo>
                    <a:pt x="513" y="1491"/>
                    <a:pt x="584" y="1562"/>
                    <a:pt x="679" y="1562"/>
                  </a:cubicBezTo>
                  <a:cubicBezTo>
                    <a:pt x="763" y="1562"/>
                    <a:pt x="834" y="1491"/>
                    <a:pt x="834" y="1395"/>
                  </a:cubicBezTo>
                  <a:cubicBezTo>
                    <a:pt x="834" y="538"/>
                    <a:pt x="513" y="181"/>
                    <a:pt x="274" y="26"/>
                  </a:cubicBezTo>
                  <a:cubicBezTo>
                    <a:pt x="247" y="9"/>
                    <a:pt x="216" y="0"/>
                    <a:pt x="1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7" name="Google Shape;337;p22"/>
          <p:cNvGrpSpPr/>
          <p:nvPr/>
        </p:nvGrpSpPr>
        <p:grpSpPr>
          <a:xfrm>
            <a:off x="7918475" y="2298096"/>
            <a:ext cx="347435" cy="345534"/>
            <a:chOff x="3527780" y="2885263"/>
            <a:chExt cx="347435" cy="345534"/>
          </a:xfrm>
        </p:grpSpPr>
        <p:sp>
          <p:nvSpPr>
            <p:cNvPr id="338" name="Google Shape;338;p22"/>
            <p:cNvSpPr/>
            <p:nvPr/>
          </p:nvSpPr>
          <p:spPr>
            <a:xfrm>
              <a:off x="3527780" y="2885263"/>
              <a:ext cx="347435" cy="345534"/>
            </a:xfrm>
            <a:custGeom>
              <a:avLst/>
              <a:gdLst/>
              <a:ahLst/>
              <a:cxnLst/>
              <a:rect l="l" t="t" r="r" b="b"/>
              <a:pathLst>
                <a:path w="10967" h="10907" extrusionOk="0">
                  <a:moveTo>
                    <a:pt x="3751" y="298"/>
                  </a:moveTo>
                  <a:cubicBezTo>
                    <a:pt x="3811" y="298"/>
                    <a:pt x="3847" y="345"/>
                    <a:pt x="3847" y="405"/>
                  </a:cubicBezTo>
                  <a:cubicBezTo>
                    <a:pt x="3847" y="464"/>
                    <a:pt x="3811" y="512"/>
                    <a:pt x="3751" y="512"/>
                  </a:cubicBezTo>
                  <a:cubicBezTo>
                    <a:pt x="3692" y="512"/>
                    <a:pt x="3644" y="464"/>
                    <a:pt x="3644" y="405"/>
                  </a:cubicBezTo>
                  <a:cubicBezTo>
                    <a:pt x="3656" y="345"/>
                    <a:pt x="3704" y="298"/>
                    <a:pt x="3751" y="298"/>
                  </a:cubicBezTo>
                  <a:close/>
                  <a:moveTo>
                    <a:pt x="5490" y="298"/>
                  </a:moveTo>
                  <a:cubicBezTo>
                    <a:pt x="5549" y="298"/>
                    <a:pt x="5597" y="345"/>
                    <a:pt x="5597" y="405"/>
                  </a:cubicBezTo>
                  <a:cubicBezTo>
                    <a:pt x="5597" y="464"/>
                    <a:pt x="5549" y="512"/>
                    <a:pt x="5490" y="512"/>
                  </a:cubicBezTo>
                  <a:cubicBezTo>
                    <a:pt x="5430" y="512"/>
                    <a:pt x="5382" y="464"/>
                    <a:pt x="5382" y="405"/>
                  </a:cubicBezTo>
                  <a:cubicBezTo>
                    <a:pt x="5382" y="345"/>
                    <a:pt x="5430" y="298"/>
                    <a:pt x="5490" y="298"/>
                  </a:cubicBezTo>
                  <a:close/>
                  <a:moveTo>
                    <a:pt x="7216" y="298"/>
                  </a:moveTo>
                  <a:cubicBezTo>
                    <a:pt x="7276" y="298"/>
                    <a:pt x="7323" y="345"/>
                    <a:pt x="7323" y="405"/>
                  </a:cubicBezTo>
                  <a:cubicBezTo>
                    <a:pt x="7323" y="464"/>
                    <a:pt x="7276" y="512"/>
                    <a:pt x="7216" y="512"/>
                  </a:cubicBezTo>
                  <a:cubicBezTo>
                    <a:pt x="7156" y="512"/>
                    <a:pt x="7109" y="464"/>
                    <a:pt x="7109" y="405"/>
                  </a:cubicBezTo>
                  <a:cubicBezTo>
                    <a:pt x="7109" y="345"/>
                    <a:pt x="7156" y="298"/>
                    <a:pt x="7216" y="298"/>
                  </a:cubicBezTo>
                  <a:close/>
                  <a:moveTo>
                    <a:pt x="394" y="3632"/>
                  </a:moveTo>
                  <a:cubicBezTo>
                    <a:pt x="453" y="3632"/>
                    <a:pt x="501" y="3679"/>
                    <a:pt x="501" y="3739"/>
                  </a:cubicBezTo>
                  <a:cubicBezTo>
                    <a:pt x="501" y="3798"/>
                    <a:pt x="453" y="3846"/>
                    <a:pt x="394" y="3846"/>
                  </a:cubicBezTo>
                  <a:cubicBezTo>
                    <a:pt x="334" y="3846"/>
                    <a:pt x="287" y="3798"/>
                    <a:pt x="287" y="3739"/>
                  </a:cubicBezTo>
                  <a:cubicBezTo>
                    <a:pt x="287" y="3679"/>
                    <a:pt x="334" y="3632"/>
                    <a:pt x="394" y="3632"/>
                  </a:cubicBezTo>
                  <a:close/>
                  <a:moveTo>
                    <a:pt x="10562" y="3655"/>
                  </a:moveTo>
                  <a:cubicBezTo>
                    <a:pt x="10621" y="3655"/>
                    <a:pt x="10669" y="3691"/>
                    <a:pt x="10669" y="3763"/>
                  </a:cubicBezTo>
                  <a:cubicBezTo>
                    <a:pt x="10669" y="3822"/>
                    <a:pt x="10621" y="3858"/>
                    <a:pt x="10562" y="3858"/>
                  </a:cubicBezTo>
                  <a:cubicBezTo>
                    <a:pt x="10502" y="3858"/>
                    <a:pt x="10454" y="3822"/>
                    <a:pt x="10454" y="3763"/>
                  </a:cubicBezTo>
                  <a:cubicBezTo>
                    <a:pt x="10454" y="3691"/>
                    <a:pt x="10502" y="3655"/>
                    <a:pt x="10562" y="3655"/>
                  </a:cubicBezTo>
                  <a:close/>
                  <a:moveTo>
                    <a:pt x="394" y="5382"/>
                  </a:moveTo>
                  <a:cubicBezTo>
                    <a:pt x="453" y="5382"/>
                    <a:pt x="501" y="5417"/>
                    <a:pt x="501" y="5477"/>
                  </a:cubicBezTo>
                  <a:cubicBezTo>
                    <a:pt x="501" y="5548"/>
                    <a:pt x="453" y="5584"/>
                    <a:pt x="394" y="5584"/>
                  </a:cubicBezTo>
                  <a:cubicBezTo>
                    <a:pt x="334" y="5584"/>
                    <a:pt x="287" y="5548"/>
                    <a:pt x="287" y="5477"/>
                  </a:cubicBezTo>
                  <a:cubicBezTo>
                    <a:pt x="287" y="5417"/>
                    <a:pt x="334" y="5382"/>
                    <a:pt x="394" y="5382"/>
                  </a:cubicBezTo>
                  <a:close/>
                  <a:moveTo>
                    <a:pt x="10562" y="5382"/>
                  </a:moveTo>
                  <a:cubicBezTo>
                    <a:pt x="10621" y="5382"/>
                    <a:pt x="10669" y="5429"/>
                    <a:pt x="10669" y="5489"/>
                  </a:cubicBezTo>
                  <a:cubicBezTo>
                    <a:pt x="10669" y="5548"/>
                    <a:pt x="10621" y="5584"/>
                    <a:pt x="10562" y="5584"/>
                  </a:cubicBezTo>
                  <a:cubicBezTo>
                    <a:pt x="10502" y="5584"/>
                    <a:pt x="10454" y="5548"/>
                    <a:pt x="10454" y="5489"/>
                  </a:cubicBezTo>
                  <a:cubicBezTo>
                    <a:pt x="10454" y="5429"/>
                    <a:pt x="10502" y="5382"/>
                    <a:pt x="10562" y="5382"/>
                  </a:cubicBezTo>
                  <a:close/>
                  <a:moveTo>
                    <a:pt x="394" y="7108"/>
                  </a:moveTo>
                  <a:cubicBezTo>
                    <a:pt x="453" y="7108"/>
                    <a:pt x="501" y="7144"/>
                    <a:pt x="501" y="7215"/>
                  </a:cubicBezTo>
                  <a:cubicBezTo>
                    <a:pt x="501" y="7275"/>
                    <a:pt x="453" y="7311"/>
                    <a:pt x="394" y="7311"/>
                  </a:cubicBezTo>
                  <a:cubicBezTo>
                    <a:pt x="334" y="7311"/>
                    <a:pt x="287" y="7275"/>
                    <a:pt x="287" y="7215"/>
                  </a:cubicBezTo>
                  <a:cubicBezTo>
                    <a:pt x="287" y="7144"/>
                    <a:pt x="334" y="7108"/>
                    <a:pt x="394" y="7108"/>
                  </a:cubicBezTo>
                  <a:close/>
                  <a:moveTo>
                    <a:pt x="10562" y="7120"/>
                  </a:moveTo>
                  <a:cubicBezTo>
                    <a:pt x="10621" y="7120"/>
                    <a:pt x="10669" y="7168"/>
                    <a:pt x="10669" y="7227"/>
                  </a:cubicBezTo>
                  <a:cubicBezTo>
                    <a:pt x="10669" y="7287"/>
                    <a:pt x="10621" y="7334"/>
                    <a:pt x="10562" y="7334"/>
                  </a:cubicBezTo>
                  <a:cubicBezTo>
                    <a:pt x="10502" y="7334"/>
                    <a:pt x="10454" y="7287"/>
                    <a:pt x="10454" y="7227"/>
                  </a:cubicBezTo>
                  <a:cubicBezTo>
                    <a:pt x="10454" y="7168"/>
                    <a:pt x="10502" y="7120"/>
                    <a:pt x="10562" y="7120"/>
                  </a:cubicBezTo>
                  <a:close/>
                  <a:moveTo>
                    <a:pt x="3751" y="10454"/>
                  </a:moveTo>
                  <a:cubicBezTo>
                    <a:pt x="3811" y="10454"/>
                    <a:pt x="3847" y="10501"/>
                    <a:pt x="3847" y="10561"/>
                  </a:cubicBezTo>
                  <a:cubicBezTo>
                    <a:pt x="3847" y="10621"/>
                    <a:pt x="3811" y="10668"/>
                    <a:pt x="3751" y="10668"/>
                  </a:cubicBezTo>
                  <a:cubicBezTo>
                    <a:pt x="3692" y="10668"/>
                    <a:pt x="3644" y="10621"/>
                    <a:pt x="3644" y="10561"/>
                  </a:cubicBezTo>
                  <a:cubicBezTo>
                    <a:pt x="3644" y="10501"/>
                    <a:pt x="3680" y="10454"/>
                    <a:pt x="3751" y="10454"/>
                  </a:cubicBezTo>
                  <a:close/>
                  <a:moveTo>
                    <a:pt x="5490" y="10454"/>
                  </a:moveTo>
                  <a:cubicBezTo>
                    <a:pt x="5549" y="10454"/>
                    <a:pt x="5597" y="10501"/>
                    <a:pt x="5597" y="10561"/>
                  </a:cubicBezTo>
                  <a:cubicBezTo>
                    <a:pt x="5597" y="10621"/>
                    <a:pt x="5537" y="10668"/>
                    <a:pt x="5490" y="10668"/>
                  </a:cubicBezTo>
                  <a:cubicBezTo>
                    <a:pt x="5430" y="10668"/>
                    <a:pt x="5382" y="10621"/>
                    <a:pt x="5382" y="10561"/>
                  </a:cubicBezTo>
                  <a:cubicBezTo>
                    <a:pt x="5382" y="10501"/>
                    <a:pt x="5430" y="10454"/>
                    <a:pt x="5490" y="10454"/>
                  </a:cubicBezTo>
                  <a:close/>
                  <a:moveTo>
                    <a:pt x="7216" y="10454"/>
                  </a:moveTo>
                  <a:cubicBezTo>
                    <a:pt x="7276" y="10454"/>
                    <a:pt x="7323" y="10501"/>
                    <a:pt x="7323" y="10561"/>
                  </a:cubicBezTo>
                  <a:cubicBezTo>
                    <a:pt x="7323" y="10621"/>
                    <a:pt x="7276" y="10668"/>
                    <a:pt x="7216" y="10668"/>
                  </a:cubicBezTo>
                  <a:cubicBezTo>
                    <a:pt x="7156" y="10668"/>
                    <a:pt x="7109" y="10621"/>
                    <a:pt x="7109" y="10561"/>
                  </a:cubicBezTo>
                  <a:cubicBezTo>
                    <a:pt x="7109" y="10501"/>
                    <a:pt x="7156" y="10454"/>
                    <a:pt x="7216" y="10454"/>
                  </a:cubicBezTo>
                  <a:close/>
                  <a:moveTo>
                    <a:pt x="3811" y="0"/>
                  </a:moveTo>
                  <a:cubicBezTo>
                    <a:pt x="3561" y="0"/>
                    <a:pt x="3394" y="203"/>
                    <a:pt x="3394" y="417"/>
                  </a:cubicBezTo>
                  <a:cubicBezTo>
                    <a:pt x="3394" y="595"/>
                    <a:pt x="3489" y="750"/>
                    <a:pt x="3656" y="810"/>
                  </a:cubicBezTo>
                  <a:lnTo>
                    <a:pt x="3656" y="1738"/>
                  </a:lnTo>
                  <a:lnTo>
                    <a:pt x="1965" y="1738"/>
                  </a:lnTo>
                  <a:cubicBezTo>
                    <a:pt x="1870" y="1738"/>
                    <a:pt x="1799" y="1810"/>
                    <a:pt x="1799" y="1893"/>
                  </a:cubicBezTo>
                  <a:lnTo>
                    <a:pt x="1799" y="3596"/>
                  </a:lnTo>
                  <a:lnTo>
                    <a:pt x="799" y="3596"/>
                  </a:lnTo>
                  <a:cubicBezTo>
                    <a:pt x="739" y="3441"/>
                    <a:pt x="596" y="3322"/>
                    <a:pt x="418" y="3322"/>
                  </a:cubicBezTo>
                  <a:cubicBezTo>
                    <a:pt x="179" y="3322"/>
                    <a:pt x="1" y="3524"/>
                    <a:pt x="1" y="3739"/>
                  </a:cubicBezTo>
                  <a:cubicBezTo>
                    <a:pt x="1" y="3977"/>
                    <a:pt x="191" y="4155"/>
                    <a:pt x="418" y="4155"/>
                  </a:cubicBezTo>
                  <a:cubicBezTo>
                    <a:pt x="596" y="4155"/>
                    <a:pt x="739" y="4048"/>
                    <a:pt x="799" y="3893"/>
                  </a:cubicBezTo>
                  <a:lnTo>
                    <a:pt x="1727" y="3893"/>
                  </a:lnTo>
                  <a:lnTo>
                    <a:pt x="1727" y="5310"/>
                  </a:lnTo>
                  <a:lnTo>
                    <a:pt x="799" y="5310"/>
                  </a:lnTo>
                  <a:cubicBezTo>
                    <a:pt x="739" y="5156"/>
                    <a:pt x="596" y="5036"/>
                    <a:pt x="418" y="5036"/>
                  </a:cubicBezTo>
                  <a:cubicBezTo>
                    <a:pt x="179" y="5036"/>
                    <a:pt x="1" y="5227"/>
                    <a:pt x="1" y="5453"/>
                  </a:cubicBezTo>
                  <a:cubicBezTo>
                    <a:pt x="1" y="5691"/>
                    <a:pt x="191" y="5870"/>
                    <a:pt x="418" y="5870"/>
                  </a:cubicBezTo>
                  <a:cubicBezTo>
                    <a:pt x="596" y="5870"/>
                    <a:pt x="739" y="5763"/>
                    <a:pt x="799" y="5608"/>
                  </a:cubicBezTo>
                  <a:lnTo>
                    <a:pt x="1727" y="5608"/>
                  </a:lnTo>
                  <a:lnTo>
                    <a:pt x="1727" y="7013"/>
                  </a:lnTo>
                  <a:lnTo>
                    <a:pt x="799" y="7013"/>
                  </a:lnTo>
                  <a:cubicBezTo>
                    <a:pt x="739" y="6870"/>
                    <a:pt x="596" y="6751"/>
                    <a:pt x="418" y="6751"/>
                  </a:cubicBezTo>
                  <a:cubicBezTo>
                    <a:pt x="179" y="6751"/>
                    <a:pt x="1" y="6941"/>
                    <a:pt x="1" y="7168"/>
                  </a:cubicBezTo>
                  <a:cubicBezTo>
                    <a:pt x="1" y="7406"/>
                    <a:pt x="191" y="7584"/>
                    <a:pt x="418" y="7584"/>
                  </a:cubicBezTo>
                  <a:cubicBezTo>
                    <a:pt x="596" y="7584"/>
                    <a:pt x="739" y="7477"/>
                    <a:pt x="799" y="7311"/>
                  </a:cubicBezTo>
                  <a:lnTo>
                    <a:pt x="1727" y="7311"/>
                  </a:lnTo>
                  <a:lnTo>
                    <a:pt x="1727" y="9013"/>
                  </a:lnTo>
                  <a:cubicBezTo>
                    <a:pt x="1727" y="9097"/>
                    <a:pt x="1799" y="9180"/>
                    <a:pt x="1882" y="9180"/>
                  </a:cubicBezTo>
                  <a:lnTo>
                    <a:pt x="3585" y="9180"/>
                  </a:lnTo>
                  <a:lnTo>
                    <a:pt x="3585" y="10097"/>
                  </a:lnTo>
                  <a:cubicBezTo>
                    <a:pt x="3430" y="10156"/>
                    <a:pt x="3311" y="10311"/>
                    <a:pt x="3311" y="10490"/>
                  </a:cubicBezTo>
                  <a:cubicBezTo>
                    <a:pt x="3311" y="10728"/>
                    <a:pt x="3513" y="10906"/>
                    <a:pt x="3727" y="10906"/>
                  </a:cubicBezTo>
                  <a:cubicBezTo>
                    <a:pt x="3966" y="10906"/>
                    <a:pt x="4144" y="10704"/>
                    <a:pt x="4144" y="10490"/>
                  </a:cubicBezTo>
                  <a:cubicBezTo>
                    <a:pt x="4144" y="10311"/>
                    <a:pt x="4049" y="10156"/>
                    <a:pt x="3882" y="10097"/>
                  </a:cubicBezTo>
                  <a:lnTo>
                    <a:pt x="3882" y="9180"/>
                  </a:lnTo>
                  <a:lnTo>
                    <a:pt x="5299" y="9180"/>
                  </a:lnTo>
                  <a:lnTo>
                    <a:pt x="5299" y="10097"/>
                  </a:lnTo>
                  <a:cubicBezTo>
                    <a:pt x="5144" y="10156"/>
                    <a:pt x="5025" y="10311"/>
                    <a:pt x="5025" y="10490"/>
                  </a:cubicBezTo>
                  <a:cubicBezTo>
                    <a:pt x="5025" y="10728"/>
                    <a:pt x="5216" y="10906"/>
                    <a:pt x="5442" y="10906"/>
                  </a:cubicBezTo>
                  <a:cubicBezTo>
                    <a:pt x="5680" y="10906"/>
                    <a:pt x="5859" y="10704"/>
                    <a:pt x="5859" y="10490"/>
                  </a:cubicBezTo>
                  <a:cubicBezTo>
                    <a:pt x="5859" y="10311"/>
                    <a:pt x="5752" y="10156"/>
                    <a:pt x="5597" y="10097"/>
                  </a:cubicBezTo>
                  <a:lnTo>
                    <a:pt x="5597" y="9180"/>
                  </a:lnTo>
                  <a:lnTo>
                    <a:pt x="7002" y="9180"/>
                  </a:lnTo>
                  <a:lnTo>
                    <a:pt x="7002" y="10097"/>
                  </a:lnTo>
                  <a:cubicBezTo>
                    <a:pt x="6859" y="10156"/>
                    <a:pt x="6740" y="10311"/>
                    <a:pt x="6740" y="10490"/>
                  </a:cubicBezTo>
                  <a:cubicBezTo>
                    <a:pt x="6740" y="10728"/>
                    <a:pt x="6930" y="10906"/>
                    <a:pt x="7156" y="10906"/>
                  </a:cubicBezTo>
                  <a:cubicBezTo>
                    <a:pt x="7383" y="10906"/>
                    <a:pt x="7573" y="10704"/>
                    <a:pt x="7573" y="10490"/>
                  </a:cubicBezTo>
                  <a:cubicBezTo>
                    <a:pt x="7573" y="10311"/>
                    <a:pt x="7466" y="10156"/>
                    <a:pt x="7299" y="10097"/>
                  </a:cubicBezTo>
                  <a:lnTo>
                    <a:pt x="7299" y="9180"/>
                  </a:lnTo>
                  <a:lnTo>
                    <a:pt x="9002" y="9180"/>
                  </a:lnTo>
                  <a:cubicBezTo>
                    <a:pt x="9085" y="9180"/>
                    <a:pt x="9169" y="9097"/>
                    <a:pt x="9169" y="9013"/>
                  </a:cubicBezTo>
                  <a:lnTo>
                    <a:pt x="9169" y="7311"/>
                  </a:lnTo>
                  <a:lnTo>
                    <a:pt x="10085" y="7311"/>
                  </a:lnTo>
                  <a:cubicBezTo>
                    <a:pt x="10145" y="7465"/>
                    <a:pt x="10300" y="7584"/>
                    <a:pt x="10478" y="7584"/>
                  </a:cubicBezTo>
                  <a:cubicBezTo>
                    <a:pt x="10716" y="7584"/>
                    <a:pt x="10895" y="7394"/>
                    <a:pt x="10895" y="7168"/>
                  </a:cubicBezTo>
                  <a:cubicBezTo>
                    <a:pt x="10895" y="6930"/>
                    <a:pt x="10693" y="6751"/>
                    <a:pt x="10478" y="6751"/>
                  </a:cubicBezTo>
                  <a:cubicBezTo>
                    <a:pt x="10300" y="6751"/>
                    <a:pt x="10145" y="6858"/>
                    <a:pt x="10085" y="7013"/>
                  </a:cubicBezTo>
                  <a:lnTo>
                    <a:pt x="9169" y="7013"/>
                  </a:lnTo>
                  <a:lnTo>
                    <a:pt x="9240" y="5644"/>
                  </a:lnTo>
                  <a:lnTo>
                    <a:pt x="10157" y="5644"/>
                  </a:lnTo>
                  <a:cubicBezTo>
                    <a:pt x="10216" y="5798"/>
                    <a:pt x="10371" y="5918"/>
                    <a:pt x="10550" y="5918"/>
                  </a:cubicBezTo>
                  <a:cubicBezTo>
                    <a:pt x="10788" y="5918"/>
                    <a:pt x="10966" y="5727"/>
                    <a:pt x="10966" y="5501"/>
                  </a:cubicBezTo>
                  <a:cubicBezTo>
                    <a:pt x="10966" y="5263"/>
                    <a:pt x="10776" y="5084"/>
                    <a:pt x="10550" y="5084"/>
                  </a:cubicBezTo>
                  <a:cubicBezTo>
                    <a:pt x="10371" y="5084"/>
                    <a:pt x="10216" y="5191"/>
                    <a:pt x="10157" y="5346"/>
                  </a:cubicBezTo>
                  <a:lnTo>
                    <a:pt x="9240" y="5346"/>
                  </a:lnTo>
                  <a:lnTo>
                    <a:pt x="9240" y="3905"/>
                  </a:lnTo>
                  <a:lnTo>
                    <a:pt x="10157" y="3905"/>
                  </a:lnTo>
                  <a:cubicBezTo>
                    <a:pt x="10216" y="4060"/>
                    <a:pt x="10371" y="4179"/>
                    <a:pt x="10550" y="4179"/>
                  </a:cubicBezTo>
                  <a:cubicBezTo>
                    <a:pt x="10788" y="4179"/>
                    <a:pt x="10966" y="3977"/>
                    <a:pt x="10966" y="3763"/>
                  </a:cubicBezTo>
                  <a:cubicBezTo>
                    <a:pt x="10966" y="3524"/>
                    <a:pt x="10776" y="3346"/>
                    <a:pt x="10550" y="3346"/>
                  </a:cubicBezTo>
                  <a:cubicBezTo>
                    <a:pt x="10371" y="3346"/>
                    <a:pt x="10216" y="3441"/>
                    <a:pt x="10157" y="3608"/>
                  </a:cubicBezTo>
                  <a:lnTo>
                    <a:pt x="9240" y="3608"/>
                  </a:lnTo>
                  <a:lnTo>
                    <a:pt x="9240" y="1917"/>
                  </a:lnTo>
                  <a:cubicBezTo>
                    <a:pt x="9240" y="1822"/>
                    <a:pt x="9169" y="1750"/>
                    <a:pt x="9073" y="1750"/>
                  </a:cubicBezTo>
                  <a:lnTo>
                    <a:pt x="8395" y="1750"/>
                  </a:lnTo>
                  <a:cubicBezTo>
                    <a:pt x="8299" y="1750"/>
                    <a:pt x="8228" y="1822"/>
                    <a:pt x="8228" y="1917"/>
                  </a:cubicBezTo>
                  <a:cubicBezTo>
                    <a:pt x="8228" y="2000"/>
                    <a:pt x="8299" y="2072"/>
                    <a:pt x="8395" y="2072"/>
                  </a:cubicBezTo>
                  <a:lnTo>
                    <a:pt x="8930" y="2072"/>
                  </a:lnTo>
                  <a:lnTo>
                    <a:pt x="8930" y="3763"/>
                  </a:lnTo>
                  <a:lnTo>
                    <a:pt x="8930" y="5489"/>
                  </a:lnTo>
                  <a:lnTo>
                    <a:pt x="8930" y="7215"/>
                  </a:lnTo>
                  <a:lnTo>
                    <a:pt x="8930" y="8906"/>
                  </a:lnTo>
                  <a:lnTo>
                    <a:pt x="2049" y="8906"/>
                  </a:lnTo>
                  <a:lnTo>
                    <a:pt x="2049" y="7215"/>
                  </a:lnTo>
                  <a:lnTo>
                    <a:pt x="2049" y="5489"/>
                  </a:lnTo>
                  <a:lnTo>
                    <a:pt x="2049" y="3763"/>
                  </a:lnTo>
                  <a:lnTo>
                    <a:pt x="2049" y="2060"/>
                  </a:lnTo>
                  <a:lnTo>
                    <a:pt x="7752" y="2060"/>
                  </a:lnTo>
                  <a:cubicBezTo>
                    <a:pt x="7835" y="2060"/>
                    <a:pt x="7918" y="1988"/>
                    <a:pt x="7918" y="1893"/>
                  </a:cubicBezTo>
                  <a:cubicBezTo>
                    <a:pt x="7918" y="1810"/>
                    <a:pt x="7835" y="1738"/>
                    <a:pt x="7752" y="1738"/>
                  </a:cubicBezTo>
                  <a:lnTo>
                    <a:pt x="7383" y="1738"/>
                  </a:lnTo>
                  <a:lnTo>
                    <a:pt x="7383" y="810"/>
                  </a:lnTo>
                  <a:cubicBezTo>
                    <a:pt x="7526" y="750"/>
                    <a:pt x="7645" y="595"/>
                    <a:pt x="7645" y="417"/>
                  </a:cubicBezTo>
                  <a:cubicBezTo>
                    <a:pt x="7645" y="179"/>
                    <a:pt x="7454" y="0"/>
                    <a:pt x="7228" y="0"/>
                  </a:cubicBezTo>
                  <a:cubicBezTo>
                    <a:pt x="6990" y="0"/>
                    <a:pt x="6811" y="203"/>
                    <a:pt x="6811" y="417"/>
                  </a:cubicBezTo>
                  <a:cubicBezTo>
                    <a:pt x="6811" y="595"/>
                    <a:pt x="6918" y="750"/>
                    <a:pt x="7085" y="810"/>
                  </a:cubicBezTo>
                  <a:lnTo>
                    <a:pt x="7085" y="1738"/>
                  </a:lnTo>
                  <a:lnTo>
                    <a:pt x="5668" y="1738"/>
                  </a:lnTo>
                  <a:lnTo>
                    <a:pt x="5668" y="810"/>
                  </a:lnTo>
                  <a:cubicBezTo>
                    <a:pt x="5811" y="750"/>
                    <a:pt x="5930" y="595"/>
                    <a:pt x="5930" y="417"/>
                  </a:cubicBezTo>
                  <a:cubicBezTo>
                    <a:pt x="5930" y="179"/>
                    <a:pt x="5740" y="0"/>
                    <a:pt x="5513" y="0"/>
                  </a:cubicBezTo>
                  <a:cubicBezTo>
                    <a:pt x="5275" y="0"/>
                    <a:pt x="5097" y="203"/>
                    <a:pt x="5097" y="417"/>
                  </a:cubicBezTo>
                  <a:cubicBezTo>
                    <a:pt x="5097" y="595"/>
                    <a:pt x="5204" y="750"/>
                    <a:pt x="5371" y="810"/>
                  </a:cubicBezTo>
                  <a:lnTo>
                    <a:pt x="5371" y="1738"/>
                  </a:lnTo>
                  <a:lnTo>
                    <a:pt x="3954" y="1738"/>
                  </a:lnTo>
                  <a:lnTo>
                    <a:pt x="3954" y="810"/>
                  </a:lnTo>
                  <a:cubicBezTo>
                    <a:pt x="4108" y="750"/>
                    <a:pt x="4216" y="595"/>
                    <a:pt x="4216" y="417"/>
                  </a:cubicBezTo>
                  <a:cubicBezTo>
                    <a:pt x="4216" y="179"/>
                    <a:pt x="4025" y="0"/>
                    <a:pt x="38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22"/>
            <p:cNvSpPr/>
            <p:nvPr/>
          </p:nvSpPr>
          <p:spPr>
            <a:xfrm>
              <a:off x="3599440" y="2956543"/>
              <a:ext cx="204494" cy="204843"/>
            </a:xfrm>
            <a:custGeom>
              <a:avLst/>
              <a:gdLst/>
              <a:ahLst/>
              <a:cxnLst/>
              <a:rect l="l" t="t" r="r" b="b"/>
              <a:pathLst>
                <a:path w="6455" h="6466" extrusionOk="0">
                  <a:moveTo>
                    <a:pt x="156" y="0"/>
                  </a:moveTo>
                  <a:cubicBezTo>
                    <a:pt x="72" y="0"/>
                    <a:pt x="1" y="84"/>
                    <a:pt x="1" y="167"/>
                  </a:cubicBezTo>
                  <a:lnTo>
                    <a:pt x="1" y="4644"/>
                  </a:lnTo>
                  <a:cubicBezTo>
                    <a:pt x="1" y="4739"/>
                    <a:pt x="72" y="4811"/>
                    <a:pt x="156" y="4811"/>
                  </a:cubicBezTo>
                  <a:cubicBezTo>
                    <a:pt x="251" y="4811"/>
                    <a:pt x="322" y="4739"/>
                    <a:pt x="322" y="4644"/>
                  </a:cubicBezTo>
                  <a:lnTo>
                    <a:pt x="322" y="334"/>
                  </a:lnTo>
                  <a:lnTo>
                    <a:pt x="6133" y="334"/>
                  </a:lnTo>
                  <a:lnTo>
                    <a:pt x="6133" y="6132"/>
                  </a:lnTo>
                  <a:lnTo>
                    <a:pt x="322" y="6132"/>
                  </a:lnTo>
                  <a:lnTo>
                    <a:pt x="322" y="5287"/>
                  </a:lnTo>
                  <a:cubicBezTo>
                    <a:pt x="322" y="5203"/>
                    <a:pt x="251" y="5120"/>
                    <a:pt x="156" y="5120"/>
                  </a:cubicBezTo>
                  <a:cubicBezTo>
                    <a:pt x="72" y="5120"/>
                    <a:pt x="1" y="5203"/>
                    <a:pt x="1" y="5287"/>
                  </a:cubicBezTo>
                  <a:lnTo>
                    <a:pt x="1" y="6299"/>
                  </a:lnTo>
                  <a:cubicBezTo>
                    <a:pt x="1" y="6394"/>
                    <a:pt x="72" y="6466"/>
                    <a:pt x="156" y="6466"/>
                  </a:cubicBezTo>
                  <a:lnTo>
                    <a:pt x="6287" y="6466"/>
                  </a:lnTo>
                  <a:cubicBezTo>
                    <a:pt x="6383" y="6466"/>
                    <a:pt x="6454" y="6394"/>
                    <a:pt x="6454" y="6299"/>
                  </a:cubicBezTo>
                  <a:lnTo>
                    <a:pt x="6454" y="167"/>
                  </a:lnTo>
                  <a:cubicBezTo>
                    <a:pt x="6442" y="84"/>
                    <a:pt x="6383" y="0"/>
                    <a:pt x="62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22"/>
            <p:cNvSpPr/>
            <p:nvPr/>
          </p:nvSpPr>
          <p:spPr>
            <a:xfrm>
              <a:off x="3661691" y="3018763"/>
              <a:ext cx="79992" cy="80372"/>
            </a:xfrm>
            <a:custGeom>
              <a:avLst/>
              <a:gdLst/>
              <a:ahLst/>
              <a:cxnLst/>
              <a:rect l="l" t="t" r="r" b="b"/>
              <a:pathLst>
                <a:path w="2525" h="2537" extrusionOk="0">
                  <a:moveTo>
                    <a:pt x="155" y="1"/>
                  </a:moveTo>
                  <a:cubicBezTo>
                    <a:pt x="72" y="1"/>
                    <a:pt x="1" y="84"/>
                    <a:pt x="1" y="168"/>
                  </a:cubicBezTo>
                  <a:lnTo>
                    <a:pt x="1" y="2370"/>
                  </a:lnTo>
                  <a:cubicBezTo>
                    <a:pt x="1" y="2466"/>
                    <a:pt x="72" y="2537"/>
                    <a:pt x="155" y="2537"/>
                  </a:cubicBezTo>
                  <a:lnTo>
                    <a:pt x="1013" y="2537"/>
                  </a:lnTo>
                  <a:cubicBezTo>
                    <a:pt x="1096" y="2537"/>
                    <a:pt x="1167" y="2466"/>
                    <a:pt x="1167" y="2370"/>
                  </a:cubicBezTo>
                  <a:cubicBezTo>
                    <a:pt x="1167" y="2287"/>
                    <a:pt x="1096" y="2204"/>
                    <a:pt x="1013" y="2204"/>
                  </a:cubicBezTo>
                  <a:lnTo>
                    <a:pt x="322" y="2204"/>
                  </a:lnTo>
                  <a:lnTo>
                    <a:pt x="322" y="322"/>
                  </a:lnTo>
                  <a:lnTo>
                    <a:pt x="2215" y="322"/>
                  </a:lnTo>
                  <a:lnTo>
                    <a:pt x="2215" y="2204"/>
                  </a:lnTo>
                  <a:lnTo>
                    <a:pt x="1632" y="2204"/>
                  </a:lnTo>
                  <a:cubicBezTo>
                    <a:pt x="1548" y="2204"/>
                    <a:pt x="1465" y="2287"/>
                    <a:pt x="1465" y="2370"/>
                  </a:cubicBezTo>
                  <a:cubicBezTo>
                    <a:pt x="1465" y="2466"/>
                    <a:pt x="1548" y="2537"/>
                    <a:pt x="1632" y="2537"/>
                  </a:cubicBezTo>
                  <a:lnTo>
                    <a:pt x="2346" y="2537"/>
                  </a:lnTo>
                  <a:cubicBezTo>
                    <a:pt x="2441" y="2537"/>
                    <a:pt x="2513" y="2466"/>
                    <a:pt x="2513" y="2370"/>
                  </a:cubicBezTo>
                  <a:lnTo>
                    <a:pt x="2513" y="168"/>
                  </a:lnTo>
                  <a:cubicBezTo>
                    <a:pt x="2525" y="84"/>
                    <a:pt x="2453" y="1"/>
                    <a:pt x="23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22"/>
            <p:cNvSpPr/>
            <p:nvPr/>
          </p:nvSpPr>
          <p:spPr>
            <a:xfrm>
              <a:off x="3625101" y="2982552"/>
              <a:ext cx="18501" cy="18533"/>
            </a:xfrm>
            <a:custGeom>
              <a:avLst/>
              <a:gdLst/>
              <a:ahLst/>
              <a:cxnLst/>
              <a:rect l="l" t="t" r="r" b="b"/>
              <a:pathLst>
                <a:path w="584" h="585" extrusionOk="0">
                  <a:moveTo>
                    <a:pt x="167" y="1"/>
                  </a:moveTo>
                  <a:cubicBezTo>
                    <a:pt x="84" y="1"/>
                    <a:pt x="1" y="72"/>
                    <a:pt x="1" y="168"/>
                  </a:cubicBezTo>
                  <a:lnTo>
                    <a:pt x="1" y="418"/>
                  </a:lnTo>
                  <a:cubicBezTo>
                    <a:pt x="1" y="513"/>
                    <a:pt x="84" y="584"/>
                    <a:pt x="167" y="584"/>
                  </a:cubicBezTo>
                  <a:lnTo>
                    <a:pt x="417" y="584"/>
                  </a:lnTo>
                  <a:cubicBezTo>
                    <a:pt x="513" y="584"/>
                    <a:pt x="584" y="513"/>
                    <a:pt x="584" y="418"/>
                  </a:cubicBezTo>
                  <a:lnTo>
                    <a:pt x="584" y="168"/>
                  </a:lnTo>
                  <a:cubicBezTo>
                    <a:pt x="584" y="72"/>
                    <a:pt x="513" y="1"/>
                    <a:pt x="4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22"/>
            <p:cNvSpPr/>
            <p:nvPr/>
          </p:nvSpPr>
          <p:spPr>
            <a:xfrm>
              <a:off x="3651522" y="2982552"/>
              <a:ext cx="18881" cy="18533"/>
            </a:xfrm>
            <a:custGeom>
              <a:avLst/>
              <a:gdLst/>
              <a:ahLst/>
              <a:cxnLst/>
              <a:rect l="l" t="t" r="r" b="b"/>
              <a:pathLst>
                <a:path w="596" h="585" extrusionOk="0">
                  <a:moveTo>
                    <a:pt x="167" y="1"/>
                  </a:moveTo>
                  <a:cubicBezTo>
                    <a:pt x="83" y="1"/>
                    <a:pt x="0" y="72"/>
                    <a:pt x="0" y="168"/>
                  </a:cubicBezTo>
                  <a:lnTo>
                    <a:pt x="0" y="418"/>
                  </a:lnTo>
                  <a:cubicBezTo>
                    <a:pt x="0" y="513"/>
                    <a:pt x="83" y="584"/>
                    <a:pt x="167" y="584"/>
                  </a:cubicBezTo>
                  <a:lnTo>
                    <a:pt x="417" y="584"/>
                  </a:lnTo>
                  <a:cubicBezTo>
                    <a:pt x="512" y="584"/>
                    <a:pt x="583" y="513"/>
                    <a:pt x="583" y="418"/>
                  </a:cubicBezTo>
                  <a:lnTo>
                    <a:pt x="583" y="168"/>
                  </a:lnTo>
                  <a:cubicBezTo>
                    <a:pt x="595" y="72"/>
                    <a:pt x="524" y="1"/>
                    <a:pt x="4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22"/>
            <p:cNvSpPr/>
            <p:nvPr/>
          </p:nvSpPr>
          <p:spPr>
            <a:xfrm>
              <a:off x="3679052" y="2982552"/>
              <a:ext cx="18501" cy="18533"/>
            </a:xfrm>
            <a:custGeom>
              <a:avLst/>
              <a:gdLst/>
              <a:ahLst/>
              <a:cxnLst/>
              <a:rect l="l" t="t" r="r" b="b"/>
              <a:pathLst>
                <a:path w="584" h="585" extrusionOk="0">
                  <a:moveTo>
                    <a:pt x="167" y="1"/>
                  </a:moveTo>
                  <a:cubicBezTo>
                    <a:pt x="72" y="1"/>
                    <a:pt x="0" y="72"/>
                    <a:pt x="0" y="168"/>
                  </a:cubicBezTo>
                  <a:lnTo>
                    <a:pt x="0" y="418"/>
                  </a:lnTo>
                  <a:cubicBezTo>
                    <a:pt x="0" y="513"/>
                    <a:pt x="72" y="584"/>
                    <a:pt x="167" y="584"/>
                  </a:cubicBezTo>
                  <a:lnTo>
                    <a:pt x="417" y="584"/>
                  </a:lnTo>
                  <a:cubicBezTo>
                    <a:pt x="500" y="584"/>
                    <a:pt x="584" y="513"/>
                    <a:pt x="584" y="418"/>
                  </a:cubicBezTo>
                  <a:lnTo>
                    <a:pt x="584" y="168"/>
                  </a:lnTo>
                  <a:cubicBezTo>
                    <a:pt x="584" y="72"/>
                    <a:pt x="500" y="1"/>
                    <a:pt x="4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22"/>
            <p:cNvSpPr/>
            <p:nvPr/>
          </p:nvSpPr>
          <p:spPr>
            <a:xfrm>
              <a:off x="3705822" y="2982552"/>
              <a:ext cx="18501" cy="18533"/>
            </a:xfrm>
            <a:custGeom>
              <a:avLst/>
              <a:gdLst/>
              <a:ahLst/>
              <a:cxnLst/>
              <a:rect l="l" t="t" r="r" b="b"/>
              <a:pathLst>
                <a:path w="584" h="585" extrusionOk="0">
                  <a:moveTo>
                    <a:pt x="167" y="1"/>
                  </a:moveTo>
                  <a:cubicBezTo>
                    <a:pt x="72" y="1"/>
                    <a:pt x="1" y="72"/>
                    <a:pt x="1" y="168"/>
                  </a:cubicBezTo>
                  <a:lnTo>
                    <a:pt x="1" y="418"/>
                  </a:lnTo>
                  <a:cubicBezTo>
                    <a:pt x="1" y="513"/>
                    <a:pt x="72" y="584"/>
                    <a:pt x="167" y="584"/>
                  </a:cubicBezTo>
                  <a:lnTo>
                    <a:pt x="417" y="584"/>
                  </a:lnTo>
                  <a:cubicBezTo>
                    <a:pt x="513" y="584"/>
                    <a:pt x="584" y="513"/>
                    <a:pt x="584" y="418"/>
                  </a:cubicBezTo>
                  <a:lnTo>
                    <a:pt x="584" y="168"/>
                  </a:lnTo>
                  <a:cubicBezTo>
                    <a:pt x="584" y="72"/>
                    <a:pt x="513" y="1"/>
                    <a:pt x="4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22"/>
            <p:cNvSpPr/>
            <p:nvPr/>
          </p:nvSpPr>
          <p:spPr>
            <a:xfrm>
              <a:off x="3732591" y="2982552"/>
              <a:ext cx="18533" cy="18533"/>
            </a:xfrm>
            <a:custGeom>
              <a:avLst/>
              <a:gdLst/>
              <a:ahLst/>
              <a:cxnLst/>
              <a:rect l="l" t="t" r="r" b="b"/>
              <a:pathLst>
                <a:path w="585" h="585" extrusionOk="0">
                  <a:moveTo>
                    <a:pt x="168" y="1"/>
                  </a:moveTo>
                  <a:cubicBezTo>
                    <a:pt x="72" y="1"/>
                    <a:pt x="1" y="72"/>
                    <a:pt x="1" y="168"/>
                  </a:cubicBezTo>
                  <a:lnTo>
                    <a:pt x="1" y="418"/>
                  </a:lnTo>
                  <a:cubicBezTo>
                    <a:pt x="1" y="513"/>
                    <a:pt x="72" y="584"/>
                    <a:pt x="168" y="584"/>
                  </a:cubicBezTo>
                  <a:lnTo>
                    <a:pt x="418" y="584"/>
                  </a:lnTo>
                  <a:cubicBezTo>
                    <a:pt x="513" y="584"/>
                    <a:pt x="584" y="513"/>
                    <a:pt x="584" y="418"/>
                  </a:cubicBezTo>
                  <a:lnTo>
                    <a:pt x="584" y="168"/>
                  </a:lnTo>
                  <a:cubicBezTo>
                    <a:pt x="584" y="72"/>
                    <a:pt x="513" y="1"/>
                    <a:pt x="4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22"/>
            <p:cNvSpPr/>
            <p:nvPr/>
          </p:nvSpPr>
          <p:spPr>
            <a:xfrm>
              <a:off x="3759773" y="2982552"/>
              <a:ext cx="18121" cy="18533"/>
            </a:xfrm>
            <a:custGeom>
              <a:avLst/>
              <a:gdLst/>
              <a:ahLst/>
              <a:cxnLst/>
              <a:rect l="l" t="t" r="r" b="b"/>
              <a:pathLst>
                <a:path w="572" h="585" extrusionOk="0">
                  <a:moveTo>
                    <a:pt x="155" y="1"/>
                  </a:moveTo>
                  <a:cubicBezTo>
                    <a:pt x="72" y="1"/>
                    <a:pt x="0" y="72"/>
                    <a:pt x="0" y="168"/>
                  </a:cubicBezTo>
                  <a:lnTo>
                    <a:pt x="0" y="418"/>
                  </a:lnTo>
                  <a:cubicBezTo>
                    <a:pt x="0" y="513"/>
                    <a:pt x="72" y="584"/>
                    <a:pt x="155" y="584"/>
                  </a:cubicBezTo>
                  <a:lnTo>
                    <a:pt x="417" y="584"/>
                  </a:lnTo>
                  <a:cubicBezTo>
                    <a:pt x="500" y="584"/>
                    <a:pt x="572" y="513"/>
                    <a:pt x="572" y="418"/>
                  </a:cubicBezTo>
                  <a:lnTo>
                    <a:pt x="572" y="168"/>
                  </a:lnTo>
                  <a:cubicBezTo>
                    <a:pt x="572" y="72"/>
                    <a:pt x="500" y="1"/>
                    <a:pt x="4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22"/>
            <p:cNvSpPr/>
            <p:nvPr/>
          </p:nvSpPr>
          <p:spPr>
            <a:xfrm>
              <a:off x="3625101" y="3116844"/>
              <a:ext cx="18501" cy="18501"/>
            </a:xfrm>
            <a:custGeom>
              <a:avLst/>
              <a:gdLst/>
              <a:ahLst/>
              <a:cxnLst/>
              <a:rect l="l" t="t" r="r" b="b"/>
              <a:pathLst>
                <a:path w="584" h="584" extrusionOk="0">
                  <a:moveTo>
                    <a:pt x="167" y="1"/>
                  </a:moveTo>
                  <a:cubicBezTo>
                    <a:pt x="84" y="1"/>
                    <a:pt x="1" y="84"/>
                    <a:pt x="1" y="167"/>
                  </a:cubicBezTo>
                  <a:lnTo>
                    <a:pt x="1" y="417"/>
                  </a:lnTo>
                  <a:cubicBezTo>
                    <a:pt x="1" y="513"/>
                    <a:pt x="84" y="584"/>
                    <a:pt x="167" y="584"/>
                  </a:cubicBezTo>
                  <a:lnTo>
                    <a:pt x="417" y="584"/>
                  </a:lnTo>
                  <a:cubicBezTo>
                    <a:pt x="513" y="584"/>
                    <a:pt x="584" y="513"/>
                    <a:pt x="584" y="417"/>
                  </a:cubicBezTo>
                  <a:lnTo>
                    <a:pt x="584" y="167"/>
                  </a:lnTo>
                  <a:cubicBezTo>
                    <a:pt x="584" y="84"/>
                    <a:pt x="513" y="1"/>
                    <a:pt x="4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22"/>
            <p:cNvSpPr/>
            <p:nvPr/>
          </p:nvSpPr>
          <p:spPr>
            <a:xfrm>
              <a:off x="3651522" y="3116844"/>
              <a:ext cx="18881" cy="18501"/>
            </a:xfrm>
            <a:custGeom>
              <a:avLst/>
              <a:gdLst/>
              <a:ahLst/>
              <a:cxnLst/>
              <a:rect l="l" t="t" r="r" b="b"/>
              <a:pathLst>
                <a:path w="596" h="584" extrusionOk="0">
                  <a:moveTo>
                    <a:pt x="167" y="1"/>
                  </a:moveTo>
                  <a:cubicBezTo>
                    <a:pt x="83" y="1"/>
                    <a:pt x="0" y="84"/>
                    <a:pt x="0" y="167"/>
                  </a:cubicBezTo>
                  <a:lnTo>
                    <a:pt x="0" y="417"/>
                  </a:lnTo>
                  <a:cubicBezTo>
                    <a:pt x="0" y="513"/>
                    <a:pt x="83" y="584"/>
                    <a:pt x="167" y="584"/>
                  </a:cubicBezTo>
                  <a:lnTo>
                    <a:pt x="417" y="584"/>
                  </a:lnTo>
                  <a:cubicBezTo>
                    <a:pt x="512" y="584"/>
                    <a:pt x="583" y="513"/>
                    <a:pt x="583" y="417"/>
                  </a:cubicBezTo>
                  <a:lnTo>
                    <a:pt x="583" y="167"/>
                  </a:lnTo>
                  <a:cubicBezTo>
                    <a:pt x="595" y="84"/>
                    <a:pt x="524" y="1"/>
                    <a:pt x="4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22"/>
            <p:cNvSpPr/>
            <p:nvPr/>
          </p:nvSpPr>
          <p:spPr>
            <a:xfrm>
              <a:off x="3679052" y="3116844"/>
              <a:ext cx="18501" cy="18501"/>
            </a:xfrm>
            <a:custGeom>
              <a:avLst/>
              <a:gdLst/>
              <a:ahLst/>
              <a:cxnLst/>
              <a:rect l="l" t="t" r="r" b="b"/>
              <a:pathLst>
                <a:path w="584" h="584" extrusionOk="0">
                  <a:moveTo>
                    <a:pt x="167" y="1"/>
                  </a:moveTo>
                  <a:cubicBezTo>
                    <a:pt x="72" y="1"/>
                    <a:pt x="0" y="84"/>
                    <a:pt x="0" y="167"/>
                  </a:cubicBezTo>
                  <a:lnTo>
                    <a:pt x="0" y="417"/>
                  </a:lnTo>
                  <a:cubicBezTo>
                    <a:pt x="0" y="513"/>
                    <a:pt x="72" y="584"/>
                    <a:pt x="167" y="584"/>
                  </a:cubicBezTo>
                  <a:lnTo>
                    <a:pt x="417" y="584"/>
                  </a:lnTo>
                  <a:cubicBezTo>
                    <a:pt x="500" y="584"/>
                    <a:pt x="584" y="513"/>
                    <a:pt x="584" y="417"/>
                  </a:cubicBezTo>
                  <a:lnTo>
                    <a:pt x="584" y="167"/>
                  </a:lnTo>
                  <a:cubicBezTo>
                    <a:pt x="584" y="84"/>
                    <a:pt x="500" y="1"/>
                    <a:pt x="4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22"/>
            <p:cNvSpPr/>
            <p:nvPr/>
          </p:nvSpPr>
          <p:spPr>
            <a:xfrm>
              <a:off x="3705822" y="3116844"/>
              <a:ext cx="18501" cy="18501"/>
            </a:xfrm>
            <a:custGeom>
              <a:avLst/>
              <a:gdLst/>
              <a:ahLst/>
              <a:cxnLst/>
              <a:rect l="l" t="t" r="r" b="b"/>
              <a:pathLst>
                <a:path w="584" h="584" extrusionOk="0">
                  <a:moveTo>
                    <a:pt x="167" y="1"/>
                  </a:moveTo>
                  <a:cubicBezTo>
                    <a:pt x="72" y="1"/>
                    <a:pt x="1" y="84"/>
                    <a:pt x="1" y="167"/>
                  </a:cubicBezTo>
                  <a:lnTo>
                    <a:pt x="1" y="417"/>
                  </a:lnTo>
                  <a:cubicBezTo>
                    <a:pt x="1" y="513"/>
                    <a:pt x="72" y="584"/>
                    <a:pt x="167" y="584"/>
                  </a:cubicBezTo>
                  <a:lnTo>
                    <a:pt x="417" y="584"/>
                  </a:lnTo>
                  <a:cubicBezTo>
                    <a:pt x="513" y="584"/>
                    <a:pt x="584" y="513"/>
                    <a:pt x="584" y="417"/>
                  </a:cubicBezTo>
                  <a:lnTo>
                    <a:pt x="584" y="167"/>
                  </a:lnTo>
                  <a:cubicBezTo>
                    <a:pt x="584" y="84"/>
                    <a:pt x="513" y="1"/>
                    <a:pt x="4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22"/>
            <p:cNvSpPr/>
            <p:nvPr/>
          </p:nvSpPr>
          <p:spPr>
            <a:xfrm>
              <a:off x="3732591" y="3116844"/>
              <a:ext cx="18533" cy="18501"/>
            </a:xfrm>
            <a:custGeom>
              <a:avLst/>
              <a:gdLst/>
              <a:ahLst/>
              <a:cxnLst/>
              <a:rect l="l" t="t" r="r" b="b"/>
              <a:pathLst>
                <a:path w="585" h="584" extrusionOk="0">
                  <a:moveTo>
                    <a:pt x="168" y="1"/>
                  </a:moveTo>
                  <a:cubicBezTo>
                    <a:pt x="72" y="1"/>
                    <a:pt x="1" y="84"/>
                    <a:pt x="1" y="167"/>
                  </a:cubicBezTo>
                  <a:lnTo>
                    <a:pt x="1" y="417"/>
                  </a:lnTo>
                  <a:cubicBezTo>
                    <a:pt x="1" y="513"/>
                    <a:pt x="72" y="584"/>
                    <a:pt x="168" y="584"/>
                  </a:cubicBezTo>
                  <a:lnTo>
                    <a:pt x="418" y="584"/>
                  </a:lnTo>
                  <a:cubicBezTo>
                    <a:pt x="513" y="584"/>
                    <a:pt x="584" y="513"/>
                    <a:pt x="584" y="417"/>
                  </a:cubicBezTo>
                  <a:lnTo>
                    <a:pt x="584" y="167"/>
                  </a:lnTo>
                  <a:cubicBezTo>
                    <a:pt x="584" y="84"/>
                    <a:pt x="513" y="1"/>
                    <a:pt x="4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22"/>
            <p:cNvSpPr/>
            <p:nvPr/>
          </p:nvSpPr>
          <p:spPr>
            <a:xfrm>
              <a:off x="3759773" y="3116844"/>
              <a:ext cx="18121" cy="18501"/>
            </a:xfrm>
            <a:custGeom>
              <a:avLst/>
              <a:gdLst/>
              <a:ahLst/>
              <a:cxnLst/>
              <a:rect l="l" t="t" r="r" b="b"/>
              <a:pathLst>
                <a:path w="572" h="584" extrusionOk="0">
                  <a:moveTo>
                    <a:pt x="155" y="1"/>
                  </a:moveTo>
                  <a:cubicBezTo>
                    <a:pt x="72" y="1"/>
                    <a:pt x="0" y="84"/>
                    <a:pt x="0" y="167"/>
                  </a:cubicBezTo>
                  <a:lnTo>
                    <a:pt x="0" y="417"/>
                  </a:lnTo>
                  <a:cubicBezTo>
                    <a:pt x="0" y="513"/>
                    <a:pt x="72" y="584"/>
                    <a:pt x="155" y="584"/>
                  </a:cubicBezTo>
                  <a:lnTo>
                    <a:pt x="417" y="584"/>
                  </a:lnTo>
                  <a:cubicBezTo>
                    <a:pt x="500" y="584"/>
                    <a:pt x="572" y="513"/>
                    <a:pt x="572" y="417"/>
                  </a:cubicBezTo>
                  <a:lnTo>
                    <a:pt x="572" y="167"/>
                  </a:lnTo>
                  <a:cubicBezTo>
                    <a:pt x="572" y="84"/>
                    <a:pt x="500" y="1"/>
                    <a:pt x="4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2"/>
            <p:cNvSpPr/>
            <p:nvPr/>
          </p:nvSpPr>
          <p:spPr>
            <a:xfrm>
              <a:off x="3625101" y="3009354"/>
              <a:ext cx="18501" cy="18501"/>
            </a:xfrm>
            <a:custGeom>
              <a:avLst/>
              <a:gdLst/>
              <a:ahLst/>
              <a:cxnLst/>
              <a:rect l="l" t="t" r="r" b="b"/>
              <a:pathLst>
                <a:path w="584" h="584" extrusionOk="0">
                  <a:moveTo>
                    <a:pt x="167" y="0"/>
                  </a:moveTo>
                  <a:cubicBezTo>
                    <a:pt x="84" y="0"/>
                    <a:pt x="1" y="84"/>
                    <a:pt x="1" y="167"/>
                  </a:cubicBezTo>
                  <a:lnTo>
                    <a:pt x="1" y="417"/>
                  </a:lnTo>
                  <a:cubicBezTo>
                    <a:pt x="1" y="512"/>
                    <a:pt x="84" y="584"/>
                    <a:pt x="167" y="584"/>
                  </a:cubicBezTo>
                  <a:lnTo>
                    <a:pt x="417" y="584"/>
                  </a:lnTo>
                  <a:cubicBezTo>
                    <a:pt x="513" y="584"/>
                    <a:pt x="584" y="512"/>
                    <a:pt x="584" y="417"/>
                  </a:cubicBezTo>
                  <a:lnTo>
                    <a:pt x="584" y="167"/>
                  </a:lnTo>
                  <a:cubicBezTo>
                    <a:pt x="584" y="84"/>
                    <a:pt x="513" y="0"/>
                    <a:pt x="4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2"/>
            <p:cNvSpPr/>
            <p:nvPr/>
          </p:nvSpPr>
          <p:spPr>
            <a:xfrm>
              <a:off x="3625101" y="3036503"/>
              <a:ext cx="18501" cy="18153"/>
            </a:xfrm>
            <a:custGeom>
              <a:avLst/>
              <a:gdLst/>
              <a:ahLst/>
              <a:cxnLst/>
              <a:rect l="l" t="t" r="r" b="b"/>
              <a:pathLst>
                <a:path w="584" h="573" extrusionOk="0">
                  <a:moveTo>
                    <a:pt x="167" y="1"/>
                  </a:moveTo>
                  <a:cubicBezTo>
                    <a:pt x="84" y="1"/>
                    <a:pt x="1" y="72"/>
                    <a:pt x="1" y="155"/>
                  </a:cubicBezTo>
                  <a:lnTo>
                    <a:pt x="1" y="417"/>
                  </a:lnTo>
                  <a:cubicBezTo>
                    <a:pt x="1" y="501"/>
                    <a:pt x="84" y="572"/>
                    <a:pt x="167" y="572"/>
                  </a:cubicBezTo>
                  <a:lnTo>
                    <a:pt x="417" y="572"/>
                  </a:lnTo>
                  <a:cubicBezTo>
                    <a:pt x="513" y="572"/>
                    <a:pt x="584" y="501"/>
                    <a:pt x="584" y="417"/>
                  </a:cubicBezTo>
                  <a:lnTo>
                    <a:pt x="584" y="155"/>
                  </a:lnTo>
                  <a:cubicBezTo>
                    <a:pt x="584" y="72"/>
                    <a:pt x="513" y="1"/>
                    <a:pt x="4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2"/>
            <p:cNvSpPr/>
            <p:nvPr/>
          </p:nvSpPr>
          <p:spPr>
            <a:xfrm>
              <a:off x="3625101" y="3063273"/>
              <a:ext cx="18501" cy="18533"/>
            </a:xfrm>
            <a:custGeom>
              <a:avLst/>
              <a:gdLst/>
              <a:ahLst/>
              <a:cxnLst/>
              <a:rect l="l" t="t" r="r" b="b"/>
              <a:pathLst>
                <a:path w="584" h="585" extrusionOk="0">
                  <a:moveTo>
                    <a:pt x="167" y="1"/>
                  </a:moveTo>
                  <a:cubicBezTo>
                    <a:pt x="84" y="1"/>
                    <a:pt x="1" y="72"/>
                    <a:pt x="1" y="168"/>
                  </a:cubicBezTo>
                  <a:lnTo>
                    <a:pt x="1" y="418"/>
                  </a:lnTo>
                  <a:cubicBezTo>
                    <a:pt x="1" y="501"/>
                    <a:pt x="84" y="584"/>
                    <a:pt x="167" y="584"/>
                  </a:cubicBezTo>
                  <a:lnTo>
                    <a:pt x="417" y="584"/>
                  </a:lnTo>
                  <a:cubicBezTo>
                    <a:pt x="513" y="584"/>
                    <a:pt x="584" y="501"/>
                    <a:pt x="584" y="418"/>
                  </a:cubicBezTo>
                  <a:lnTo>
                    <a:pt x="584" y="168"/>
                  </a:lnTo>
                  <a:cubicBezTo>
                    <a:pt x="584" y="72"/>
                    <a:pt x="513" y="1"/>
                    <a:pt x="4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2"/>
            <p:cNvSpPr/>
            <p:nvPr/>
          </p:nvSpPr>
          <p:spPr>
            <a:xfrm>
              <a:off x="3625101" y="3090074"/>
              <a:ext cx="18501" cy="18501"/>
            </a:xfrm>
            <a:custGeom>
              <a:avLst/>
              <a:gdLst/>
              <a:ahLst/>
              <a:cxnLst/>
              <a:rect l="l" t="t" r="r" b="b"/>
              <a:pathLst>
                <a:path w="584" h="584" extrusionOk="0">
                  <a:moveTo>
                    <a:pt x="167" y="0"/>
                  </a:moveTo>
                  <a:cubicBezTo>
                    <a:pt x="84" y="0"/>
                    <a:pt x="1" y="72"/>
                    <a:pt x="1" y="167"/>
                  </a:cubicBezTo>
                  <a:lnTo>
                    <a:pt x="1" y="417"/>
                  </a:lnTo>
                  <a:cubicBezTo>
                    <a:pt x="1" y="512"/>
                    <a:pt x="84" y="584"/>
                    <a:pt x="167" y="584"/>
                  </a:cubicBezTo>
                  <a:lnTo>
                    <a:pt x="417" y="584"/>
                  </a:lnTo>
                  <a:cubicBezTo>
                    <a:pt x="513" y="584"/>
                    <a:pt x="584" y="512"/>
                    <a:pt x="584" y="417"/>
                  </a:cubicBezTo>
                  <a:lnTo>
                    <a:pt x="584" y="167"/>
                  </a:lnTo>
                  <a:cubicBezTo>
                    <a:pt x="584" y="72"/>
                    <a:pt x="513" y="0"/>
                    <a:pt x="4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2"/>
            <p:cNvSpPr/>
            <p:nvPr/>
          </p:nvSpPr>
          <p:spPr>
            <a:xfrm>
              <a:off x="3759773" y="3009354"/>
              <a:ext cx="18121" cy="18501"/>
            </a:xfrm>
            <a:custGeom>
              <a:avLst/>
              <a:gdLst/>
              <a:ahLst/>
              <a:cxnLst/>
              <a:rect l="l" t="t" r="r" b="b"/>
              <a:pathLst>
                <a:path w="572" h="584" extrusionOk="0">
                  <a:moveTo>
                    <a:pt x="155" y="0"/>
                  </a:moveTo>
                  <a:cubicBezTo>
                    <a:pt x="72" y="0"/>
                    <a:pt x="0" y="84"/>
                    <a:pt x="0" y="167"/>
                  </a:cubicBezTo>
                  <a:lnTo>
                    <a:pt x="0" y="417"/>
                  </a:lnTo>
                  <a:cubicBezTo>
                    <a:pt x="0" y="512"/>
                    <a:pt x="72" y="584"/>
                    <a:pt x="155" y="584"/>
                  </a:cubicBezTo>
                  <a:lnTo>
                    <a:pt x="417" y="584"/>
                  </a:lnTo>
                  <a:cubicBezTo>
                    <a:pt x="500" y="584"/>
                    <a:pt x="572" y="512"/>
                    <a:pt x="572" y="417"/>
                  </a:cubicBezTo>
                  <a:lnTo>
                    <a:pt x="572" y="167"/>
                  </a:lnTo>
                  <a:cubicBezTo>
                    <a:pt x="572" y="84"/>
                    <a:pt x="500" y="0"/>
                    <a:pt x="4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2"/>
            <p:cNvSpPr/>
            <p:nvPr/>
          </p:nvSpPr>
          <p:spPr>
            <a:xfrm>
              <a:off x="3759773" y="3036503"/>
              <a:ext cx="18121" cy="18153"/>
            </a:xfrm>
            <a:custGeom>
              <a:avLst/>
              <a:gdLst/>
              <a:ahLst/>
              <a:cxnLst/>
              <a:rect l="l" t="t" r="r" b="b"/>
              <a:pathLst>
                <a:path w="572" h="573" extrusionOk="0">
                  <a:moveTo>
                    <a:pt x="155" y="1"/>
                  </a:moveTo>
                  <a:cubicBezTo>
                    <a:pt x="72" y="1"/>
                    <a:pt x="0" y="72"/>
                    <a:pt x="0" y="155"/>
                  </a:cubicBezTo>
                  <a:lnTo>
                    <a:pt x="0" y="417"/>
                  </a:lnTo>
                  <a:cubicBezTo>
                    <a:pt x="0" y="501"/>
                    <a:pt x="72" y="572"/>
                    <a:pt x="155" y="572"/>
                  </a:cubicBezTo>
                  <a:lnTo>
                    <a:pt x="417" y="572"/>
                  </a:lnTo>
                  <a:cubicBezTo>
                    <a:pt x="500" y="572"/>
                    <a:pt x="572" y="501"/>
                    <a:pt x="572" y="417"/>
                  </a:cubicBezTo>
                  <a:lnTo>
                    <a:pt x="572" y="155"/>
                  </a:lnTo>
                  <a:cubicBezTo>
                    <a:pt x="572" y="72"/>
                    <a:pt x="500" y="1"/>
                    <a:pt x="4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2"/>
            <p:cNvSpPr/>
            <p:nvPr/>
          </p:nvSpPr>
          <p:spPr>
            <a:xfrm>
              <a:off x="3759773" y="3063273"/>
              <a:ext cx="18121" cy="18533"/>
            </a:xfrm>
            <a:custGeom>
              <a:avLst/>
              <a:gdLst/>
              <a:ahLst/>
              <a:cxnLst/>
              <a:rect l="l" t="t" r="r" b="b"/>
              <a:pathLst>
                <a:path w="572" h="585" extrusionOk="0">
                  <a:moveTo>
                    <a:pt x="155" y="1"/>
                  </a:moveTo>
                  <a:cubicBezTo>
                    <a:pt x="72" y="1"/>
                    <a:pt x="0" y="72"/>
                    <a:pt x="0" y="168"/>
                  </a:cubicBezTo>
                  <a:lnTo>
                    <a:pt x="0" y="418"/>
                  </a:lnTo>
                  <a:cubicBezTo>
                    <a:pt x="0" y="501"/>
                    <a:pt x="72" y="584"/>
                    <a:pt x="155" y="584"/>
                  </a:cubicBezTo>
                  <a:lnTo>
                    <a:pt x="417" y="584"/>
                  </a:lnTo>
                  <a:cubicBezTo>
                    <a:pt x="500" y="584"/>
                    <a:pt x="572" y="501"/>
                    <a:pt x="572" y="418"/>
                  </a:cubicBezTo>
                  <a:lnTo>
                    <a:pt x="572" y="168"/>
                  </a:lnTo>
                  <a:cubicBezTo>
                    <a:pt x="572" y="72"/>
                    <a:pt x="500" y="1"/>
                    <a:pt x="4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2"/>
            <p:cNvSpPr/>
            <p:nvPr/>
          </p:nvSpPr>
          <p:spPr>
            <a:xfrm>
              <a:off x="3759773" y="3090074"/>
              <a:ext cx="18121" cy="18501"/>
            </a:xfrm>
            <a:custGeom>
              <a:avLst/>
              <a:gdLst/>
              <a:ahLst/>
              <a:cxnLst/>
              <a:rect l="l" t="t" r="r" b="b"/>
              <a:pathLst>
                <a:path w="572" h="584" extrusionOk="0">
                  <a:moveTo>
                    <a:pt x="155" y="0"/>
                  </a:moveTo>
                  <a:cubicBezTo>
                    <a:pt x="72" y="0"/>
                    <a:pt x="0" y="72"/>
                    <a:pt x="0" y="167"/>
                  </a:cubicBezTo>
                  <a:lnTo>
                    <a:pt x="0" y="417"/>
                  </a:lnTo>
                  <a:cubicBezTo>
                    <a:pt x="0" y="512"/>
                    <a:pt x="72" y="584"/>
                    <a:pt x="155" y="584"/>
                  </a:cubicBezTo>
                  <a:lnTo>
                    <a:pt x="417" y="584"/>
                  </a:lnTo>
                  <a:cubicBezTo>
                    <a:pt x="500" y="584"/>
                    <a:pt x="572" y="512"/>
                    <a:pt x="572" y="417"/>
                  </a:cubicBezTo>
                  <a:lnTo>
                    <a:pt x="572" y="167"/>
                  </a:lnTo>
                  <a:cubicBezTo>
                    <a:pt x="572" y="72"/>
                    <a:pt x="500" y="0"/>
                    <a:pt x="4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1" name="Google Shape;361;p22"/>
          <p:cNvGrpSpPr/>
          <p:nvPr/>
        </p:nvGrpSpPr>
        <p:grpSpPr>
          <a:xfrm>
            <a:off x="7984671" y="3842588"/>
            <a:ext cx="215044" cy="348924"/>
            <a:chOff x="2691555" y="2884503"/>
            <a:chExt cx="215044" cy="348924"/>
          </a:xfrm>
        </p:grpSpPr>
        <p:sp>
          <p:nvSpPr>
            <p:cNvPr id="362" name="Google Shape;362;p22"/>
            <p:cNvSpPr/>
            <p:nvPr/>
          </p:nvSpPr>
          <p:spPr>
            <a:xfrm>
              <a:off x="2691555" y="2884503"/>
              <a:ext cx="215044" cy="348924"/>
            </a:xfrm>
            <a:custGeom>
              <a:avLst/>
              <a:gdLst/>
              <a:ahLst/>
              <a:cxnLst/>
              <a:rect l="l" t="t" r="r" b="b"/>
              <a:pathLst>
                <a:path w="6788" h="11014" extrusionOk="0">
                  <a:moveTo>
                    <a:pt x="632" y="4941"/>
                  </a:moveTo>
                  <a:lnTo>
                    <a:pt x="632" y="5394"/>
                  </a:lnTo>
                  <a:lnTo>
                    <a:pt x="441" y="5394"/>
                  </a:lnTo>
                  <a:lnTo>
                    <a:pt x="632" y="4941"/>
                  </a:lnTo>
                  <a:close/>
                  <a:moveTo>
                    <a:pt x="3703" y="0"/>
                  </a:moveTo>
                  <a:cubicBezTo>
                    <a:pt x="2013" y="0"/>
                    <a:pt x="632" y="1346"/>
                    <a:pt x="632" y="2989"/>
                  </a:cubicBezTo>
                  <a:lnTo>
                    <a:pt x="632" y="4179"/>
                  </a:lnTo>
                  <a:lnTo>
                    <a:pt x="36" y="5489"/>
                  </a:lnTo>
                  <a:cubicBezTo>
                    <a:pt x="1" y="5537"/>
                    <a:pt x="13" y="5596"/>
                    <a:pt x="48" y="5644"/>
                  </a:cubicBezTo>
                  <a:cubicBezTo>
                    <a:pt x="72" y="5692"/>
                    <a:pt x="120" y="5715"/>
                    <a:pt x="179" y="5715"/>
                  </a:cubicBezTo>
                  <a:lnTo>
                    <a:pt x="632" y="5715"/>
                  </a:lnTo>
                  <a:lnTo>
                    <a:pt x="632" y="6965"/>
                  </a:lnTo>
                  <a:cubicBezTo>
                    <a:pt x="632" y="7335"/>
                    <a:pt x="941" y="7656"/>
                    <a:pt x="1310" y="7656"/>
                  </a:cubicBezTo>
                  <a:lnTo>
                    <a:pt x="2156" y="7656"/>
                  </a:lnTo>
                  <a:lnTo>
                    <a:pt x="2156" y="8704"/>
                  </a:lnTo>
                  <a:lnTo>
                    <a:pt x="751" y="10775"/>
                  </a:lnTo>
                  <a:cubicBezTo>
                    <a:pt x="703" y="10835"/>
                    <a:pt x="703" y="10906"/>
                    <a:pt x="751" y="10954"/>
                  </a:cubicBezTo>
                  <a:cubicBezTo>
                    <a:pt x="775" y="11002"/>
                    <a:pt x="822" y="11014"/>
                    <a:pt x="882" y="11014"/>
                  </a:cubicBezTo>
                  <a:lnTo>
                    <a:pt x="929" y="11014"/>
                  </a:lnTo>
                  <a:lnTo>
                    <a:pt x="2394" y="10585"/>
                  </a:lnTo>
                  <a:cubicBezTo>
                    <a:pt x="2489" y="10549"/>
                    <a:pt x="2537" y="10466"/>
                    <a:pt x="2501" y="10394"/>
                  </a:cubicBezTo>
                  <a:cubicBezTo>
                    <a:pt x="2482" y="10328"/>
                    <a:pt x="2418" y="10277"/>
                    <a:pt x="2356" y="10277"/>
                  </a:cubicBezTo>
                  <a:cubicBezTo>
                    <a:pt x="2340" y="10277"/>
                    <a:pt x="2325" y="10280"/>
                    <a:pt x="2310" y="10287"/>
                  </a:cubicBezTo>
                  <a:lnTo>
                    <a:pt x="1263" y="10597"/>
                  </a:lnTo>
                  <a:lnTo>
                    <a:pt x="2441" y="8859"/>
                  </a:lnTo>
                  <a:cubicBezTo>
                    <a:pt x="2453" y="8823"/>
                    <a:pt x="2477" y="8799"/>
                    <a:pt x="2477" y="8763"/>
                  </a:cubicBezTo>
                  <a:lnTo>
                    <a:pt x="2477" y="7608"/>
                  </a:lnTo>
                  <a:lnTo>
                    <a:pt x="3453" y="7073"/>
                  </a:lnTo>
                  <a:cubicBezTo>
                    <a:pt x="3537" y="7025"/>
                    <a:pt x="3561" y="6942"/>
                    <a:pt x="3513" y="6846"/>
                  </a:cubicBezTo>
                  <a:cubicBezTo>
                    <a:pt x="3488" y="6797"/>
                    <a:pt x="3436" y="6765"/>
                    <a:pt x="3378" y="6765"/>
                  </a:cubicBezTo>
                  <a:cubicBezTo>
                    <a:pt x="3352" y="6765"/>
                    <a:pt x="3325" y="6772"/>
                    <a:pt x="3299" y="6787"/>
                  </a:cubicBezTo>
                  <a:lnTo>
                    <a:pt x="2263" y="7358"/>
                  </a:lnTo>
                  <a:lnTo>
                    <a:pt x="1298" y="7358"/>
                  </a:lnTo>
                  <a:cubicBezTo>
                    <a:pt x="1108" y="7358"/>
                    <a:pt x="941" y="7192"/>
                    <a:pt x="941" y="7001"/>
                  </a:cubicBezTo>
                  <a:lnTo>
                    <a:pt x="941" y="6549"/>
                  </a:lnTo>
                  <a:lnTo>
                    <a:pt x="1775" y="6549"/>
                  </a:lnTo>
                  <a:cubicBezTo>
                    <a:pt x="1870" y="6549"/>
                    <a:pt x="1941" y="6477"/>
                    <a:pt x="1941" y="6382"/>
                  </a:cubicBezTo>
                  <a:cubicBezTo>
                    <a:pt x="1941" y="6299"/>
                    <a:pt x="1870" y="6227"/>
                    <a:pt x="1775" y="6227"/>
                  </a:cubicBezTo>
                  <a:lnTo>
                    <a:pt x="941" y="6227"/>
                  </a:lnTo>
                  <a:lnTo>
                    <a:pt x="941" y="3025"/>
                  </a:lnTo>
                  <a:cubicBezTo>
                    <a:pt x="941" y="1548"/>
                    <a:pt x="2179" y="358"/>
                    <a:pt x="3715" y="358"/>
                  </a:cubicBezTo>
                  <a:cubicBezTo>
                    <a:pt x="5239" y="358"/>
                    <a:pt x="6478" y="1548"/>
                    <a:pt x="6478" y="3025"/>
                  </a:cubicBezTo>
                  <a:cubicBezTo>
                    <a:pt x="6478" y="4263"/>
                    <a:pt x="5811" y="5406"/>
                    <a:pt x="4727" y="6013"/>
                  </a:cubicBezTo>
                  <a:lnTo>
                    <a:pt x="3954" y="6442"/>
                  </a:lnTo>
                  <a:cubicBezTo>
                    <a:pt x="3870" y="6489"/>
                    <a:pt x="3846" y="6584"/>
                    <a:pt x="3894" y="6668"/>
                  </a:cubicBezTo>
                  <a:cubicBezTo>
                    <a:pt x="3918" y="6717"/>
                    <a:pt x="3971" y="6749"/>
                    <a:pt x="4029" y="6749"/>
                  </a:cubicBezTo>
                  <a:cubicBezTo>
                    <a:pt x="4055" y="6749"/>
                    <a:pt x="4082" y="6742"/>
                    <a:pt x="4108" y="6727"/>
                  </a:cubicBezTo>
                  <a:lnTo>
                    <a:pt x="4882" y="6299"/>
                  </a:lnTo>
                  <a:cubicBezTo>
                    <a:pt x="4918" y="6287"/>
                    <a:pt x="4930" y="6263"/>
                    <a:pt x="4966" y="6251"/>
                  </a:cubicBezTo>
                  <a:lnTo>
                    <a:pt x="4966" y="8525"/>
                  </a:lnTo>
                  <a:cubicBezTo>
                    <a:pt x="4966" y="8573"/>
                    <a:pt x="4977" y="8609"/>
                    <a:pt x="5001" y="8632"/>
                  </a:cubicBezTo>
                  <a:lnTo>
                    <a:pt x="5620" y="9323"/>
                  </a:lnTo>
                  <a:lnTo>
                    <a:pt x="2965" y="10109"/>
                  </a:lnTo>
                  <a:cubicBezTo>
                    <a:pt x="2882" y="10133"/>
                    <a:pt x="2834" y="10228"/>
                    <a:pt x="2858" y="10299"/>
                  </a:cubicBezTo>
                  <a:cubicBezTo>
                    <a:pt x="2882" y="10371"/>
                    <a:pt x="2953" y="10418"/>
                    <a:pt x="3013" y="10418"/>
                  </a:cubicBezTo>
                  <a:lnTo>
                    <a:pt x="3061" y="10418"/>
                  </a:lnTo>
                  <a:lnTo>
                    <a:pt x="5942" y="9573"/>
                  </a:lnTo>
                  <a:cubicBezTo>
                    <a:pt x="6001" y="9549"/>
                    <a:pt x="6037" y="9513"/>
                    <a:pt x="6049" y="9466"/>
                  </a:cubicBezTo>
                  <a:cubicBezTo>
                    <a:pt x="6061" y="9406"/>
                    <a:pt x="6049" y="9359"/>
                    <a:pt x="6013" y="9311"/>
                  </a:cubicBezTo>
                  <a:lnTo>
                    <a:pt x="5263" y="8442"/>
                  </a:lnTo>
                  <a:lnTo>
                    <a:pt x="5263" y="6013"/>
                  </a:lnTo>
                  <a:cubicBezTo>
                    <a:pt x="6216" y="5311"/>
                    <a:pt x="6787" y="4203"/>
                    <a:pt x="6787" y="2989"/>
                  </a:cubicBezTo>
                  <a:cubicBezTo>
                    <a:pt x="6787" y="1346"/>
                    <a:pt x="5406" y="0"/>
                    <a:pt x="37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22"/>
            <p:cNvSpPr/>
            <p:nvPr/>
          </p:nvSpPr>
          <p:spPr>
            <a:xfrm>
              <a:off x="2754535" y="2907503"/>
              <a:ext cx="126783" cy="127164"/>
            </a:xfrm>
            <a:custGeom>
              <a:avLst/>
              <a:gdLst/>
              <a:ahLst/>
              <a:cxnLst/>
              <a:rect l="l" t="t" r="r" b="b"/>
              <a:pathLst>
                <a:path w="4002" h="4014" extrusionOk="0">
                  <a:moveTo>
                    <a:pt x="1989" y="1"/>
                  </a:moveTo>
                  <a:cubicBezTo>
                    <a:pt x="953" y="1"/>
                    <a:pt x="72" y="822"/>
                    <a:pt x="1" y="1870"/>
                  </a:cubicBezTo>
                  <a:cubicBezTo>
                    <a:pt x="1" y="1953"/>
                    <a:pt x="61" y="2025"/>
                    <a:pt x="144" y="2048"/>
                  </a:cubicBezTo>
                  <a:cubicBezTo>
                    <a:pt x="239" y="2048"/>
                    <a:pt x="311" y="1989"/>
                    <a:pt x="322" y="1894"/>
                  </a:cubicBezTo>
                  <a:cubicBezTo>
                    <a:pt x="382" y="1013"/>
                    <a:pt x="1108" y="346"/>
                    <a:pt x="1989" y="346"/>
                  </a:cubicBezTo>
                  <a:cubicBezTo>
                    <a:pt x="2918" y="346"/>
                    <a:pt x="3656" y="1096"/>
                    <a:pt x="3656" y="2013"/>
                  </a:cubicBezTo>
                  <a:cubicBezTo>
                    <a:pt x="3656" y="2941"/>
                    <a:pt x="2918" y="3680"/>
                    <a:pt x="1989" y="3680"/>
                  </a:cubicBezTo>
                  <a:cubicBezTo>
                    <a:pt x="1251" y="3680"/>
                    <a:pt x="596" y="3191"/>
                    <a:pt x="382" y="2477"/>
                  </a:cubicBezTo>
                  <a:cubicBezTo>
                    <a:pt x="363" y="2401"/>
                    <a:pt x="298" y="2363"/>
                    <a:pt x="236" y="2363"/>
                  </a:cubicBezTo>
                  <a:cubicBezTo>
                    <a:pt x="221" y="2363"/>
                    <a:pt x="206" y="2365"/>
                    <a:pt x="191" y="2370"/>
                  </a:cubicBezTo>
                  <a:cubicBezTo>
                    <a:pt x="96" y="2406"/>
                    <a:pt x="61" y="2489"/>
                    <a:pt x="84" y="2560"/>
                  </a:cubicBezTo>
                  <a:cubicBezTo>
                    <a:pt x="322" y="3418"/>
                    <a:pt x="1108" y="4013"/>
                    <a:pt x="2001" y="4013"/>
                  </a:cubicBezTo>
                  <a:cubicBezTo>
                    <a:pt x="3109" y="4013"/>
                    <a:pt x="4001" y="3120"/>
                    <a:pt x="4001" y="2013"/>
                  </a:cubicBezTo>
                  <a:cubicBezTo>
                    <a:pt x="3990" y="917"/>
                    <a:pt x="3097" y="1"/>
                    <a:pt x="19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2"/>
            <p:cNvSpPr/>
            <p:nvPr/>
          </p:nvSpPr>
          <p:spPr>
            <a:xfrm>
              <a:off x="2781336" y="2931263"/>
              <a:ext cx="74321" cy="74353"/>
            </a:xfrm>
            <a:custGeom>
              <a:avLst/>
              <a:gdLst/>
              <a:ahLst/>
              <a:cxnLst/>
              <a:rect l="l" t="t" r="r" b="b"/>
              <a:pathLst>
                <a:path w="2346" h="2347" extrusionOk="0">
                  <a:moveTo>
                    <a:pt x="1465" y="310"/>
                  </a:moveTo>
                  <a:cubicBezTo>
                    <a:pt x="1620" y="310"/>
                    <a:pt x="1751" y="370"/>
                    <a:pt x="1858" y="477"/>
                  </a:cubicBezTo>
                  <a:cubicBezTo>
                    <a:pt x="1965" y="584"/>
                    <a:pt x="2024" y="715"/>
                    <a:pt x="2024" y="858"/>
                  </a:cubicBezTo>
                  <a:cubicBezTo>
                    <a:pt x="2024" y="1013"/>
                    <a:pt x="1965" y="1144"/>
                    <a:pt x="1858" y="1251"/>
                  </a:cubicBezTo>
                  <a:cubicBezTo>
                    <a:pt x="1751" y="1358"/>
                    <a:pt x="1620" y="1418"/>
                    <a:pt x="1465" y="1418"/>
                  </a:cubicBezTo>
                  <a:cubicBezTo>
                    <a:pt x="1322" y="1418"/>
                    <a:pt x="1191" y="1358"/>
                    <a:pt x="1084" y="1251"/>
                  </a:cubicBezTo>
                  <a:cubicBezTo>
                    <a:pt x="869" y="1037"/>
                    <a:pt x="869" y="679"/>
                    <a:pt x="1084" y="477"/>
                  </a:cubicBezTo>
                  <a:cubicBezTo>
                    <a:pt x="1191" y="370"/>
                    <a:pt x="1322" y="310"/>
                    <a:pt x="1465" y="310"/>
                  </a:cubicBezTo>
                  <a:close/>
                  <a:moveTo>
                    <a:pt x="1489" y="1"/>
                  </a:moveTo>
                  <a:cubicBezTo>
                    <a:pt x="1262" y="1"/>
                    <a:pt x="1036" y="84"/>
                    <a:pt x="869" y="251"/>
                  </a:cubicBezTo>
                  <a:cubicBezTo>
                    <a:pt x="572" y="548"/>
                    <a:pt x="536" y="1025"/>
                    <a:pt x="774" y="1370"/>
                  </a:cubicBezTo>
                  <a:lnTo>
                    <a:pt x="60" y="2084"/>
                  </a:lnTo>
                  <a:cubicBezTo>
                    <a:pt x="0" y="2144"/>
                    <a:pt x="0" y="2239"/>
                    <a:pt x="60" y="2299"/>
                  </a:cubicBezTo>
                  <a:cubicBezTo>
                    <a:pt x="84" y="2334"/>
                    <a:pt x="131" y="2346"/>
                    <a:pt x="179" y="2346"/>
                  </a:cubicBezTo>
                  <a:cubicBezTo>
                    <a:pt x="215" y="2346"/>
                    <a:pt x="262" y="2334"/>
                    <a:pt x="298" y="2299"/>
                  </a:cubicBezTo>
                  <a:lnTo>
                    <a:pt x="1012" y="1584"/>
                  </a:lnTo>
                  <a:cubicBezTo>
                    <a:pt x="1155" y="1691"/>
                    <a:pt x="1322" y="1739"/>
                    <a:pt x="1501" y="1739"/>
                  </a:cubicBezTo>
                  <a:cubicBezTo>
                    <a:pt x="1739" y="1739"/>
                    <a:pt x="1941" y="1644"/>
                    <a:pt x="2108" y="1489"/>
                  </a:cubicBezTo>
                  <a:cubicBezTo>
                    <a:pt x="2263" y="1310"/>
                    <a:pt x="2346" y="1096"/>
                    <a:pt x="2346" y="858"/>
                  </a:cubicBezTo>
                  <a:cubicBezTo>
                    <a:pt x="2346" y="620"/>
                    <a:pt x="2263" y="417"/>
                    <a:pt x="2096" y="251"/>
                  </a:cubicBezTo>
                  <a:cubicBezTo>
                    <a:pt x="1929" y="84"/>
                    <a:pt x="1703" y="1"/>
                    <a:pt x="14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5" name="Google Shape;365;p22"/>
          <p:cNvGrpSpPr/>
          <p:nvPr/>
        </p:nvGrpSpPr>
        <p:grpSpPr>
          <a:xfrm>
            <a:off x="7909985" y="1587301"/>
            <a:ext cx="364415" cy="220936"/>
            <a:chOff x="3961923" y="2486317"/>
            <a:chExt cx="364415" cy="220936"/>
          </a:xfrm>
        </p:grpSpPr>
        <p:sp>
          <p:nvSpPr>
            <p:cNvPr id="366" name="Google Shape;366;p22"/>
            <p:cNvSpPr/>
            <p:nvPr/>
          </p:nvSpPr>
          <p:spPr>
            <a:xfrm>
              <a:off x="4106764" y="2486507"/>
              <a:ext cx="219574" cy="220746"/>
            </a:xfrm>
            <a:custGeom>
              <a:avLst/>
              <a:gdLst/>
              <a:ahLst/>
              <a:cxnLst/>
              <a:rect l="l" t="t" r="r" b="b"/>
              <a:pathLst>
                <a:path w="6931" h="6968" extrusionOk="0">
                  <a:moveTo>
                    <a:pt x="4114" y="1"/>
                  </a:moveTo>
                  <a:cubicBezTo>
                    <a:pt x="4035" y="1"/>
                    <a:pt x="3953" y="69"/>
                    <a:pt x="3942" y="157"/>
                  </a:cubicBezTo>
                  <a:cubicBezTo>
                    <a:pt x="3930" y="240"/>
                    <a:pt x="4001" y="336"/>
                    <a:pt x="4085" y="348"/>
                  </a:cubicBezTo>
                  <a:cubicBezTo>
                    <a:pt x="4906" y="455"/>
                    <a:pt x="5633" y="895"/>
                    <a:pt x="6085" y="1574"/>
                  </a:cubicBezTo>
                  <a:cubicBezTo>
                    <a:pt x="6764" y="2610"/>
                    <a:pt x="6728" y="3943"/>
                    <a:pt x="5954" y="4908"/>
                  </a:cubicBezTo>
                  <a:cubicBezTo>
                    <a:pt x="5918" y="4943"/>
                    <a:pt x="5906" y="4991"/>
                    <a:pt x="5918" y="5027"/>
                  </a:cubicBezTo>
                  <a:lnTo>
                    <a:pt x="5990" y="6539"/>
                  </a:lnTo>
                  <a:lnTo>
                    <a:pt x="5990" y="6539"/>
                  </a:lnTo>
                  <a:lnTo>
                    <a:pt x="4644" y="5896"/>
                  </a:lnTo>
                  <a:cubicBezTo>
                    <a:pt x="4609" y="5884"/>
                    <a:pt x="4561" y="5884"/>
                    <a:pt x="4525" y="5884"/>
                  </a:cubicBezTo>
                  <a:cubicBezTo>
                    <a:pt x="4272" y="5957"/>
                    <a:pt x="4014" y="5992"/>
                    <a:pt x="3758" y="5992"/>
                  </a:cubicBezTo>
                  <a:cubicBezTo>
                    <a:pt x="2969" y="5992"/>
                    <a:pt x="2201" y="5659"/>
                    <a:pt x="1644" y="5074"/>
                  </a:cubicBezTo>
                  <a:cubicBezTo>
                    <a:pt x="1584" y="5015"/>
                    <a:pt x="1549" y="4955"/>
                    <a:pt x="1501" y="4896"/>
                  </a:cubicBezTo>
                  <a:cubicBezTo>
                    <a:pt x="1453" y="4836"/>
                    <a:pt x="1430" y="4789"/>
                    <a:pt x="1382" y="4729"/>
                  </a:cubicBezTo>
                  <a:lnTo>
                    <a:pt x="1382" y="4717"/>
                  </a:lnTo>
                  <a:cubicBezTo>
                    <a:pt x="1620" y="4300"/>
                    <a:pt x="1751" y="3836"/>
                    <a:pt x="1787" y="3384"/>
                  </a:cubicBezTo>
                  <a:cubicBezTo>
                    <a:pt x="1787" y="3288"/>
                    <a:pt x="1727" y="3205"/>
                    <a:pt x="1632" y="3205"/>
                  </a:cubicBezTo>
                  <a:cubicBezTo>
                    <a:pt x="1549" y="3205"/>
                    <a:pt x="1453" y="3265"/>
                    <a:pt x="1453" y="3348"/>
                  </a:cubicBezTo>
                  <a:cubicBezTo>
                    <a:pt x="1430" y="3836"/>
                    <a:pt x="1263" y="4312"/>
                    <a:pt x="977" y="4729"/>
                  </a:cubicBezTo>
                  <a:cubicBezTo>
                    <a:pt x="739" y="5074"/>
                    <a:pt x="441" y="5360"/>
                    <a:pt x="96" y="5586"/>
                  </a:cubicBezTo>
                  <a:cubicBezTo>
                    <a:pt x="25" y="5622"/>
                    <a:pt x="1" y="5729"/>
                    <a:pt x="37" y="5801"/>
                  </a:cubicBezTo>
                  <a:cubicBezTo>
                    <a:pt x="72" y="5848"/>
                    <a:pt x="132" y="5884"/>
                    <a:pt x="191" y="5884"/>
                  </a:cubicBezTo>
                  <a:cubicBezTo>
                    <a:pt x="215" y="5884"/>
                    <a:pt x="251" y="5860"/>
                    <a:pt x="275" y="5848"/>
                  </a:cubicBezTo>
                  <a:cubicBezTo>
                    <a:pt x="632" y="5622"/>
                    <a:pt x="953" y="5348"/>
                    <a:pt x="1192" y="5015"/>
                  </a:cubicBezTo>
                  <a:cubicBezTo>
                    <a:pt x="1203" y="5051"/>
                    <a:pt x="1215" y="5062"/>
                    <a:pt x="1251" y="5086"/>
                  </a:cubicBezTo>
                  <a:cubicBezTo>
                    <a:pt x="1311" y="5170"/>
                    <a:pt x="1370" y="5229"/>
                    <a:pt x="1406" y="5301"/>
                  </a:cubicBezTo>
                  <a:cubicBezTo>
                    <a:pt x="1811" y="5729"/>
                    <a:pt x="2323" y="6039"/>
                    <a:pt x="2894" y="6205"/>
                  </a:cubicBezTo>
                  <a:cubicBezTo>
                    <a:pt x="3179" y="6284"/>
                    <a:pt x="3465" y="6323"/>
                    <a:pt x="3749" y="6323"/>
                  </a:cubicBezTo>
                  <a:cubicBezTo>
                    <a:pt x="4021" y="6323"/>
                    <a:pt x="4293" y="6287"/>
                    <a:pt x="4561" y="6217"/>
                  </a:cubicBezTo>
                  <a:lnTo>
                    <a:pt x="6109" y="6956"/>
                  </a:lnTo>
                  <a:cubicBezTo>
                    <a:pt x="6145" y="6967"/>
                    <a:pt x="6156" y="6967"/>
                    <a:pt x="6192" y="6967"/>
                  </a:cubicBezTo>
                  <a:cubicBezTo>
                    <a:pt x="6216" y="6967"/>
                    <a:pt x="6252" y="6956"/>
                    <a:pt x="6275" y="6932"/>
                  </a:cubicBezTo>
                  <a:cubicBezTo>
                    <a:pt x="6323" y="6908"/>
                    <a:pt x="6347" y="6848"/>
                    <a:pt x="6347" y="6789"/>
                  </a:cubicBezTo>
                  <a:lnTo>
                    <a:pt x="6275" y="5074"/>
                  </a:lnTo>
                  <a:cubicBezTo>
                    <a:pt x="6668" y="4574"/>
                    <a:pt x="6883" y="3955"/>
                    <a:pt x="6918" y="3300"/>
                  </a:cubicBezTo>
                  <a:cubicBezTo>
                    <a:pt x="6930" y="2622"/>
                    <a:pt x="6752" y="1967"/>
                    <a:pt x="6371" y="1383"/>
                  </a:cubicBezTo>
                  <a:cubicBezTo>
                    <a:pt x="5859" y="633"/>
                    <a:pt x="5037" y="121"/>
                    <a:pt x="4132" y="2"/>
                  </a:cubicBezTo>
                  <a:cubicBezTo>
                    <a:pt x="4126" y="1"/>
                    <a:pt x="4120" y="1"/>
                    <a:pt x="41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22"/>
            <p:cNvSpPr/>
            <p:nvPr/>
          </p:nvSpPr>
          <p:spPr>
            <a:xfrm>
              <a:off x="3961923" y="2486317"/>
              <a:ext cx="259839" cy="220936"/>
            </a:xfrm>
            <a:custGeom>
              <a:avLst/>
              <a:gdLst/>
              <a:ahLst/>
              <a:cxnLst/>
              <a:rect l="l" t="t" r="r" b="b"/>
              <a:pathLst>
                <a:path w="8202" h="6974" extrusionOk="0">
                  <a:moveTo>
                    <a:pt x="3198" y="1"/>
                  </a:moveTo>
                  <a:cubicBezTo>
                    <a:pt x="2177" y="1"/>
                    <a:pt x="1174" y="493"/>
                    <a:pt x="560" y="1413"/>
                  </a:cubicBezTo>
                  <a:cubicBezTo>
                    <a:pt x="179" y="1973"/>
                    <a:pt x="1" y="2640"/>
                    <a:pt x="25" y="3318"/>
                  </a:cubicBezTo>
                  <a:cubicBezTo>
                    <a:pt x="60" y="3949"/>
                    <a:pt x="287" y="4556"/>
                    <a:pt x="668" y="5080"/>
                  </a:cubicBezTo>
                  <a:lnTo>
                    <a:pt x="596" y="6795"/>
                  </a:lnTo>
                  <a:cubicBezTo>
                    <a:pt x="596" y="6854"/>
                    <a:pt x="620" y="6914"/>
                    <a:pt x="668" y="6938"/>
                  </a:cubicBezTo>
                  <a:cubicBezTo>
                    <a:pt x="703" y="6962"/>
                    <a:pt x="727" y="6973"/>
                    <a:pt x="763" y="6973"/>
                  </a:cubicBezTo>
                  <a:cubicBezTo>
                    <a:pt x="787" y="6973"/>
                    <a:pt x="799" y="6973"/>
                    <a:pt x="834" y="6962"/>
                  </a:cubicBezTo>
                  <a:lnTo>
                    <a:pt x="2382" y="6235"/>
                  </a:lnTo>
                  <a:cubicBezTo>
                    <a:pt x="2647" y="6300"/>
                    <a:pt x="2916" y="6333"/>
                    <a:pt x="3186" y="6333"/>
                  </a:cubicBezTo>
                  <a:cubicBezTo>
                    <a:pt x="3512" y="6333"/>
                    <a:pt x="3837" y="6285"/>
                    <a:pt x="4156" y="6188"/>
                  </a:cubicBezTo>
                  <a:cubicBezTo>
                    <a:pt x="4240" y="6152"/>
                    <a:pt x="4287" y="6069"/>
                    <a:pt x="4251" y="5973"/>
                  </a:cubicBezTo>
                  <a:cubicBezTo>
                    <a:pt x="4233" y="5909"/>
                    <a:pt x="4172" y="5866"/>
                    <a:pt x="4107" y="5866"/>
                  </a:cubicBezTo>
                  <a:cubicBezTo>
                    <a:pt x="4088" y="5866"/>
                    <a:pt x="4068" y="5870"/>
                    <a:pt x="4049" y="5878"/>
                  </a:cubicBezTo>
                  <a:cubicBezTo>
                    <a:pt x="3772" y="5971"/>
                    <a:pt x="3484" y="6015"/>
                    <a:pt x="3198" y="6015"/>
                  </a:cubicBezTo>
                  <a:cubicBezTo>
                    <a:pt x="2931" y="6015"/>
                    <a:pt x="2664" y="5976"/>
                    <a:pt x="2406" y="5902"/>
                  </a:cubicBezTo>
                  <a:cubicBezTo>
                    <a:pt x="2391" y="5897"/>
                    <a:pt x="2376" y="5894"/>
                    <a:pt x="2361" y="5894"/>
                  </a:cubicBezTo>
                  <a:cubicBezTo>
                    <a:pt x="2339" y="5894"/>
                    <a:pt x="2315" y="5900"/>
                    <a:pt x="2287" y="5914"/>
                  </a:cubicBezTo>
                  <a:lnTo>
                    <a:pt x="941" y="6533"/>
                  </a:lnTo>
                  <a:lnTo>
                    <a:pt x="941" y="6533"/>
                  </a:lnTo>
                  <a:lnTo>
                    <a:pt x="1013" y="5021"/>
                  </a:lnTo>
                  <a:cubicBezTo>
                    <a:pt x="1013" y="4985"/>
                    <a:pt x="1001" y="4949"/>
                    <a:pt x="977" y="4902"/>
                  </a:cubicBezTo>
                  <a:cubicBezTo>
                    <a:pt x="203" y="3937"/>
                    <a:pt x="168" y="2604"/>
                    <a:pt x="846" y="1568"/>
                  </a:cubicBezTo>
                  <a:cubicBezTo>
                    <a:pt x="1393" y="759"/>
                    <a:pt x="2293" y="318"/>
                    <a:pt x="3208" y="318"/>
                  </a:cubicBezTo>
                  <a:cubicBezTo>
                    <a:pt x="3748" y="318"/>
                    <a:pt x="4294" y="472"/>
                    <a:pt x="4775" y="794"/>
                  </a:cubicBezTo>
                  <a:cubicBezTo>
                    <a:pt x="5430" y="1247"/>
                    <a:pt x="5883" y="1949"/>
                    <a:pt x="6002" y="2735"/>
                  </a:cubicBezTo>
                  <a:cubicBezTo>
                    <a:pt x="6013" y="2811"/>
                    <a:pt x="6083" y="2867"/>
                    <a:pt x="6168" y="2867"/>
                  </a:cubicBezTo>
                  <a:cubicBezTo>
                    <a:pt x="6176" y="2867"/>
                    <a:pt x="6184" y="2867"/>
                    <a:pt x="6192" y="2866"/>
                  </a:cubicBezTo>
                  <a:cubicBezTo>
                    <a:pt x="6275" y="2854"/>
                    <a:pt x="6335" y="2759"/>
                    <a:pt x="6323" y="2675"/>
                  </a:cubicBezTo>
                  <a:cubicBezTo>
                    <a:pt x="6264" y="2282"/>
                    <a:pt x="6133" y="1913"/>
                    <a:pt x="5954" y="1592"/>
                  </a:cubicBezTo>
                  <a:cubicBezTo>
                    <a:pt x="5990" y="1532"/>
                    <a:pt x="6025" y="1473"/>
                    <a:pt x="6073" y="1413"/>
                  </a:cubicBezTo>
                  <a:cubicBezTo>
                    <a:pt x="6133" y="1330"/>
                    <a:pt x="6192" y="1270"/>
                    <a:pt x="6252" y="1199"/>
                  </a:cubicBezTo>
                  <a:cubicBezTo>
                    <a:pt x="6395" y="1056"/>
                    <a:pt x="6561" y="901"/>
                    <a:pt x="6740" y="782"/>
                  </a:cubicBezTo>
                  <a:cubicBezTo>
                    <a:pt x="7121" y="520"/>
                    <a:pt x="7585" y="365"/>
                    <a:pt x="8050" y="318"/>
                  </a:cubicBezTo>
                  <a:cubicBezTo>
                    <a:pt x="8057" y="320"/>
                    <a:pt x="8065" y="322"/>
                    <a:pt x="8073" y="322"/>
                  </a:cubicBezTo>
                  <a:cubicBezTo>
                    <a:pt x="8137" y="322"/>
                    <a:pt x="8202" y="238"/>
                    <a:pt x="8180" y="163"/>
                  </a:cubicBezTo>
                  <a:cubicBezTo>
                    <a:pt x="8169" y="75"/>
                    <a:pt x="8107" y="7"/>
                    <a:pt x="8022" y="7"/>
                  </a:cubicBezTo>
                  <a:cubicBezTo>
                    <a:pt x="8016" y="7"/>
                    <a:pt x="8009" y="7"/>
                    <a:pt x="8002" y="8"/>
                  </a:cubicBezTo>
                  <a:cubicBezTo>
                    <a:pt x="7490" y="56"/>
                    <a:pt x="6978" y="234"/>
                    <a:pt x="6549" y="532"/>
                  </a:cubicBezTo>
                  <a:cubicBezTo>
                    <a:pt x="6359" y="663"/>
                    <a:pt x="6156" y="818"/>
                    <a:pt x="6002" y="996"/>
                  </a:cubicBezTo>
                  <a:cubicBezTo>
                    <a:pt x="5918" y="1068"/>
                    <a:pt x="5859" y="1139"/>
                    <a:pt x="5799" y="1211"/>
                  </a:cubicBezTo>
                  <a:cubicBezTo>
                    <a:pt x="5787" y="1247"/>
                    <a:pt x="5764" y="1258"/>
                    <a:pt x="5740" y="1294"/>
                  </a:cubicBezTo>
                  <a:cubicBezTo>
                    <a:pt x="5525" y="996"/>
                    <a:pt x="5252" y="735"/>
                    <a:pt x="4954" y="532"/>
                  </a:cubicBezTo>
                  <a:cubicBezTo>
                    <a:pt x="4414" y="174"/>
                    <a:pt x="3803" y="1"/>
                    <a:pt x="31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22"/>
            <p:cNvSpPr/>
            <p:nvPr/>
          </p:nvSpPr>
          <p:spPr>
            <a:xfrm>
              <a:off x="4015113" y="2540870"/>
              <a:ext cx="96212" cy="95832"/>
            </a:xfrm>
            <a:custGeom>
              <a:avLst/>
              <a:gdLst/>
              <a:ahLst/>
              <a:cxnLst/>
              <a:rect l="l" t="t" r="r" b="b"/>
              <a:pathLst>
                <a:path w="3037" h="3025" extrusionOk="0">
                  <a:moveTo>
                    <a:pt x="1418" y="346"/>
                  </a:moveTo>
                  <a:cubicBezTo>
                    <a:pt x="2013" y="346"/>
                    <a:pt x="2501" y="834"/>
                    <a:pt x="2501" y="1430"/>
                  </a:cubicBezTo>
                  <a:cubicBezTo>
                    <a:pt x="2501" y="1668"/>
                    <a:pt x="2430" y="1894"/>
                    <a:pt x="2299" y="2072"/>
                  </a:cubicBezTo>
                  <a:lnTo>
                    <a:pt x="1537" y="1310"/>
                  </a:lnTo>
                  <a:cubicBezTo>
                    <a:pt x="1507" y="1281"/>
                    <a:pt x="1462" y="1266"/>
                    <a:pt x="1418" y="1266"/>
                  </a:cubicBezTo>
                  <a:cubicBezTo>
                    <a:pt x="1373" y="1266"/>
                    <a:pt x="1328" y="1281"/>
                    <a:pt x="1298" y="1310"/>
                  </a:cubicBezTo>
                  <a:cubicBezTo>
                    <a:pt x="1239" y="1370"/>
                    <a:pt x="1239" y="1489"/>
                    <a:pt x="1298" y="1549"/>
                  </a:cubicBezTo>
                  <a:lnTo>
                    <a:pt x="2060" y="2311"/>
                  </a:lnTo>
                  <a:cubicBezTo>
                    <a:pt x="1870" y="2442"/>
                    <a:pt x="1656" y="2513"/>
                    <a:pt x="1418" y="2513"/>
                  </a:cubicBezTo>
                  <a:cubicBezTo>
                    <a:pt x="822" y="2513"/>
                    <a:pt x="334" y="2025"/>
                    <a:pt x="334" y="1430"/>
                  </a:cubicBezTo>
                  <a:cubicBezTo>
                    <a:pt x="334" y="834"/>
                    <a:pt x="822" y="346"/>
                    <a:pt x="1418" y="346"/>
                  </a:cubicBezTo>
                  <a:close/>
                  <a:moveTo>
                    <a:pt x="1429" y="1"/>
                  </a:moveTo>
                  <a:cubicBezTo>
                    <a:pt x="644" y="1"/>
                    <a:pt x="1" y="644"/>
                    <a:pt x="1" y="1430"/>
                  </a:cubicBezTo>
                  <a:cubicBezTo>
                    <a:pt x="1" y="2215"/>
                    <a:pt x="644" y="2858"/>
                    <a:pt x="1429" y="2858"/>
                  </a:cubicBezTo>
                  <a:cubicBezTo>
                    <a:pt x="1763" y="2858"/>
                    <a:pt x="2072" y="2739"/>
                    <a:pt x="2310" y="2549"/>
                  </a:cubicBezTo>
                  <a:lnTo>
                    <a:pt x="2739" y="2977"/>
                  </a:lnTo>
                  <a:cubicBezTo>
                    <a:pt x="2775" y="3001"/>
                    <a:pt x="2811" y="3025"/>
                    <a:pt x="2858" y="3025"/>
                  </a:cubicBezTo>
                  <a:cubicBezTo>
                    <a:pt x="2906" y="3025"/>
                    <a:pt x="2953" y="3001"/>
                    <a:pt x="2977" y="2977"/>
                  </a:cubicBezTo>
                  <a:cubicBezTo>
                    <a:pt x="3037" y="2918"/>
                    <a:pt x="3037" y="2811"/>
                    <a:pt x="2977" y="2739"/>
                  </a:cubicBezTo>
                  <a:lnTo>
                    <a:pt x="2549" y="2311"/>
                  </a:lnTo>
                  <a:cubicBezTo>
                    <a:pt x="2739" y="2072"/>
                    <a:pt x="2858" y="1751"/>
                    <a:pt x="2858" y="1430"/>
                  </a:cubicBezTo>
                  <a:cubicBezTo>
                    <a:pt x="2858" y="644"/>
                    <a:pt x="2215" y="1"/>
                    <a:pt x="14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2"/>
            <p:cNvSpPr/>
            <p:nvPr/>
          </p:nvSpPr>
          <p:spPr>
            <a:xfrm>
              <a:off x="4186375" y="2539381"/>
              <a:ext cx="77331" cy="90541"/>
            </a:xfrm>
            <a:custGeom>
              <a:avLst/>
              <a:gdLst/>
              <a:ahLst/>
              <a:cxnLst/>
              <a:rect l="l" t="t" r="r" b="b"/>
              <a:pathLst>
                <a:path w="2441" h="2858" extrusionOk="0">
                  <a:moveTo>
                    <a:pt x="1203" y="607"/>
                  </a:moveTo>
                  <a:lnTo>
                    <a:pt x="1572" y="1524"/>
                  </a:lnTo>
                  <a:lnTo>
                    <a:pt x="834" y="1524"/>
                  </a:lnTo>
                  <a:lnTo>
                    <a:pt x="1203" y="607"/>
                  </a:lnTo>
                  <a:close/>
                  <a:moveTo>
                    <a:pt x="1215" y="0"/>
                  </a:moveTo>
                  <a:cubicBezTo>
                    <a:pt x="1155" y="0"/>
                    <a:pt x="1084" y="48"/>
                    <a:pt x="1072" y="107"/>
                  </a:cubicBezTo>
                  <a:lnTo>
                    <a:pt x="441" y="1619"/>
                  </a:lnTo>
                  <a:lnTo>
                    <a:pt x="24" y="2620"/>
                  </a:lnTo>
                  <a:cubicBezTo>
                    <a:pt x="0" y="2715"/>
                    <a:pt x="24" y="2798"/>
                    <a:pt x="119" y="2846"/>
                  </a:cubicBezTo>
                  <a:cubicBezTo>
                    <a:pt x="139" y="2851"/>
                    <a:pt x="159" y="2854"/>
                    <a:pt x="179" y="2854"/>
                  </a:cubicBezTo>
                  <a:cubicBezTo>
                    <a:pt x="245" y="2854"/>
                    <a:pt x="309" y="2823"/>
                    <a:pt x="345" y="2750"/>
                  </a:cubicBezTo>
                  <a:lnTo>
                    <a:pt x="714" y="1858"/>
                  </a:lnTo>
                  <a:lnTo>
                    <a:pt x="1750" y="1858"/>
                  </a:lnTo>
                  <a:lnTo>
                    <a:pt x="2131" y="2750"/>
                  </a:lnTo>
                  <a:cubicBezTo>
                    <a:pt x="2155" y="2810"/>
                    <a:pt x="2215" y="2858"/>
                    <a:pt x="2274" y="2858"/>
                  </a:cubicBezTo>
                  <a:cubicBezTo>
                    <a:pt x="2286" y="2858"/>
                    <a:pt x="2322" y="2858"/>
                    <a:pt x="2334" y="2846"/>
                  </a:cubicBezTo>
                  <a:cubicBezTo>
                    <a:pt x="2405" y="2798"/>
                    <a:pt x="2441" y="2715"/>
                    <a:pt x="2405" y="2620"/>
                  </a:cubicBezTo>
                  <a:lnTo>
                    <a:pt x="1988" y="1619"/>
                  </a:lnTo>
                  <a:lnTo>
                    <a:pt x="1369" y="107"/>
                  </a:lnTo>
                  <a:cubicBezTo>
                    <a:pt x="1334" y="48"/>
                    <a:pt x="1274" y="0"/>
                    <a:pt x="12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0" name="Google Shape;370;p22"/>
          <p:cNvSpPr txBox="1"/>
          <p:nvPr/>
        </p:nvSpPr>
        <p:spPr>
          <a:xfrm>
            <a:off x="720000" y="1344100"/>
            <a:ext cx="6775500" cy="24984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 sz="2000">
                <a:solidFill>
                  <a:schemeClr val="dk1"/>
                </a:solidFill>
                <a:latin typeface="Quantico"/>
                <a:ea typeface="Quantico"/>
                <a:cs typeface="Quantico"/>
                <a:sym typeface="Quantico"/>
              </a:rPr>
              <a:t>Al crear un objeto, estamos </a:t>
            </a:r>
            <a:r>
              <a:rPr lang="en" sz="2000" b="1" i="1">
                <a:solidFill>
                  <a:schemeClr val="dk1"/>
                </a:solidFill>
                <a:latin typeface="Quantico"/>
                <a:ea typeface="Quantico"/>
                <a:cs typeface="Quantico"/>
                <a:sym typeface="Quantico"/>
              </a:rPr>
              <a:t>instanciando</a:t>
            </a:r>
            <a:r>
              <a:rPr lang="en" sz="2000">
                <a:solidFill>
                  <a:schemeClr val="dk1"/>
                </a:solidFill>
                <a:latin typeface="Quantico"/>
                <a:ea typeface="Quantico"/>
                <a:cs typeface="Quantico"/>
                <a:sym typeface="Quantico"/>
              </a:rPr>
              <a:t> una clase.</a:t>
            </a:r>
            <a:endParaRPr sz="2000">
              <a:solidFill>
                <a:schemeClr val="dk1"/>
              </a:solidFill>
              <a:latin typeface="Quantico"/>
              <a:ea typeface="Quantico"/>
              <a:cs typeface="Quantico"/>
              <a:sym typeface="Quantico"/>
            </a:endParaRPr>
          </a:p>
          <a:p>
            <a:pPr marL="0" lvl="0" indent="0" algn="just" rtl="0">
              <a:spcBef>
                <a:spcPts val="0"/>
              </a:spcBef>
              <a:spcAft>
                <a:spcPts val="0"/>
              </a:spcAft>
              <a:buNone/>
            </a:pPr>
            <a:endParaRPr sz="2000">
              <a:solidFill>
                <a:schemeClr val="dk1"/>
              </a:solidFill>
              <a:latin typeface="Quantico"/>
              <a:ea typeface="Quantico"/>
              <a:cs typeface="Quantico"/>
              <a:sym typeface="Quantico"/>
            </a:endParaRPr>
          </a:p>
          <a:p>
            <a:pPr marL="0" lvl="0" indent="0" algn="just" rtl="0">
              <a:spcBef>
                <a:spcPts val="0"/>
              </a:spcBef>
              <a:spcAft>
                <a:spcPts val="0"/>
              </a:spcAft>
              <a:buNone/>
            </a:pPr>
            <a:r>
              <a:rPr lang="en" sz="2000">
                <a:solidFill>
                  <a:schemeClr val="dk1"/>
                </a:solidFill>
                <a:latin typeface="Quantico"/>
                <a:ea typeface="Quantico"/>
                <a:cs typeface="Quantico"/>
                <a:sym typeface="Quantico"/>
              </a:rPr>
              <a:t>Una instancia es un objeto particular de la clase. Todas las instancias de una clase responden al mismo comportamiento.</a:t>
            </a:r>
            <a:endParaRPr sz="2000">
              <a:solidFill>
                <a:schemeClr val="dk1"/>
              </a:solidFill>
              <a:latin typeface="Quantico"/>
              <a:ea typeface="Quantico"/>
              <a:cs typeface="Quantico"/>
              <a:sym typeface="Quantico"/>
            </a:endParaRPr>
          </a:p>
          <a:p>
            <a:pPr marL="0" lvl="0" indent="0" algn="just" rtl="0">
              <a:spcBef>
                <a:spcPts val="0"/>
              </a:spcBef>
              <a:spcAft>
                <a:spcPts val="0"/>
              </a:spcAft>
              <a:buNone/>
            </a:pPr>
            <a:endParaRPr sz="2000">
              <a:solidFill>
                <a:schemeClr val="dk1"/>
              </a:solidFill>
              <a:latin typeface="Quantico"/>
              <a:ea typeface="Quantico"/>
              <a:cs typeface="Quantico"/>
              <a:sym typeface="Quantico"/>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pic>
        <p:nvPicPr>
          <p:cNvPr id="375" name="Google Shape;375;p23"/>
          <p:cNvPicPr preferRelativeResize="0"/>
          <p:nvPr/>
        </p:nvPicPr>
        <p:blipFill>
          <a:blip r:embed="rId3">
            <a:alphaModFix/>
          </a:blip>
          <a:stretch>
            <a:fillRect/>
          </a:stretch>
        </p:blipFill>
        <p:spPr>
          <a:xfrm>
            <a:off x="2446700" y="922325"/>
            <a:ext cx="1701200" cy="3825350"/>
          </a:xfrm>
          <a:prstGeom prst="rect">
            <a:avLst/>
          </a:prstGeom>
          <a:noFill/>
          <a:ln>
            <a:noFill/>
          </a:ln>
        </p:spPr>
      </p:pic>
      <p:sp>
        <p:nvSpPr>
          <p:cNvPr id="376" name="Google Shape;376;p23"/>
          <p:cNvSpPr txBox="1"/>
          <p:nvPr/>
        </p:nvSpPr>
        <p:spPr>
          <a:xfrm>
            <a:off x="2384538" y="289925"/>
            <a:ext cx="1825500" cy="6324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a:solidFill>
                  <a:schemeClr val="dk1"/>
                </a:solidFill>
                <a:latin typeface="Quantico"/>
                <a:ea typeface="Quantico"/>
                <a:cs typeface="Quantico"/>
                <a:sym typeface="Quantico"/>
              </a:rPr>
              <a:t>{Clase</a:t>
            </a:r>
            <a:r>
              <a:rPr lang="en" sz="2400">
                <a:solidFill>
                  <a:schemeClr val="lt2"/>
                </a:solidFill>
                <a:latin typeface="Quantico"/>
                <a:ea typeface="Quantico"/>
                <a:cs typeface="Quantico"/>
                <a:sym typeface="Quantico"/>
              </a:rPr>
              <a:t>}</a:t>
            </a:r>
            <a:endParaRPr sz="2400">
              <a:solidFill>
                <a:schemeClr val="lt2"/>
              </a:solidFill>
              <a:latin typeface="Quantico"/>
              <a:ea typeface="Quantico"/>
              <a:cs typeface="Quantico"/>
              <a:sym typeface="Quantico"/>
            </a:endParaRPr>
          </a:p>
        </p:txBody>
      </p:sp>
      <p:sp>
        <p:nvSpPr>
          <p:cNvPr id="377" name="Google Shape;377;p23"/>
          <p:cNvSpPr/>
          <p:nvPr/>
        </p:nvSpPr>
        <p:spPr>
          <a:xfrm>
            <a:off x="0" y="922325"/>
            <a:ext cx="2446800" cy="1204500"/>
          </a:xfrm>
          <a:prstGeom prst="rightArrow">
            <a:avLst>
              <a:gd name="adj1" fmla="val 50000"/>
              <a:gd name="adj2" fmla="val 52113"/>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900" b="1">
                <a:solidFill>
                  <a:schemeClr val="lt1"/>
                </a:solidFill>
              </a:rPr>
              <a:t>Características (atributos)</a:t>
            </a:r>
            <a:endParaRPr>
              <a:latin typeface="Source Code Pro"/>
              <a:ea typeface="Source Code Pro"/>
              <a:cs typeface="Source Code Pro"/>
              <a:sym typeface="Source Code Pro"/>
            </a:endParaRPr>
          </a:p>
        </p:txBody>
      </p:sp>
      <p:sp>
        <p:nvSpPr>
          <p:cNvPr id="378" name="Google Shape;378;p23"/>
          <p:cNvSpPr/>
          <p:nvPr/>
        </p:nvSpPr>
        <p:spPr>
          <a:xfrm>
            <a:off x="0" y="2892575"/>
            <a:ext cx="2446800" cy="1204500"/>
          </a:xfrm>
          <a:prstGeom prst="rightArrow">
            <a:avLst>
              <a:gd name="adj1" fmla="val 50000"/>
              <a:gd name="adj2" fmla="val 52113"/>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900" b="1">
                <a:solidFill>
                  <a:schemeClr val="lt1"/>
                </a:solidFill>
              </a:rPr>
              <a:t>Acciones (métodos)</a:t>
            </a:r>
            <a:endParaRPr>
              <a:latin typeface="Source Code Pro"/>
              <a:ea typeface="Source Code Pro"/>
              <a:cs typeface="Source Code Pro"/>
              <a:sym typeface="Source Code Pro"/>
            </a:endParaRPr>
          </a:p>
        </p:txBody>
      </p:sp>
      <p:pic>
        <p:nvPicPr>
          <p:cNvPr id="379" name="Google Shape;379;p23"/>
          <p:cNvPicPr preferRelativeResize="0"/>
          <p:nvPr/>
        </p:nvPicPr>
        <p:blipFill>
          <a:blip r:embed="rId4">
            <a:alphaModFix/>
          </a:blip>
          <a:stretch>
            <a:fillRect/>
          </a:stretch>
        </p:blipFill>
        <p:spPr>
          <a:xfrm>
            <a:off x="4829250" y="922325"/>
            <a:ext cx="1701199" cy="1595326"/>
          </a:xfrm>
          <a:prstGeom prst="rect">
            <a:avLst/>
          </a:prstGeom>
          <a:noFill/>
          <a:ln>
            <a:noFill/>
          </a:ln>
        </p:spPr>
      </p:pic>
      <p:pic>
        <p:nvPicPr>
          <p:cNvPr id="380" name="Google Shape;380;p23"/>
          <p:cNvPicPr preferRelativeResize="0"/>
          <p:nvPr/>
        </p:nvPicPr>
        <p:blipFill>
          <a:blip r:embed="rId5">
            <a:alphaModFix/>
          </a:blip>
          <a:stretch>
            <a:fillRect/>
          </a:stretch>
        </p:blipFill>
        <p:spPr>
          <a:xfrm>
            <a:off x="4759312" y="3025300"/>
            <a:ext cx="1794434" cy="1595326"/>
          </a:xfrm>
          <a:prstGeom prst="rect">
            <a:avLst/>
          </a:prstGeom>
          <a:noFill/>
          <a:ln>
            <a:noFill/>
          </a:ln>
        </p:spPr>
      </p:pic>
      <p:pic>
        <p:nvPicPr>
          <p:cNvPr id="381" name="Google Shape;381;p23"/>
          <p:cNvPicPr preferRelativeResize="0"/>
          <p:nvPr/>
        </p:nvPicPr>
        <p:blipFill>
          <a:blip r:embed="rId6">
            <a:alphaModFix/>
          </a:blip>
          <a:stretch>
            <a:fillRect/>
          </a:stretch>
        </p:blipFill>
        <p:spPr>
          <a:xfrm>
            <a:off x="6951100" y="1976600"/>
            <a:ext cx="1701200" cy="1716804"/>
          </a:xfrm>
          <a:prstGeom prst="rect">
            <a:avLst/>
          </a:prstGeom>
          <a:noFill/>
          <a:ln>
            <a:noFill/>
          </a:ln>
        </p:spPr>
      </p:pic>
      <p:sp>
        <p:nvSpPr>
          <p:cNvPr id="382" name="Google Shape;382;p23"/>
          <p:cNvSpPr txBox="1"/>
          <p:nvPr/>
        </p:nvSpPr>
        <p:spPr>
          <a:xfrm>
            <a:off x="6629812" y="380050"/>
            <a:ext cx="2117100" cy="6324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400">
                <a:solidFill>
                  <a:schemeClr val="dk1"/>
                </a:solidFill>
                <a:latin typeface="Quantico"/>
                <a:ea typeface="Quantico"/>
                <a:cs typeface="Quantico"/>
                <a:sym typeface="Quantico"/>
              </a:rPr>
              <a:t>{Instancia(s)</a:t>
            </a:r>
            <a:r>
              <a:rPr lang="en" sz="2400">
                <a:solidFill>
                  <a:schemeClr val="accent2"/>
                </a:solidFill>
                <a:latin typeface="Quantico"/>
                <a:ea typeface="Quantico"/>
                <a:cs typeface="Quantico"/>
                <a:sym typeface="Quantico"/>
              </a:rPr>
              <a:t>}</a:t>
            </a:r>
            <a:endParaRPr sz="2400">
              <a:solidFill>
                <a:schemeClr val="accent2"/>
              </a:solidFill>
              <a:latin typeface="Quantico"/>
              <a:ea typeface="Quantico"/>
              <a:cs typeface="Quantico"/>
              <a:sym typeface="Quantico"/>
            </a:endParaRPr>
          </a:p>
        </p:txBody>
      </p:sp>
      <p:cxnSp>
        <p:nvCxnSpPr>
          <p:cNvPr id="383" name="Google Shape;383;p23"/>
          <p:cNvCxnSpPr>
            <a:stCxn id="375" idx="3"/>
            <a:endCxn id="380" idx="1"/>
          </p:cNvCxnSpPr>
          <p:nvPr/>
        </p:nvCxnSpPr>
        <p:spPr>
          <a:xfrm>
            <a:off x="4147900" y="2835000"/>
            <a:ext cx="611400" cy="987900"/>
          </a:xfrm>
          <a:prstGeom prst="straightConnector1">
            <a:avLst/>
          </a:prstGeom>
          <a:noFill/>
          <a:ln w="9525" cap="flat" cmpd="sng">
            <a:solidFill>
              <a:schemeClr val="dk1"/>
            </a:solidFill>
            <a:prstDash val="solid"/>
            <a:round/>
            <a:headEnd type="none" w="med" len="med"/>
            <a:tailEnd type="none" w="med" len="med"/>
          </a:ln>
        </p:spPr>
      </p:cxnSp>
      <p:cxnSp>
        <p:nvCxnSpPr>
          <p:cNvPr id="384" name="Google Shape;384;p23"/>
          <p:cNvCxnSpPr>
            <a:stCxn id="375" idx="3"/>
            <a:endCxn id="381" idx="1"/>
          </p:cNvCxnSpPr>
          <p:nvPr/>
        </p:nvCxnSpPr>
        <p:spPr>
          <a:xfrm>
            <a:off x="4147900" y="2835000"/>
            <a:ext cx="2803200" cy="0"/>
          </a:xfrm>
          <a:prstGeom prst="straightConnector1">
            <a:avLst/>
          </a:prstGeom>
          <a:noFill/>
          <a:ln w="9525" cap="flat" cmpd="sng">
            <a:solidFill>
              <a:schemeClr val="dk1"/>
            </a:solidFill>
            <a:prstDash val="solid"/>
            <a:round/>
            <a:headEnd type="none" w="med" len="med"/>
            <a:tailEnd type="none" w="med" len="med"/>
          </a:ln>
        </p:spPr>
      </p:cxnSp>
      <p:cxnSp>
        <p:nvCxnSpPr>
          <p:cNvPr id="385" name="Google Shape;385;p23"/>
          <p:cNvCxnSpPr>
            <a:stCxn id="375" idx="3"/>
            <a:endCxn id="379" idx="1"/>
          </p:cNvCxnSpPr>
          <p:nvPr/>
        </p:nvCxnSpPr>
        <p:spPr>
          <a:xfrm rot="10800000" flipH="1">
            <a:off x="4147900" y="1719900"/>
            <a:ext cx="681300" cy="11151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24"/>
          <p:cNvSpPr txBox="1">
            <a:spLocks noGrp="1"/>
          </p:cNvSpPr>
          <p:nvPr>
            <p:ph type="title"/>
          </p:nvPr>
        </p:nvSpPr>
        <p:spPr>
          <a:xfrm>
            <a:off x="720000" y="539500"/>
            <a:ext cx="7704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3"/>
                </a:solidFill>
              </a:rPr>
              <a:t>&lt;/</a:t>
            </a:r>
            <a:r>
              <a:rPr lang="en"/>
              <a:t>Los cuatro pilares de la POO</a:t>
            </a:r>
            <a:endParaRPr/>
          </a:p>
        </p:txBody>
      </p:sp>
      <p:grpSp>
        <p:nvGrpSpPr>
          <p:cNvPr id="391" name="Google Shape;391;p24"/>
          <p:cNvGrpSpPr/>
          <p:nvPr/>
        </p:nvGrpSpPr>
        <p:grpSpPr>
          <a:xfrm>
            <a:off x="722650" y="1306350"/>
            <a:ext cx="1825500" cy="1447045"/>
            <a:chOff x="1701538" y="2780275"/>
            <a:chExt cx="1825500" cy="1447045"/>
          </a:xfrm>
        </p:grpSpPr>
        <p:sp>
          <p:nvSpPr>
            <p:cNvPr id="392" name="Google Shape;392;p24"/>
            <p:cNvSpPr txBox="1"/>
            <p:nvPr/>
          </p:nvSpPr>
          <p:spPr>
            <a:xfrm>
              <a:off x="1701538" y="3781520"/>
              <a:ext cx="1825500" cy="4458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dk1"/>
                  </a:solidFill>
                  <a:latin typeface="Quantico"/>
                  <a:ea typeface="Quantico"/>
                  <a:cs typeface="Quantico"/>
                  <a:sym typeface="Quantico"/>
                </a:rPr>
                <a:t>Herencia</a:t>
              </a:r>
              <a:endParaRPr sz="2000">
                <a:solidFill>
                  <a:schemeClr val="dk1"/>
                </a:solidFill>
                <a:latin typeface="Quantico"/>
                <a:ea typeface="Quantico"/>
                <a:cs typeface="Quantico"/>
                <a:sym typeface="Quantico"/>
              </a:endParaRPr>
            </a:p>
          </p:txBody>
        </p:sp>
        <p:sp>
          <p:nvSpPr>
            <p:cNvPr id="393" name="Google Shape;393;p24"/>
            <p:cNvSpPr txBox="1"/>
            <p:nvPr/>
          </p:nvSpPr>
          <p:spPr>
            <a:xfrm>
              <a:off x="1946100" y="2780275"/>
              <a:ext cx="1336200" cy="6324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3000">
                  <a:solidFill>
                    <a:schemeClr val="dk1"/>
                  </a:solidFill>
                  <a:latin typeface="Quantico"/>
                  <a:ea typeface="Quantico"/>
                  <a:cs typeface="Quantico"/>
                  <a:sym typeface="Quantico"/>
                </a:rPr>
                <a:t>{01</a:t>
              </a:r>
              <a:r>
                <a:rPr lang="en" sz="3000">
                  <a:solidFill>
                    <a:schemeClr val="lt2"/>
                  </a:solidFill>
                  <a:latin typeface="Quantico"/>
                  <a:ea typeface="Quantico"/>
                  <a:cs typeface="Quantico"/>
                  <a:sym typeface="Quantico"/>
                </a:rPr>
                <a:t>}</a:t>
              </a:r>
              <a:endParaRPr sz="3000">
                <a:solidFill>
                  <a:schemeClr val="lt2"/>
                </a:solidFill>
                <a:latin typeface="Quantico"/>
                <a:ea typeface="Quantico"/>
                <a:cs typeface="Quantico"/>
                <a:sym typeface="Quantico"/>
              </a:endParaRPr>
            </a:p>
          </p:txBody>
        </p:sp>
      </p:grpSp>
      <p:grpSp>
        <p:nvGrpSpPr>
          <p:cNvPr id="394" name="Google Shape;394;p24"/>
          <p:cNvGrpSpPr/>
          <p:nvPr/>
        </p:nvGrpSpPr>
        <p:grpSpPr>
          <a:xfrm>
            <a:off x="4638150" y="1306350"/>
            <a:ext cx="1825500" cy="1507796"/>
            <a:chOff x="5617038" y="2780275"/>
            <a:chExt cx="1825500" cy="1507796"/>
          </a:xfrm>
        </p:grpSpPr>
        <p:sp>
          <p:nvSpPr>
            <p:cNvPr id="395" name="Google Shape;395;p24"/>
            <p:cNvSpPr txBox="1"/>
            <p:nvPr/>
          </p:nvSpPr>
          <p:spPr>
            <a:xfrm>
              <a:off x="5617038" y="3803271"/>
              <a:ext cx="1825500" cy="4848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dk1"/>
                  </a:solidFill>
                  <a:latin typeface="Quantico"/>
                  <a:ea typeface="Quantico"/>
                  <a:cs typeface="Quantico"/>
                  <a:sym typeface="Quantico"/>
                </a:rPr>
                <a:t>Abstracción</a:t>
              </a:r>
              <a:endParaRPr sz="2000">
                <a:solidFill>
                  <a:schemeClr val="dk1"/>
                </a:solidFill>
                <a:latin typeface="Quantico"/>
                <a:ea typeface="Quantico"/>
                <a:cs typeface="Quantico"/>
                <a:sym typeface="Quantico"/>
              </a:endParaRPr>
            </a:p>
          </p:txBody>
        </p:sp>
        <p:sp>
          <p:nvSpPr>
            <p:cNvPr id="396" name="Google Shape;396;p24"/>
            <p:cNvSpPr txBox="1"/>
            <p:nvPr/>
          </p:nvSpPr>
          <p:spPr>
            <a:xfrm>
              <a:off x="5861628" y="2780275"/>
              <a:ext cx="1336200" cy="6324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3000">
                  <a:solidFill>
                    <a:schemeClr val="dk1"/>
                  </a:solidFill>
                  <a:latin typeface="Quantico"/>
                  <a:ea typeface="Quantico"/>
                  <a:cs typeface="Quantico"/>
                  <a:sym typeface="Quantico"/>
                </a:rPr>
                <a:t>{03</a:t>
              </a:r>
              <a:r>
                <a:rPr lang="en" sz="3000">
                  <a:solidFill>
                    <a:schemeClr val="accent2"/>
                  </a:solidFill>
                  <a:latin typeface="Quantico"/>
                  <a:ea typeface="Quantico"/>
                  <a:cs typeface="Quantico"/>
                  <a:sym typeface="Quantico"/>
                </a:rPr>
                <a:t>}</a:t>
              </a:r>
              <a:endParaRPr sz="3000">
                <a:solidFill>
                  <a:schemeClr val="accent2"/>
                </a:solidFill>
                <a:latin typeface="Quantico"/>
                <a:ea typeface="Quantico"/>
                <a:cs typeface="Quantico"/>
                <a:sym typeface="Quantico"/>
              </a:endParaRPr>
            </a:p>
          </p:txBody>
        </p:sp>
      </p:grpSp>
      <p:cxnSp>
        <p:nvCxnSpPr>
          <p:cNvPr id="397" name="Google Shape;397;p24"/>
          <p:cNvCxnSpPr>
            <a:stCxn id="393" idx="3"/>
            <a:endCxn id="398" idx="1"/>
          </p:cNvCxnSpPr>
          <p:nvPr/>
        </p:nvCxnSpPr>
        <p:spPr>
          <a:xfrm>
            <a:off x="2303413" y="1622550"/>
            <a:ext cx="621600" cy="0"/>
          </a:xfrm>
          <a:prstGeom prst="straightConnector1">
            <a:avLst/>
          </a:prstGeom>
          <a:noFill/>
          <a:ln w="9525" cap="flat" cmpd="sng">
            <a:solidFill>
              <a:schemeClr val="dk1"/>
            </a:solidFill>
            <a:prstDash val="dash"/>
            <a:round/>
            <a:headEnd type="none" w="med" len="med"/>
            <a:tailEnd type="none" w="med" len="med"/>
          </a:ln>
        </p:spPr>
      </p:cxnSp>
      <p:cxnSp>
        <p:nvCxnSpPr>
          <p:cNvPr id="399" name="Google Shape;399;p24"/>
          <p:cNvCxnSpPr>
            <a:stCxn id="398" idx="3"/>
            <a:endCxn id="396" idx="1"/>
          </p:cNvCxnSpPr>
          <p:nvPr/>
        </p:nvCxnSpPr>
        <p:spPr>
          <a:xfrm>
            <a:off x="4261197" y="1622550"/>
            <a:ext cx="621600" cy="0"/>
          </a:xfrm>
          <a:prstGeom prst="straightConnector1">
            <a:avLst/>
          </a:prstGeom>
          <a:noFill/>
          <a:ln w="9525" cap="flat" cmpd="sng">
            <a:solidFill>
              <a:schemeClr val="dk1"/>
            </a:solidFill>
            <a:prstDash val="dash"/>
            <a:round/>
            <a:headEnd type="none" w="med" len="med"/>
            <a:tailEnd type="none" w="med" len="med"/>
          </a:ln>
        </p:spPr>
      </p:cxnSp>
      <p:cxnSp>
        <p:nvCxnSpPr>
          <p:cNvPr id="400" name="Google Shape;400;p24"/>
          <p:cNvCxnSpPr>
            <a:stCxn id="393" idx="2"/>
            <a:endCxn id="392" idx="0"/>
          </p:cNvCxnSpPr>
          <p:nvPr/>
        </p:nvCxnSpPr>
        <p:spPr>
          <a:xfrm>
            <a:off x="1635313" y="1938750"/>
            <a:ext cx="0" cy="368700"/>
          </a:xfrm>
          <a:prstGeom prst="straightConnector1">
            <a:avLst/>
          </a:prstGeom>
          <a:noFill/>
          <a:ln w="9525" cap="flat" cmpd="sng">
            <a:solidFill>
              <a:schemeClr val="dk1"/>
            </a:solidFill>
            <a:prstDash val="solid"/>
            <a:round/>
            <a:headEnd type="none" w="med" len="med"/>
            <a:tailEnd type="none" w="med" len="med"/>
          </a:ln>
        </p:spPr>
      </p:cxnSp>
      <p:cxnSp>
        <p:nvCxnSpPr>
          <p:cNvPr id="401" name="Google Shape;401;p24"/>
          <p:cNvCxnSpPr>
            <a:stCxn id="398" idx="2"/>
            <a:endCxn id="402" idx="0"/>
          </p:cNvCxnSpPr>
          <p:nvPr/>
        </p:nvCxnSpPr>
        <p:spPr>
          <a:xfrm>
            <a:off x="3593097" y="1938750"/>
            <a:ext cx="0" cy="397800"/>
          </a:xfrm>
          <a:prstGeom prst="straightConnector1">
            <a:avLst/>
          </a:prstGeom>
          <a:noFill/>
          <a:ln w="9525" cap="flat" cmpd="sng">
            <a:solidFill>
              <a:schemeClr val="dk1"/>
            </a:solidFill>
            <a:prstDash val="solid"/>
            <a:round/>
            <a:headEnd type="none" w="med" len="med"/>
            <a:tailEnd type="none" w="med" len="med"/>
          </a:ln>
        </p:spPr>
      </p:cxnSp>
      <p:cxnSp>
        <p:nvCxnSpPr>
          <p:cNvPr id="403" name="Google Shape;403;p24"/>
          <p:cNvCxnSpPr>
            <a:stCxn id="396" idx="2"/>
            <a:endCxn id="395" idx="0"/>
          </p:cNvCxnSpPr>
          <p:nvPr/>
        </p:nvCxnSpPr>
        <p:spPr>
          <a:xfrm>
            <a:off x="5550840" y="1938750"/>
            <a:ext cx="0" cy="390600"/>
          </a:xfrm>
          <a:prstGeom prst="straightConnector1">
            <a:avLst/>
          </a:prstGeom>
          <a:noFill/>
          <a:ln w="9525" cap="flat" cmpd="sng">
            <a:solidFill>
              <a:schemeClr val="dk1"/>
            </a:solidFill>
            <a:prstDash val="solid"/>
            <a:round/>
            <a:headEnd type="none" w="med" len="med"/>
            <a:tailEnd type="none" w="med" len="med"/>
          </a:ln>
        </p:spPr>
      </p:cxnSp>
      <p:cxnSp>
        <p:nvCxnSpPr>
          <p:cNvPr id="404" name="Google Shape;404;p24"/>
          <p:cNvCxnSpPr>
            <a:endCxn id="405" idx="1"/>
          </p:cNvCxnSpPr>
          <p:nvPr/>
        </p:nvCxnSpPr>
        <p:spPr>
          <a:xfrm>
            <a:off x="6292190" y="1657988"/>
            <a:ext cx="621600" cy="0"/>
          </a:xfrm>
          <a:prstGeom prst="straightConnector1">
            <a:avLst/>
          </a:prstGeom>
          <a:noFill/>
          <a:ln w="9525" cap="flat" cmpd="sng">
            <a:solidFill>
              <a:schemeClr val="dk1"/>
            </a:solidFill>
            <a:prstDash val="dash"/>
            <a:round/>
            <a:headEnd type="none" w="med" len="med"/>
            <a:tailEnd type="none" w="med" len="med"/>
          </a:ln>
        </p:spPr>
      </p:cxnSp>
      <p:cxnSp>
        <p:nvCxnSpPr>
          <p:cNvPr id="406" name="Google Shape;406;p24"/>
          <p:cNvCxnSpPr>
            <a:stCxn id="405" idx="2"/>
            <a:endCxn id="407" idx="0"/>
          </p:cNvCxnSpPr>
          <p:nvPr/>
        </p:nvCxnSpPr>
        <p:spPr>
          <a:xfrm>
            <a:off x="7581890" y="1974188"/>
            <a:ext cx="0" cy="341100"/>
          </a:xfrm>
          <a:prstGeom prst="straightConnector1">
            <a:avLst/>
          </a:prstGeom>
          <a:noFill/>
          <a:ln w="9525" cap="flat" cmpd="sng">
            <a:solidFill>
              <a:schemeClr val="dk1"/>
            </a:solidFill>
            <a:prstDash val="solid"/>
            <a:round/>
            <a:headEnd type="none" w="med" len="med"/>
            <a:tailEnd type="none" w="med" len="med"/>
          </a:ln>
        </p:spPr>
      </p:cxnSp>
      <p:grpSp>
        <p:nvGrpSpPr>
          <p:cNvPr id="408" name="Google Shape;408;p24"/>
          <p:cNvGrpSpPr/>
          <p:nvPr/>
        </p:nvGrpSpPr>
        <p:grpSpPr>
          <a:xfrm>
            <a:off x="6463650" y="1341788"/>
            <a:ext cx="2236500" cy="1486463"/>
            <a:chOff x="5484713" y="2815713"/>
            <a:chExt cx="2236500" cy="1486463"/>
          </a:xfrm>
        </p:grpSpPr>
        <p:sp>
          <p:nvSpPr>
            <p:cNvPr id="405" name="Google Shape;405;p24"/>
            <p:cNvSpPr txBox="1"/>
            <p:nvPr/>
          </p:nvSpPr>
          <p:spPr>
            <a:xfrm>
              <a:off x="5934853" y="2815713"/>
              <a:ext cx="1336200" cy="6324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3000">
                  <a:solidFill>
                    <a:schemeClr val="dk1"/>
                  </a:solidFill>
                  <a:latin typeface="Quantico"/>
                  <a:ea typeface="Quantico"/>
                  <a:cs typeface="Quantico"/>
                  <a:sym typeface="Quantico"/>
                </a:rPr>
                <a:t>{03</a:t>
              </a:r>
              <a:r>
                <a:rPr lang="en" sz="3000">
                  <a:solidFill>
                    <a:schemeClr val="accent3"/>
                  </a:solidFill>
                  <a:latin typeface="Quantico"/>
                  <a:ea typeface="Quantico"/>
                  <a:cs typeface="Quantico"/>
                  <a:sym typeface="Quantico"/>
                </a:rPr>
                <a:t>}</a:t>
              </a:r>
              <a:endParaRPr sz="3000">
                <a:solidFill>
                  <a:schemeClr val="accent3"/>
                </a:solidFill>
                <a:latin typeface="Quantico"/>
                <a:ea typeface="Quantico"/>
                <a:cs typeface="Quantico"/>
                <a:sym typeface="Quantico"/>
              </a:endParaRPr>
            </a:p>
          </p:txBody>
        </p:sp>
        <p:sp>
          <p:nvSpPr>
            <p:cNvPr id="407" name="Google Shape;407;p24"/>
            <p:cNvSpPr txBox="1"/>
            <p:nvPr/>
          </p:nvSpPr>
          <p:spPr>
            <a:xfrm>
              <a:off x="5484713" y="3789175"/>
              <a:ext cx="2236500" cy="5130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dk1"/>
                  </a:solidFill>
                  <a:latin typeface="Quantico"/>
                  <a:ea typeface="Quantico"/>
                  <a:cs typeface="Quantico"/>
                  <a:sym typeface="Quantico"/>
                </a:rPr>
                <a:t>Encapsulamiento</a:t>
              </a:r>
              <a:endParaRPr sz="2000">
                <a:solidFill>
                  <a:schemeClr val="dk1"/>
                </a:solidFill>
                <a:latin typeface="Quantico"/>
                <a:ea typeface="Quantico"/>
                <a:cs typeface="Quantico"/>
                <a:sym typeface="Quantico"/>
              </a:endParaRPr>
            </a:p>
          </p:txBody>
        </p:sp>
      </p:grpSp>
      <p:grpSp>
        <p:nvGrpSpPr>
          <p:cNvPr id="409" name="Google Shape;409;p24"/>
          <p:cNvGrpSpPr/>
          <p:nvPr/>
        </p:nvGrpSpPr>
        <p:grpSpPr>
          <a:xfrm>
            <a:off x="2680400" y="1306350"/>
            <a:ext cx="1825500" cy="1500596"/>
            <a:chOff x="3659288" y="2780275"/>
            <a:chExt cx="1825500" cy="1500596"/>
          </a:xfrm>
        </p:grpSpPr>
        <p:sp>
          <p:nvSpPr>
            <p:cNvPr id="398" name="Google Shape;398;p24"/>
            <p:cNvSpPr txBox="1"/>
            <p:nvPr/>
          </p:nvSpPr>
          <p:spPr>
            <a:xfrm>
              <a:off x="3903884" y="2780275"/>
              <a:ext cx="1336200" cy="6324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3000">
                  <a:solidFill>
                    <a:schemeClr val="dk1"/>
                  </a:solidFill>
                  <a:latin typeface="Quantico"/>
                  <a:ea typeface="Quantico"/>
                  <a:cs typeface="Quantico"/>
                  <a:sym typeface="Quantico"/>
                </a:rPr>
                <a:t>{02</a:t>
              </a:r>
              <a:r>
                <a:rPr lang="en" sz="3000">
                  <a:solidFill>
                    <a:schemeClr val="accent1"/>
                  </a:solidFill>
                  <a:latin typeface="Quantico"/>
                  <a:ea typeface="Quantico"/>
                  <a:cs typeface="Quantico"/>
                  <a:sym typeface="Quantico"/>
                </a:rPr>
                <a:t>}</a:t>
              </a:r>
              <a:endParaRPr sz="3000">
                <a:solidFill>
                  <a:schemeClr val="accent1"/>
                </a:solidFill>
                <a:latin typeface="Quantico"/>
                <a:ea typeface="Quantico"/>
                <a:cs typeface="Quantico"/>
                <a:sym typeface="Quantico"/>
              </a:endParaRPr>
            </a:p>
          </p:txBody>
        </p:sp>
        <p:sp>
          <p:nvSpPr>
            <p:cNvPr id="402" name="Google Shape;402;p24"/>
            <p:cNvSpPr txBox="1"/>
            <p:nvPr/>
          </p:nvSpPr>
          <p:spPr>
            <a:xfrm>
              <a:off x="3659288" y="3810471"/>
              <a:ext cx="1825500" cy="4704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dk1"/>
                  </a:solidFill>
                  <a:latin typeface="Quantico"/>
                  <a:ea typeface="Quantico"/>
                  <a:cs typeface="Quantico"/>
                  <a:sym typeface="Quantico"/>
                </a:rPr>
                <a:t>Polimorfismo</a:t>
              </a:r>
              <a:endParaRPr sz="2000">
                <a:solidFill>
                  <a:schemeClr val="dk1"/>
                </a:solidFill>
                <a:latin typeface="Quantico"/>
                <a:ea typeface="Quantico"/>
                <a:cs typeface="Quantico"/>
                <a:sym typeface="Quantico"/>
              </a:endParaRPr>
            </a:p>
          </p:txBody>
        </p:sp>
      </p:grpSp>
      <p:grpSp>
        <p:nvGrpSpPr>
          <p:cNvPr id="410" name="Google Shape;410;p24"/>
          <p:cNvGrpSpPr/>
          <p:nvPr/>
        </p:nvGrpSpPr>
        <p:grpSpPr>
          <a:xfrm>
            <a:off x="1029602" y="2981979"/>
            <a:ext cx="1211440" cy="1394116"/>
            <a:chOff x="3982553" y="1971730"/>
            <a:chExt cx="304566" cy="350501"/>
          </a:xfrm>
        </p:grpSpPr>
        <p:sp>
          <p:nvSpPr>
            <p:cNvPr id="411" name="Google Shape;411;p24"/>
            <p:cNvSpPr/>
            <p:nvPr/>
          </p:nvSpPr>
          <p:spPr>
            <a:xfrm>
              <a:off x="4037535" y="2176558"/>
              <a:ext cx="196513" cy="145673"/>
            </a:xfrm>
            <a:custGeom>
              <a:avLst/>
              <a:gdLst/>
              <a:ahLst/>
              <a:cxnLst/>
              <a:rect l="l" t="t" r="r" b="b"/>
              <a:pathLst>
                <a:path w="6169" h="4573" extrusionOk="0">
                  <a:moveTo>
                    <a:pt x="1441" y="322"/>
                  </a:moveTo>
                  <a:cubicBezTo>
                    <a:pt x="1584" y="322"/>
                    <a:pt x="1727" y="441"/>
                    <a:pt x="1727" y="595"/>
                  </a:cubicBezTo>
                  <a:lnTo>
                    <a:pt x="1727" y="4251"/>
                  </a:lnTo>
                  <a:lnTo>
                    <a:pt x="1167" y="4251"/>
                  </a:lnTo>
                  <a:lnTo>
                    <a:pt x="1167" y="595"/>
                  </a:lnTo>
                  <a:lnTo>
                    <a:pt x="1156" y="595"/>
                  </a:lnTo>
                  <a:cubicBezTo>
                    <a:pt x="1156" y="453"/>
                    <a:pt x="1275" y="322"/>
                    <a:pt x="1441" y="322"/>
                  </a:cubicBezTo>
                  <a:close/>
                  <a:moveTo>
                    <a:pt x="3061" y="322"/>
                  </a:moveTo>
                  <a:cubicBezTo>
                    <a:pt x="3227" y="322"/>
                    <a:pt x="3346" y="441"/>
                    <a:pt x="3346" y="595"/>
                  </a:cubicBezTo>
                  <a:lnTo>
                    <a:pt x="3346" y="4251"/>
                  </a:lnTo>
                  <a:lnTo>
                    <a:pt x="2799" y="4251"/>
                  </a:lnTo>
                  <a:lnTo>
                    <a:pt x="2799" y="595"/>
                  </a:lnTo>
                  <a:lnTo>
                    <a:pt x="2775" y="595"/>
                  </a:lnTo>
                  <a:cubicBezTo>
                    <a:pt x="2775" y="453"/>
                    <a:pt x="2894" y="322"/>
                    <a:pt x="3061" y="322"/>
                  </a:cubicBezTo>
                  <a:close/>
                  <a:moveTo>
                    <a:pt x="4680" y="322"/>
                  </a:moveTo>
                  <a:cubicBezTo>
                    <a:pt x="4835" y="322"/>
                    <a:pt x="4966" y="441"/>
                    <a:pt x="4966" y="595"/>
                  </a:cubicBezTo>
                  <a:lnTo>
                    <a:pt x="4966" y="4251"/>
                  </a:lnTo>
                  <a:lnTo>
                    <a:pt x="4406" y="4251"/>
                  </a:lnTo>
                  <a:lnTo>
                    <a:pt x="4406" y="595"/>
                  </a:lnTo>
                  <a:cubicBezTo>
                    <a:pt x="4406" y="453"/>
                    <a:pt x="4525" y="322"/>
                    <a:pt x="4680" y="322"/>
                  </a:cubicBezTo>
                  <a:close/>
                  <a:moveTo>
                    <a:pt x="1441" y="0"/>
                  </a:moveTo>
                  <a:cubicBezTo>
                    <a:pt x="1108" y="0"/>
                    <a:pt x="846" y="274"/>
                    <a:pt x="846" y="595"/>
                  </a:cubicBezTo>
                  <a:lnTo>
                    <a:pt x="846" y="4251"/>
                  </a:lnTo>
                  <a:lnTo>
                    <a:pt x="322" y="4251"/>
                  </a:lnTo>
                  <a:lnTo>
                    <a:pt x="322" y="2536"/>
                  </a:lnTo>
                  <a:cubicBezTo>
                    <a:pt x="322" y="2441"/>
                    <a:pt x="251" y="2370"/>
                    <a:pt x="155" y="2370"/>
                  </a:cubicBezTo>
                  <a:cubicBezTo>
                    <a:pt x="72" y="2370"/>
                    <a:pt x="1" y="2441"/>
                    <a:pt x="1" y="2536"/>
                  </a:cubicBezTo>
                  <a:lnTo>
                    <a:pt x="1" y="4405"/>
                  </a:lnTo>
                  <a:cubicBezTo>
                    <a:pt x="1" y="4501"/>
                    <a:pt x="72" y="4572"/>
                    <a:pt x="155" y="4572"/>
                  </a:cubicBezTo>
                  <a:lnTo>
                    <a:pt x="6001" y="4572"/>
                  </a:lnTo>
                  <a:cubicBezTo>
                    <a:pt x="6097" y="4572"/>
                    <a:pt x="6168" y="4501"/>
                    <a:pt x="6168" y="4405"/>
                  </a:cubicBezTo>
                  <a:lnTo>
                    <a:pt x="6168" y="834"/>
                  </a:lnTo>
                  <a:cubicBezTo>
                    <a:pt x="6144" y="750"/>
                    <a:pt x="6073" y="679"/>
                    <a:pt x="5978" y="679"/>
                  </a:cubicBezTo>
                  <a:cubicBezTo>
                    <a:pt x="5894" y="679"/>
                    <a:pt x="5811" y="750"/>
                    <a:pt x="5811" y="834"/>
                  </a:cubicBezTo>
                  <a:lnTo>
                    <a:pt x="5811" y="4251"/>
                  </a:lnTo>
                  <a:lnTo>
                    <a:pt x="5299" y="4251"/>
                  </a:lnTo>
                  <a:lnTo>
                    <a:pt x="5299" y="595"/>
                  </a:lnTo>
                  <a:cubicBezTo>
                    <a:pt x="5299" y="274"/>
                    <a:pt x="5025" y="0"/>
                    <a:pt x="4704" y="0"/>
                  </a:cubicBezTo>
                  <a:cubicBezTo>
                    <a:pt x="4370" y="0"/>
                    <a:pt x="4108" y="274"/>
                    <a:pt x="4108" y="595"/>
                  </a:cubicBezTo>
                  <a:lnTo>
                    <a:pt x="4108" y="4251"/>
                  </a:lnTo>
                  <a:lnTo>
                    <a:pt x="3656" y="4251"/>
                  </a:lnTo>
                  <a:lnTo>
                    <a:pt x="3656" y="595"/>
                  </a:lnTo>
                  <a:cubicBezTo>
                    <a:pt x="3656" y="274"/>
                    <a:pt x="3394" y="0"/>
                    <a:pt x="3061" y="0"/>
                  </a:cubicBezTo>
                  <a:cubicBezTo>
                    <a:pt x="2739" y="0"/>
                    <a:pt x="2465" y="274"/>
                    <a:pt x="2465" y="595"/>
                  </a:cubicBezTo>
                  <a:lnTo>
                    <a:pt x="2465" y="4251"/>
                  </a:lnTo>
                  <a:lnTo>
                    <a:pt x="2037" y="4251"/>
                  </a:lnTo>
                  <a:lnTo>
                    <a:pt x="2037" y="595"/>
                  </a:lnTo>
                  <a:cubicBezTo>
                    <a:pt x="2037" y="274"/>
                    <a:pt x="1763" y="0"/>
                    <a:pt x="14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4"/>
            <p:cNvSpPr/>
            <p:nvPr/>
          </p:nvSpPr>
          <p:spPr>
            <a:xfrm>
              <a:off x="3982553" y="1971730"/>
              <a:ext cx="304566" cy="272360"/>
            </a:xfrm>
            <a:custGeom>
              <a:avLst/>
              <a:gdLst/>
              <a:ahLst/>
              <a:cxnLst/>
              <a:rect l="l" t="t" r="r" b="b"/>
              <a:pathLst>
                <a:path w="9561" h="8550" extrusionOk="0">
                  <a:moveTo>
                    <a:pt x="8632" y="346"/>
                  </a:moveTo>
                  <a:cubicBezTo>
                    <a:pt x="8966" y="346"/>
                    <a:pt x="9239" y="632"/>
                    <a:pt x="9239" y="953"/>
                  </a:cubicBezTo>
                  <a:cubicBezTo>
                    <a:pt x="9239" y="1287"/>
                    <a:pt x="8954" y="1572"/>
                    <a:pt x="8632" y="1572"/>
                  </a:cubicBezTo>
                  <a:lnTo>
                    <a:pt x="929" y="1572"/>
                  </a:lnTo>
                  <a:cubicBezTo>
                    <a:pt x="596" y="1572"/>
                    <a:pt x="322" y="1287"/>
                    <a:pt x="322" y="953"/>
                  </a:cubicBezTo>
                  <a:cubicBezTo>
                    <a:pt x="322" y="632"/>
                    <a:pt x="607" y="346"/>
                    <a:pt x="929" y="346"/>
                  </a:cubicBezTo>
                  <a:close/>
                  <a:moveTo>
                    <a:pt x="6787" y="3835"/>
                  </a:moveTo>
                  <a:cubicBezTo>
                    <a:pt x="6811" y="4073"/>
                    <a:pt x="6930" y="4275"/>
                    <a:pt x="7096" y="4442"/>
                  </a:cubicBezTo>
                  <a:lnTo>
                    <a:pt x="2524" y="4442"/>
                  </a:lnTo>
                  <a:cubicBezTo>
                    <a:pt x="2715" y="4275"/>
                    <a:pt x="2822" y="4049"/>
                    <a:pt x="2858" y="3835"/>
                  </a:cubicBezTo>
                  <a:close/>
                  <a:moveTo>
                    <a:pt x="7870" y="1882"/>
                  </a:moveTo>
                  <a:cubicBezTo>
                    <a:pt x="8573" y="1882"/>
                    <a:pt x="9144" y="2453"/>
                    <a:pt x="9144" y="3156"/>
                  </a:cubicBezTo>
                  <a:cubicBezTo>
                    <a:pt x="9168" y="3870"/>
                    <a:pt x="8597" y="4442"/>
                    <a:pt x="7894" y="4442"/>
                  </a:cubicBezTo>
                  <a:lnTo>
                    <a:pt x="7823" y="4442"/>
                  </a:lnTo>
                  <a:cubicBezTo>
                    <a:pt x="7644" y="4406"/>
                    <a:pt x="7477" y="4335"/>
                    <a:pt x="7334" y="4216"/>
                  </a:cubicBezTo>
                  <a:cubicBezTo>
                    <a:pt x="7203" y="4097"/>
                    <a:pt x="7108" y="3918"/>
                    <a:pt x="7096" y="3716"/>
                  </a:cubicBezTo>
                  <a:cubicBezTo>
                    <a:pt x="7084" y="3513"/>
                    <a:pt x="7156" y="3323"/>
                    <a:pt x="7275" y="3192"/>
                  </a:cubicBezTo>
                  <a:cubicBezTo>
                    <a:pt x="7377" y="3070"/>
                    <a:pt x="7523" y="3011"/>
                    <a:pt x="7672" y="3011"/>
                  </a:cubicBezTo>
                  <a:cubicBezTo>
                    <a:pt x="7801" y="3011"/>
                    <a:pt x="7932" y="3056"/>
                    <a:pt x="8037" y="3144"/>
                  </a:cubicBezTo>
                  <a:cubicBezTo>
                    <a:pt x="8108" y="3215"/>
                    <a:pt x="8156" y="3311"/>
                    <a:pt x="8168" y="3418"/>
                  </a:cubicBezTo>
                  <a:cubicBezTo>
                    <a:pt x="8168" y="3513"/>
                    <a:pt x="8132" y="3620"/>
                    <a:pt x="8061" y="3692"/>
                  </a:cubicBezTo>
                  <a:cubicBezTo>
                    <a:pt x="8001" y="3751"/>
                    <a:pt x="8001" y="3858"/>
                    <a:pt x="8073" y="3918"/>
                  </a:cubicBezTo>
                  <a:cubicBezTo>
                    <a:pt x="8101" y="3946"/>
                    <a:pt x="8140" y="3961"/>
                    <a:pt x="8180" y="3961"/>
                  </a:cubicBezTo>
                  <a:cubicBezTo>
                    <a:pt x="8224" y="3961"/>
                    <a:pt x="8268" y="3943"/>
                    <a:pt x="8299" y="3906"/>
                  </a:cubicBezTo>
                  <a:cubicBezTo>
                    <a:pt x="8430" y="3751"/>
                    <a:pt x="8489" y="3573"/>
                    <a:pt x="8477" y="3382"/>
                  </a:cubicBezTo>
                  <a:cubicBezTo>
                    <a:pt x="8466" y="3192"/>
                    <a:pt x="8394" y="3013"/>
                    <a:pt x="8239" y="2894"/>
                  </a:cubicBezTo>
                  <a:cubicBezTo>
                    <a:pt x="8075" y="2746"/>
                    <a:pt x="7872" y="2674"/>
                    <a:pt x="7672" y="2674"/>
                  </a:cubicBezTo>
                  <a:cubicBezTo>
                    <a:pt x="7437" y="2674"/>
                    <a:pt x="7204" y="2773"/>
                    <a:pt x="7037" y="2965"/>
                  </a:cubicBezTo>
                  <a:cubicBezTo>
                    <a:pt x="6906" y="3120"/>
                    <a:pt x="6811" y="3287"/>
                    <a:pt x="6787" y="3489"/>
                  </a:cubicBezTo>
                  <a:lnTo>
                    <a:pt x="2858" y="3489"/>
                  </a:lnTo>
                  <a:cubicBezTo>
                    <a:pt x="2822" y="3287"/>
                    <a:pt x="2751" y="3120"/>
                    <a:pt x="2596" y="2965"/>
                  </a:cubicBezTo>
                  <a:cubicBezTo>
                    <a:pt x="2453" y="2799"/>
                    <a:pt x="2239" y="2692"/>
                    <a:pt x="2000" y="2680"/>
                  </a:cubicBezTo>
                  <a:cubicBezTo>
                    <a:pt x="1985" y="2679"/>
                    <a:pt x="1970" y="2678"/>
                    <a:pt x="1954" y="2678"/>
                  </a:cubicBezTo>
                  <a:cubicBezTo>
                    <a:pt x="1754" y="2678"/>
                    <a:pt x="1547" y="2750"/>
                    <a:pt x="1381" y="2894"/>
                  </a:cubicBezTo>
                  <a:cubicBezTo>
                    <a:pt x="1227" y="3025"/>
                    <a:pt x="1155" y="3192"/>
                    <a:pt x="1143" y="3382"/>
                  </a:cubicBezTo>
                  <a:cubicBezTo>
                    <a:pt x="1119" y="3573"/>
                    <a:pt x="1203" y="3751"/>
                    <a:pt x="1322" y="3906"/>
                  </a:cubicBezTo>
                  <a:cubicBezTo>
                    <a:pt x="1355" y="3939"/>
                    <a:pt x="1402" y="3957"/>
                    <a:pt x="1447" y="3957"/>
                  </a:cubicBezTo>
                  <a:cubicBezTo>
                    <a:pt x="1485" y="3957"/>
                    <a:pt x="1521" y="3945"/>
                    <a:pt x="1548" y="3918"/>
                  </a:cubicBezTo>
                  <a:cubicBezTo>
                    <a:pt x="1596" y="3858"/>
                    <a:pt x="1619" y="3751"/>
                    <a:pt x="1560" y="3692"/>
                  </a:cubicBezTo>
                  <a:cubicBezTo>
                    <a:pt x="1488" y="3620"/>
                    <a:pt x="1453" y="3513"/>
                    <a:pt x="1453" y="3418"/>
                  </a:cubicBezTo>
                  <a:cubicBezTo>
                    <a:pt x="1453" y="3311"/>
                    <a:pt x="1512" y="3204"/>
                    <a:pt x="1584" y="3144"/>
                  </a:cubicBezTo>
                  <a:cubicBezTo>
                    <a:pt x="1682" y="3068"/>
                    <a:pt x="1800" y="3012"/>
                    <a:pt x="1937" y="3012"/>
                  </a:cubicBezTo>
                  <a:cubicBezTo>
                    <a:pt x="1950" y="3012"/>
                    <a:pt x="1963" y="3012"/>
                    <a:pt x="1977" y="3013"/>
                  </a:cubicBezTo>
                  <a:cubicBezTo>
                    <a:pt x="2120" y="3025"/>
                    <a:pt x="2239" y="3085"/>
                    <a:pt x="2346" y="3192"/>
                  </a:cubicBezTo>
                  <a:cubicBezTo>
                    <a:pt x="2608" y="3489"/>
                    <a:pt x="2584" y="3954"/>
                    <a:pt x="2286" y="4216"/>
                  </a:cubicBezTo>
                  <a:cubicBezTo>
                    <a:pt x="2155" y="4335"/>
                    <a:pt x="1977" y="4406"/>
                    <a:pt x="1798" y="4442"/>
                  </a:cubicBezTo>
                  <a:lnTo>
                    <a:pt x="1727" y="4442"/>
                  </a:lnTo>
                  <a:cubicBezTo>
                    <a:pt x="1024" y="4442"/>
                    <a:pt x="441" y="3858"/>
                    <a:pt x="441" y="3156"/>
                  </a:cubicBezTo>
                  <a:cubicBezTo>
                    <a:pt x="441" y="2465"/>
                    <a:pt x="1024" y="1882"/>
                    <a:pt x="1727" y="1882"/>
                  </a:cubicBezTo>
                  <a:close/>
                  <a:moveTo>
                    <a:pt x="7537" y="4763"/>
                  </a:moveTo>
                  <a:lnTo>
                    <a:pt x="7537" y="5573"/>
                  </a:lnTo>
                  <a:lnTo>
                    <a:pt x="2036" y="5573"/>
                  </a:lnTo>
                  <a:lnTo>
                    <a:pt x="2036" y="4763"/>
                  </a:lnTo>
                  <a:close/>
                  <a:moveTo>
                    <a:pt x="929" y="1"/>
                  </a:moveTo>
                  <a:cubicBezTo>
                    <a:pt x="417" y="1"/>
                    <a:pt x="0" y="418"/>
                    <a:pt x="0" y="941"/>
                  </a:cubicBezTo>
                  <a:cubicBezTo>
                    <a:pt x="0" y="1418"/>
                    <a:pt x="357" y="1811"/>
                    <a:pt x="798" y="1870"/>
                  </a:cubicBezTo>
                  <a:cubicBezTo>
                    <a:pt x="393" y="2168"/>
                    <a:pt x="143" y="2620"/>
                    <a:pt x="143" y="3144"/>
                  </a:cubicBezTo>
                  <a:cubicBezTo>
                    <a:pt x="143" y="4013"/>
                    <a:pt x="834" y="4728"/>
                    <a:pt x="1691" y="4739"/>
                  </a:cubicBezTo>
                  <a:lnTo>
                    <a:pt x="1703" y="4739"/>
                  </a:lnTo>
                  <a:lnTo>
                    <a:pt x="1703" y="5704"/>
                  </a:lnTo>
                  <a:lnTo>
                    <a:pt x="1703" y="8383"/>
                  </a:lnTo>
                  <a:cubicBezTo>
                    <a:pt x="1703" y="8478"/>
                    <a:pt x="1786" y="8549"/>
                    <a:pt x="1869" y="8549"/>
                  </a:cubicBezTo>
                  <a:cubicBezTo>
                    <a:pt x="1965" y="8549"/>
                    <a:pt x="2036" y="8478"/>
                    <a:pt x="2036" y="8383"/>
                  </a:cubicBezTo>
                  <a:lnTo>
                    <a:pt x="2036" y="5894"/>
                  </a:lnTo>
                  <a:lnTo>
                    <a:pt x="7537" y="5894"/>
                  </a:lnTo>
                  <a:lnTo>
                    <a:pt x="7537" y="6692"/>
                  </a:lnTo>
                  <a:cubicBezTo>
                    <a:pt x="7537" y="6775"/>
                    <a:pt x="7620" y="6847"/>
                    <a:pt x="7704" y="6847"/>
                  </a:cubicBezTo>
                  <a:cubicBezTo>
                    <a:pt x="7799" y="6847"/>
                    <a:pt x="7870" y="6775"/>
                    <a:pt x="7870" y="6692"/>
                  </a:cubicBezTo>
                  <a:lnTo>
                    <a:pt x="7870" y="5740"/>
                  </a:lnTo>
                  <a:lnTo>
                    <a:pt x="7870" y="4763"/>
                  </a:lnTo>
                  <a:lnTo>
                    <a:pt x="7918" y="4763"/>
                  </a:lnTo>
                  <a:cubicBezTo>
                    <a:pt x="7930" y="4763"/>
                    <a:pt x="7942" y="4763"/>
                    <a:pt x="7954" y="4751"/>
                  </a:cubicBezTo>
                  <a:cubicBezTo>
                    <a:pt x="8823" y="4728"/>
                    <a:pt x="9501" y="4025"/>
                    <a:pt x="9501" y="3156"/>
                  </a:cubicBezTo>
                  <a:cubicBezTo>
                    <a:pt x="9489" y="2644"/>
                    <a:pt x="9228" y="2168"/>
                    <a:pt x="8823" y="1870"/>
                  </a:cubicBezTo>
                  <a:cubicBezTo>
                    <a:pt x="9251" y="1775"/>
                    <a:pt x="9561" y="1406"/>
                    <a:pt x="9561" y="941"/>
                  </a:cubicBezTo>
                  <a:cubicBezTo>
                    <a:pt x="9561" y="418"/>
                    <a:pt x="9144" y="1"/>
                    <a:pt x="86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3" name="Google Shape;413;p24"/>
          <p:cNvGrpSpPr/>
          <p:nvPr/>
        </p:nvGrpSpPr>
        <p:grpSpPr>
          <a:xfrm>
            <a:off x="2987427" y="2981979"/>
            <a:ext cx="1211440" cy="1394116"/>
            <a:chOff x="3982553" y="1971730"/>
            <a:chExt cx="304566" cy="350501"/>
          </a:xfrm>
        </p:grpSpPr>
        <p:sp>
          <p:nvSpPr>
            <p:cNvPr id="414" name="Google Shape;414;p24"/>
            <p:cNvSpPr/>
            <p:nvPr/>
          </p:nvSpPr>
          <p:spPr>
            <a:xfrm>
              <a:off x="4037535" y="2176558"/>
              <a:ext cx="196513" cy="145673"/>
            </a:xfrm>
            <a:custGeom>
              <a:avLst/>
              <a:gdLst/>
              <a:ahLst/>
              <a:cxnLst/>
              <a:rect l="l" t="t" r="r" b="b"/>
              <a:pathLst>
                <a:path w="6169" h="4573" extrusionOk="0">
                  <a:moveTo>
                    <a:pt x="1441" y="322"/>
                  </a:moveTo>
                  <a:cubicBezTo>
                    <a:pt x="1584" y="322"/>
                    <a:pt x="1727" y="441"/>
                    <a:pt x="1727" y="595"/>
                  </a:cubicBezTo>
                  <a:lnTo>
                    <a:pt x="1727" y="4251"/>
                  </a:lnTo>
                  <a:lnTo>
                    <a:pt x="1167" y="4251"/>
                  </a:lnTo>
                  <a:lnTo>
                    <a:pt x="1167" y="595"/>
                  </a:lnTo>
                  <a:lnTo>
                    <a:pt x="1156" y="595"/>
                  </a:lnTo>
                  <a:cubicBezTo>
                    <a:pt x="1156" y="453"/>
                    <a:pt x="1275" y="322"/>
                    <a:pt x="1441" y="322"/>
                  </a:cubicBezTo>
                  <a:close/>
                  <a:moveTo>
                    <a:pt x="3061" y="322"/>
                  </a:moveTo>
                  <a:cubicBezTo>
                    <a:pt x="3227" y="322"/>
                    <a:pt x="3346" y="441"/>
                    <a:pt x="3346" y="595"/>
                  </a:cubicBezTo>
                  <a:lnTo>
                    <a:pt x="3346" y="4251"/>
                  </a:lnTo>
                  <a:lnTo>
                    <a:pt x="2799" y="4251"/>
                  </a:lnTo>
                  <a:lnTo>
                    <a:pt x="2799" y="595"/>
                  </a:lnTo>
                  <a:lnTo>
                    <a:pt x="2775" y="595"/>
                  </a:lnTo>
                  <a:cubicBezTo>
                    <a:pt x="2775" y="453"/>
                    <a:pt x="2894" y="322"/>
                    <a:pt x="3061" y="322"/>
                  </a:cubicBezTo>
                  <a:close/>
                  <a:moveTo>
                    <a:pt x="4680" y="322"/>
                  </a:moveTo>
                  <a:cubicBezTo>
                    <a:pt x="4835" y="322"/>
                    <a:pt x="4966" y="441"/>
                    <a:pt x="4966" y="595"/>
                  </a:cubicBezTo>
                  <a:lnTo>
                    <a:pt x="4966" y="4251"/>
                  </a:lnTo>
                  <a:lnTo>
                    <a:pt x="4406" y="4251"/>
                  </a:lnTo>
                  <a:lnTo>
                    <a:pt x="4406" y="595"/>
                  </a:lnTo>
                  <a:cubicBezTo>
                    <a:pt x="4406" y="453"/>
                    <a:pt x="4525" y="322"/>
                    <a:pt x="4680" y="322"/>
                  </a:cubicBezTo>
                  <a:close/>
                  <a:moveTo>
                    <a:pt x="1441" y="0"/>
                  </a:moveTo>
                  <a:cubicBezTo>
                    <a:pt x="1108" y="0"/>
                    <a:pt x="846" y="274"/>
                    <a:pt x="846" y="595"/>
                  </a:cubicBezTo>
                  <a:lnTo>
                    <a:pt x="846" y="4251"/>
                  </a:lnTo>
                  <a:lnTo>
                    <a:pt x="322" y="4251"/>
                  </a:lnTo>
                  <a:lnTo>
                    <a:pt x="322" y="2536"/>
                  </a:lnTo>
                  <a:cubicBezTo>
                    <a:pt x="322" y="2441"/>
                    <a:pt x="251" y="2370"/>
                    <a:pt x="155" y="2370"/>
                  </a:cubicBezTo>
                  <a:cubicBezTo>
                    <a:pt x="72" y="2370"/>
                    <a:pt x="1" y="2441"/>
                    <a:pt x="1" y="2536"/>
                  </a:cubicBezTo>
                  <a:lnTo>
                    <a:pt x="1" y="4405"/>
                  </a:lnTo>
                  <a:cubicBezTo>
                    <a:pt x="1" y="4501"/>
                    <a:pt x="72" y="4572"/>
                    <a:pt x="155" y="4572"/>
                  </a:cubicBezTo>
                  <a:lnTo>
                    <a:pt x="6001" y="4572"/>
                  </a:lnTo>
                  <a:cubicBezTo>
                    <a:pt x="6097" y="4572"/>
                    <a:pt x="6168" y="4501"/>
                    <a:pt x="6168" y="4405"/>
                  </a:cubicBezTo>
                  <a:lnTo>
                    <a:pt x="6168" y="834"/>
                  </a:lnTo>
                  <a:cubicBezTo>
                    <a:pt x="6144" y="750"/>
                    <a:pt x="6073" y="679"/>
                    <a:pt x="5978" y="679"/>
                  </a:cubicBezTo>
                  <a:cubicBezTo>
                    <a:pt x="5894" y="679"/>
                    <a:pt x="5811" y="750"/>
                    <a:pt x="5811" y="834"/>
                  </a:cubicBezTo>
                  <a:lnTo>
                    <a:pt x="5811" y="4251"/>
                  </a:lnTo>
                  <a:lnTo>
                    <a:pt x="5299" y="4251"/>
                  </a:lnTo>
                  <a:lnTo>
                    <a:pt x="5299" y="595"/>
                  </a:lnTo>
                  <a:cubicBezTo>
                    <a:pt x="5299" y="274"/>
                    <a:pt x="5025" y="0"/>
                    <a:pt x="4704" y="0"/>
                  </a:cubicBezTo>
                  <a:cubicBezTo>
                    <a:pt x="4370" y="0"/>
                    <a:pt x="4108" y="274"/>
                    <a:pt x="4108" y="595"/>
                  </a:cubicBezTo>
                  <a:lnTo>
                    <a:pt x="4108" y="4251"/>
                  </a:lnTo>
                  <a:lnTo>
                    <a:pt x="3656" y="4251"/>
                  </a:lnTo>
                  <a:lnTo>
                    <a:pt x="3656" y="595"/>
                  </a:lnTo>
                  <a:cubicBezTo>
                    <a:pt x="3656" y="274"/>
                    <a:pt x="3394" y="0"/>
                    <a:pt x="3061" y="0"/>
                  </a:cubicBezTo>
                  <a:cubicBezTo>
                    <a:pt x="2739" y="0"/>
                    <a:pt x="2465" y="274"/>
                    <a:pt x="2465" y="595"/>
                  </a:cubicBezTo>
                  <a:lnTo>
                    <a:pt x="2465" y="4251"/>
                  </a:lnTo>
                  <a:lnTo>
                    <a:pt x="2037" y="4251"/>
                  </a:lnTo>
                  <a:lnTo>
                    <a:pt x="2037" y="595"/>
                  </a:lnTo>
                  <a:cubicBezTo>
                    <a:pt x="2037" y="274"/>
                    <a:pt x="1763" y="0"/>
                    <a:pt x="14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4"/>
            <p:cNvSpPr/>
            <p:nvPr/>
          </p:nvSpPr>
          <p:spPr>
            <a:xfrm>
              <a:off x="3982553" y="1971730"/>
              <a:ext cx="304566" cy="272360"/>
            </a:xfrm>
            <a:custGeom>
              <a:avLst/>
              <a:gdLst/>
              <a:ahLst/>
              <a:cxnLst/>
              <a:rect l="l" t="t" r="r" b="b"/>
              <a:pathLst>
                <a:path w="9561" h="8550" extrusionOk="0">
                  <a:moveTo>
                    <a:pt x="8632" y="346"/>
                  </a:moveTo>
                  <a:cubicBezTo>
                    <a:pt x="8966" y="346"/>
                    <a:pt x="9239" y="632"/>
                    <a:pt x="9239" y="953"/>
                  </a:cubicBezTo>
                  <a:cubicBezTo>
                    <a:pt x="9239" y="1287"/>
                    <a:pt x="8954" y="1572"/>
                    <a:pt x="8632" y="1572"/>
                  </a:cubicBezTo>
                  <a:lnTo>
                    <a:pt x="929" y="1572"/>
                  </a:lnTo>
                  <a:cubicBezTo>
                    <a:pt x="596" y="1572"/>
                    <a:pt x="322" y="1287"/>
                    <a:pt x="322" y="953"/>
                  </a:cubicBezTo>
                  <a:cubicBezTo>
                    <a:pt x="322" y="632"/>
                    <a:pt x="607" y="346"/>
                    <a:pt x="929" y="346"/>
                  </a:cubicBezTo>
                  <a:close/>
                  <a:moveTo>
                    <a:pt x="6787" y="3835"/>
                  </a:moveTo>
                  <a:cubicBezTo>
                    <a:pt x="6811" y="4073"/>
                    <a:pt x="6930" y="4275"/>
                    <a:pt x="7096" y="4442"/>
                  </a:cubicBezTo>
                  <a:lnTo>
                    <a:pt x="2524" y="4442"/>
                  </a:lnTo>
                  <a:cubicBezTo>
                    <a:pt x="2715" y="4275"/>
                    <a:pt x="2822" y="4049"/>
                    <a:pt x="2858" y="3835"/>
                  </a:cubicBezTo>
                  <a:close/>
                  <a:moveTo>
                    <a:pt x="7870" y="1882"/>
                  </a:moveTo>
                  <a:cubicBezTo>
                    <a:pt x="8573" y="1882"/>
                    <a:pt x="9144" y="2453"/>
                    <a:pt x="9144" y="3156"/>
                  </a:cubicBezTo>
                  <a:cubicBezTo>
                    <a:pt x="9168" y="3870"/>
                    <a:pt x="8597" y="4442"/>
                    <a:pt x="7894" y="4442"/>
                  </a:cubicBezTo>
                  <a:lnTo>
                    <a:pt x="7823" y="4442"/>
                  </a:lnTo>
                  <a:cubicBezTo>
                    <a:pt x="7644" y="4406"/>
                    <a:pt x="7477" y="4335"/>
                    <a:pt x="7334" y="4216"/>
                  </a:cubicBezTo>
                  <a:cubicBezTo>
                    <a:pt x="7203" y="4097"/>
                    <a:pt x="7108" y="3918"/>
                    <a:pt x="7096" y="3716"/>
                  </a:cubicBezTo>
                  <a:cubicBezTo>
                    <a:pt x="7084" y="3513"/>
                    <a:pt x="7156" y="3323"/>
                    <a:pt x="7275" y="3192"/>
                  </a:cubicBezTo>
                  <a:cubicBezTo>
                    <a:pt x="7377" y="3070"/>
                    <a:pt x="7523" y="3011"/>
                    <a:pt x="7672" y="3011"/>
                  </a:cubicBezTo>
                  <a:cubicBezTo>
                    <a:pt x="7801" y="3011"/>
                    <a:pt x="7932" y="3056"/>
                    <a:pt x="8037" y="3144"/>
                  </a:cubicBezTo>
                  <a:cubicBezTo>
                    <a:pt x="8108" y="3215"/>
                    <a:pt x="8156" y="3311"/>
                    <a:pt x="8168" y="3418"/>
                  </a:cubicBezTo>
                  <a:cubicBezTo>
                    <a:pt x="8168" y="3513"/>
                    <a:pt x="8132" y="3620"/>
                    <a:pt x="8061" y="3692"/>
                  </a:cubicBezTo>
                  <a:cubicBezTo>
                    <a:pt x="8001" y="3751"/>
                    <a:pt x="8001" y="3858"/>
                    <a:pt x="8073" y="3918"/>
                  </a:cubicBezTo>
                  <a:cubicBezTo>
                    <a:pt x="8101" y="3946"/>
                    <a:pt x="8140" y="3961"/>
                    <a:pt x="8180" y="3961"/>
                  </a:cubicBezTo>
                  <a:cubicBezTo>
                    <a:pt x="8224" y="3961"/>
                    <a:pt x="8268" y="3943"/>
                    <a:pt x="8299" y="3906"/>
                  </a:cubicBezTo>
                  <a:cubicBezTo>
                    <a:pt x="8430" y="3751"/>
                    <a:pt x="8489" y="3573"/>
                    <a:pt x="8477" y="3382"/>
                  </a:cubicBezTo>
                  <a:cubicBezTo>
                    <a:pt x="8466" y="3192"/>
                    <a:pt x="8394" y="3013"/>
                    <a:pt x="8239" y="2894"/>
                  </a:cubicBezTo>
                  <a:cubicBezTo>
                    <a:pt x="8075" y="2746"/>
                    <a:pt x="7872" y="2674"/>
                    <a:pt x="7672" y="2674"/>
                  </a:cubicBezTo>
                  <a:cubicBezTo>
                    <a:pt x="7437" y="2674"/>
                    <a:pt x="7204" y="2773"/>
                    <a:pt x="7037" y="2965"/>
                  </a:cubicBezTo>
                  <a:cubicBezTo>
                    <a:pt x="6906" y="3120"/>
                    <a:pt x="6811" y="3287"/>
                    <a:pt x="6787" y="3489"/>
                  </a:cubicBezTo>
                  <a:lnTo>
                    <a:pt x="2858" y="3489"/>
                  </a:lnTo>
                  <a:cubicBezTo>
                    <a:pt x="2822" y="3287"/>
                    <a:pt x="2751" y="3120"/>
                    <a:pt x="2596" y="2965"/>
                  </a:cubicBezTo>
                  <a:cubicBezTo>
                    <a:pt x="2453" y="2799"/>
                    <a:pt x="2239" y="2692"/>
                    <a:pt x="2000" y="2680"/>
                  </a:cubicBezTo>
                  <a:cubicBezTo>
                    <a:pt x="1985" y="2679"/>
                    <a:pt x="1970" y="2678"/>
                    <a:pt x="1954" y="2678"/>
                  </a:cubicBezTo>
                  <a:cubicBezTo>
                    <a:pt x="1754" y="2678"/>
                    <a:pt x="1547" y="2750"/>
                    <a:pt x="1381" y="2894"/>
                  </a:cubicBezTo>
                  <a:cubicBezTo>
                    <a:pt x="1227" y="3025"/>
                    <a:pt x="1155" y="3192"/>
                    <a:pt x="1143" y="3382"/>
                  </a:cubicBezTo>
                  <a:cubicBezTo>
                    <a:pt x="1119" y="3573"/>
                    <a:pt x="1203" y="3751"/>
                    <a:pt x="1322" y="3906"/>
                  </a:cubicBezTo>
                  <a:cubicBezTo>
                    <a:pt x="1355" y="3939"/>
                    <a:pt x="1402" y="3957"/>
                    <a:pt x="1447" y="3957"/>
                  </a:cubicBezTo>
                  <a:cubicBezTo>
                    <a:pt x="1485" y="3957"/>
                    <a:pt x="1521" y="3945"/>
                    <a:pt x="1548" y="3918"/>
                  </a:cubicBezTo>
                  <a:cubicBezTo>
                    <a:pt x="1596" y="3858"/>
                    <a:pt x="1619" y="3751"/>
                    <a:pt x="1560" y="3692"/>
                  </a:cubicBezTo>
                  <a:cubicBezTo>
                    <a:pt x="1488" y="3620"/>
                    <a:pt x="1453" y="3513"/>
                    <a:pt x="1453" y="3418"/>
                  </a:cubicBezTo>
                  <a:cubicBezTo>
                    <a:pt x="1453" y="3311"/>
                    <a:pt x="1512" y="3204"/>
                    <a:pt x="1584" y="3144"/>
                  </a:cubicBezTo>
                  <a:cubicBezTo>
                    <a:pt x="1682" y="3068"/>
                    <a:pt x="1800" y="3012"/>
                    <a:pt x="1937" y="3012"/>
                  </a:cubicBezTo>
                  <a:cubicBezTo>
                    <a:pt x="1950" y="3012"/>
                    <a:pt x="1963" y="3012"/>
                    <a:pt x="1977" y="3013"/>
                  </a:cubicBezTo>
                  <a:cubicBezTo>
                    <a:pt x="2120" y="3025"/>
                    <a:pt x="2239" y="3085"/>
                    <a:pt x="2346" y="3192"/>
                  </a:cubicBezTo>
                  <a:cubicBezTo>
                    <a:pt x="2608" y="3489"/>
                    <a:pt x="2584" y="3954"/>
                    <a:pt x="2286" y="4216"/>
                  </a:cubicBezTo>
                  <a:cubicBezTo>
                    <a:pt x="2155" y="4335"/>
                    <a:pt x="1977" y="4406"/>
                    <a:pt x="1798" y="4442"/>
                  </a:cubicBezTo>
                  <a:lnTo>
                    <a:pt x="1727" y="4442"/>
                  </a:lnTo>
                  <a:cubicBezTo>
                    <a:pt x="1024" y="4442"/>
                    <a:pt x="441" y="3858"/>
                    <a:pt x="441" y="3156"/>
                  </a:cubicBezTo>
                  <a:cubicBezTo>
                    <a:pt x="441" y="2465"/>
                    <a:pt x="1024" y="1882"/>
                    <a:pt x="1727" y="1882"/>
                  </a:cubicBezTo>
                  <a:close/>
                  <a:moveTo>
                    <a:pt x="7537" y="4763"/>
                  </a:moveTo>
                  <a:lnTo>
                    <a:pt x="7537" y="5573"/>
                  </a:lnTo>
                  <a:lnTo>
                    <a:pt x="2036" y="5573"/>
                  </a:lnTo>
                  <a:lnTo>
                    <a:pt x="2036" y="4763"/>
                  </a:lnTo>
                  <a:close/>
                  <a:moveTo>
                    <a:pt x="929" y="1"/>
                  </a:moveTo>
                  <a:cubicBezTo>
                    <a:pt x="417" y="1"/>
                    <a:pt x="0" y="418"/>
                    <a:pt x="0" y="941"/>
                  </a:cubicBezTo>
                  <a:cubicBezTo>
                    <a:pt x="0" y="1418"/>
                    <a:pt x="357" y="1811"/>
                    <a:pt x="798" y="1870"/>
                  </a:cubicBezTo>
                  <a:cubicBezTo>
                    <a:pt x="393" y="2168"/>
                    <a:pt x="143" y="2620"/>
                    <a:pt x="143" y="3144"/>
                  </a:cubicBezTo>
                  <a:cubicBezTo>
                    <a:pt x="143" y="4013"/>
                    <a:pt x="834" y="4728"/>
                    <a:pt x="1691" y="4739"/>
                  </a:cubicBezTo>
                  <a:lnTo>
                    <a:pt x="1703" y="4739"/>
                  </a:lnTo>
                  <a:lnTo>
                    <a:pt x="1703" y="5704"/>
                  </a:lnTo>
                  <a:lnTo>
                    <a:pt x="1703" y="8383"/>
                  </a:lnTo>
                  <a:cubicBezTo>
                    <a:pt x="1703" y="8478"/>
                    <a:pt x="1786" y="8549"/>
                    <a:pt x="1869" y="8549"/>
                  </a:cubicBezTo>
                  <a:cubicBezTo>
                    <a:pt x="1965" y="8549"/>
                    <a:pt x="2036" y="8478"/>
                    <a:pt x="2036" y="8383"/>
                  </a:cubicBezTo>
                  <a:lnTo>
                    <a:pt x="2036" y="5894"/>
                  </a:lnTo>
                  <a:lnTo>
                    <a:pt x="7537" y="5894"/>
                  </a:lnTo>
                  <a:lnTo>
                    <a:pt x="7537" y="6692"/>
                  </a:lnTo>
                  <a:cubicBezTo>
                    <a:pt x="7537" y="6775"/>
                    <a:pt x="7620" y="6847"/>
                    <a:pt x="7704" y="6847"/>
                  </a:cubicBezTo>
                  <a:cubicBezTo>
                    <a:pt x="7799" y="6847"/>
                    <a:pt x="7870" y="6775"/>
                    <a:pt x="7870" y="6692"/>
                  </a:cubicBezTo>
                  <a:lnTo>
                    <a:pt x="7870" y="5740"/>
                  </a:lnTo>
                  <a:lnTo>
                    <a:pt x="7870" y="4763"/>
                  </a:lnTo>
                  <a:lnTo>
                    <a:pt x="7918" y="4763"/>
                  </a:lnTo>
                  <a:cubicBezTo>
                    <a:pt x="7930" y="4763"/>
                    <a:pt x="7942" y="4763"/>
                    <a:pt x="7954" y="4751"/>
                  </a:cubicBezTo>
                  <a:cubicBezTo>
                    <a:pt x="8823" y="4728"/>
                    <a:pt x="9501" y="4025"/>
                    <a:pt x="9501" y="3156"/>
                  </a:cubicBezTo>
                  <a:cubicBezTo>
                    <a:pt x="9489" y="2644"/>
                    <a:pt x="9228" y="2168"/>
                    <a:pt x="8823" y="1870"/>
                  </a:cubicBezTo>
                  <a:cubicBezTo>
                    <a:pt x="9251" y="1775"/>
                    <a:pt x="9561" y="1406"/>
                    <a:pt x="9561" y="941"/>
                  </a:cubicBezTo>
                  <a:cubicBezTo>
                    <a:pt x="9561" y="418"/>
                    <a:pt x="9144" y="1"/>
                    <a:pt x="86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6" name="Google Shape;416;p24"/>
          <p:cNvGrpSpPr/>
          <p:nvPr/>
        </p:nvGrpSpPr>
        <p:grpSpPr>
          <a:xfrm>
            <a:off x="4945215" y="2981979"/>
            <a:ext cx="1211440" cy="1394116"/>
            <a:chOff x="3982553" y="1971730"/>
            <a:chExt cx="304566" cy="350501"/>
          </a:xfrm>
        </p:grpSpPr>
        <p:sp>
          <p:nvSpPr>
            <p:cNvPr id="417" name="Google Shape;417;p24"/>
            <p:cNvSpPr/>
            <p:nvPr/>
          </p:nvSpPr>
          <p:spPr>
            <a:xfrm>
              <a:off x="4037535" y="2176558"/>
              <a:ext cx="196513" cy="145673"/>
            </a:xfrm>
            <a:custGeom>
              <a:avLst/>
              <a:gdLst/>
              <a:ahLst/>
              <a:cxnLst/>
              <a:rect l="l" t="t" r="r" b="b"/>
              <a:pathLst>
                <a:path w="6169" h="4573" extrusionOk="0">
                  <a:moveTo>
                    <a:pt x="1441" y="322"/>
                  </a:moveTo>
                  <a:cubicBezTo>
                    <a:pt x="1584" y="322"/>
                    <a:pt x="1727" y="441"/>
                    <a:pt x="1727" y="595"/>
                  </a:cubicBezTo>
                  <a:lnTo>
                    <a:pt x="1727" y="4251"/>
                  </a:lnTo>
                  <a:lnTo>
                    <a:pt x="1167" y="4251"/>
                  </a:lnTo>
                  <a:lnTo>
                    <a:pt x="1167" y="595"/>
                  </a:lnTo>
                  <a:lnTo>
                    <a:pt x="1156" y="595"/>
                  </a:lnTo>
                  <a:cubicBezTo>
                    <a:pt x="1156" y="453"/>
                    <a:pt x="1275" y="322"/>
                    <a:pt x="1441" y="322"/>
                  </a:cubicBezTo>
                  <a:close/>
                  <a:moveTo>
                    <a:pt x="3061" y="322"/>
                  </a:moveTo>
                  <a:cubicBezTo>
                    <a:pt x="3227" y="322"/>
                    <a:pt x="3346" y="441"/>
                    <a:pt x="3346" y="595"/>
                  </a:cubicBezTo>
                  <a:lnTo>
                    <a:pt x="3346" y="4251"/>
                  </a:lnTo>
                  <a:lnTo>
                    <a:pt x="2799" y="4251"/>
                  </a:lnTo>
                  <a:lnTo>
                    <a:pt x="2799" y="595"/>
                  </a:lnTo>
                  <a:lnTo>
                    <a:pt x="2775" y="595"/>
                  </a:lnTo>
                  <a:cubicBezTo>
                    <a:pt x="2775" y="453"/>
                    <a:pt x="2894" y="322"/>
                    <a:pt x="3061" y="322"/>
                  </a:cubicBezTo>
                  <a:close/>
                  <a:moveTo>
                    <a:pt x="4680" y="322"/>
                  </a:moveTo>
                  <a:cubicBezTo>
                    <a:pt x="4835" y="322"/>
                    <a:pt x="4966" y="441"/>
                    <a:pt x="4966" y="595"/>
                  </a:cubicBezTo>
                  <a:lnTo>
                    <a:pt x="4966" y="4251"/>
                  </a:lnTo>
                  <a:lnTo>
                    <a:pt x="4406" y="4251"/>
                  </a:lnTo>
                  <a:lnTo>
                    <a:pt x="4406" y="595"/>
                  </a:lnTo>
                  <a:cubicBezTo>
                    <a:pt x="4406" y="453"/>
                    <a:pt x="4525" y="322"/>
                    <a:pt x="4680" y="322"/>
                  </a:cubicBezTo>
                  <a:close/>
                  <a:moveTo>
                    <a:pt x="1441" y="0"/>
                  </a:moveTo>
                  <a:cubicBezTo>
                    <a:pt x="1108" y="0"/>
                    <a:pt x="846" y="274"/>
                    <a:pt x="846" y="595"/>
                  </a:cubicBezTo>
                  <a:lnTo>
                    <a:pt x="846" y="4251"/>
                  </a:lnTo>
                  <a:lnTo>
                    <a:pt x="322" y="4251"/>
                  </a:lnTo>
                  <a:lnTo>
                    <a:pt x="322" y="2536"/>
                  </a:lnTo>
                  <a:cubicBezTo>
                    <a:pt x="322" y="2441"/>
                    <a:pt x="251" y="2370"/>
                    <a:pt x="155" y="2370"/>
                  </a:cubicBezTo>
                  <a:cubicBezTo>
                    <a:pt x="72" y="2370"/>
                    <a:pt x="1" y="2441"/>
                    <a:pt x="1" y="2536"/>
                  </a:cubicBezTo>
                  <a:lnTo>
                    <a:pt x="1" y="4405"/>
                  </a:lnTo>
                  <a:cubicBezTo>
                    <a:pt x="1" y="4501"/>
                    <a:pt x="72" y="4572"/>
                    <a:pt x="155" y="4572"/>
                  </a:cubicBezTo>
                  <a:lnTo>
                    <a:pt x="6001" y="4572"/>
                  </a:lnTo>
                  <a:cubicBezTo>
                    <a:pt x="6097" y="4572"/>
                    <a:pt x="6168" y="4501"/>
                    <a:pt x="6168" y="4405"/>
                  </a:cubicBezTo>
                  <a:lnTo>
                    <a:pt x="6168" y="834"/>
                  </a:lnTo>
                  <a:cubicBezTo>
                    <a:pt x="6144" y="750"/>
                    <a:pt x="6073" y="679"/>
                    <a:pt x="5978" y="679"/>
                  </a:cubicBezTo>
                  <a:cubicBezTo>
                    <a:pt x="5894" y="679"/>
                    <a:pt x="5811" y="750"/>
                    <a:pt x="5811" y="834"/>
                  </a:cubicBezTo>
                  <a:lnTo>
                    <a:pt x="5811" y="4251"/>
                  </a:lnTo>
                  <a:lnTo>
                    <a:pt x="5299" y="4251"/>
                  </a:lnTo>
                  <a:lnTo>
                    <a:pt x="5299" y="595"/>
                  </a:lnTo>
                  <a:cubicBezTo>
                    <a:pt x="5299" y="274"/>
                    <a:pt x="5025" y="0"/>
                    <a:pt x="4704" y="0"/>
                  </a:cubicBezTo>
                  <a:cubicBezTo>
                    <a:pt x="4370" y="0"/>
                    <a:pt x="4108" y="274"/>
                    <a:pt x="4108" y="595"/>
                  </a:cubicBezTo>
                  <a:lnTo>
                    <a:pt x="4108" y="4251"/>
                  </a:lnTo>
                  <a:lnTo>
                    <a:pt x="3656" y="4251"/>
                  </a:lnTo>
                  <a:lnTo>
                    <a:pt x="3656" y="595"/>
                  </a:lnTo>
                  <a:cubicBezTo>
                    <a:pt x="3656" y="274"/>
                    <a:pt x="3394" y="0"/>
                    <a:pt x="3061" y="0"/>
                  </a:cubicBezTo>
                  <a:cubicBezTo>
                    <a:pt x="2739" y="0"/>
                    <a:pt x="2465" y="274"/>
                    <a:pt x="2465" y="595"/>
                  </a:cubicBezTo>
                  <a:lnTo>
                    <a:pt x="2465" y="4251"/>
                  </a:lnTo>
                  <a:lnTo>
                    <a:pt x="2037" y="4251"/>
                  </a:lnTo>
                  <a:lnTo>
                    <a:pt x="2037" y="595"/>
                  </a:lnTo>
                  <a:cubicBezTo>
                    <a:pt x="2037" y="274"/>
                    <a:pt x="1763" y="0"/>
                    <a:pt x="14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4"/>
            <p:cNvSpPr/>
            <p:nvPr/>
          </p:nvSpPr>
          <p:spPr>
            <a:xfrm>
              <a:off x="3982553" y="1971730"/>
              <a:ext cx="304566" cy="272360"/>
            </a:xfrm>
            <a:custGeom>
              <a:avLst/>
              <a:gdLst/>
              <a:ahLst/>
              <a:cxnLst/>
              <a:rect l="l" t="t" r="r" b="b"/>
              <a:pathLst>
                <a:path w="9561" h="8550" extrusionOk="0">
                  <a:moveTo>
                    <a:pt x="8632" y="346"/>
                  </a:moveTo>
                  <a:cubicBezTo>
                    <a:pt x="8966" y="346"/>
                    <a:pt x="9239" y="632"/>
                    <a:pt x="9239" y="953"/>
                  </a:cubicBezTo>
                  <a:cubicBezTo>
                    <a:pt x="9239" y="1287"/>
                    <a:pt x="8954" y="1572"/>
                    <a:pt x="8632" y="1572"/>
                  </a:cubicBezTo>
                  <a:lnTo>
                    <a:pt x="929" y="1572"/>
                  </a:lnTo>
                  <a:cubicBezTo>
                    <a:pt x="596" y="1572"/>
                    <a:pt x="322" y="1287"/>
                    <a:pt x="322" y="953"/>
                  </a:cubicBezTo>
                  <a:cubicBezTo>
                    <a:pt x="322" y="632"/>
                    <a:pt x="607" y="346"/>
                    <a:pt x="929" y="346"/>
                  </a:cubicBezTo>
                  <a:close/>
                  <a:moveTo>
                    <a:pt x="6787" y="3835"/>
                  </a:moveTo>
                  <a:cubicBezTo>
                    <a:pt x="6811" y="4073"/>
                    <a:pt x="6930" y="4275"/>
                    <a:pt x="7096" y="4442"/>
                  </a:cubicBezTo>
                  <a:lnTo>
                    <a:pt x="2524" y="4442"/>
                  </a:lnTo>
                  <a:cubicBezTo>
                    <a:pt x="2715" y="4275"/>
                    <a:pt x="2822" y="4049"/>
                    <a:pt x="2858" y="3835"/>
                  </a:cubicBezTo>
                  <a:close/>
                  <a:moveTo>
                    <a:pt x="7870" y="1882"/>
                  </a:moveTo>
                  <a:cubicBezTo>
                    <a:pt x="8573" y="1882"/>
                    <a:pt x="9144" y="2453"/>
                    <a:pt x="9144" y="3156"/>
                  </a:cubicBezTo>
                  <a:cubicBezTo>
                    <a:pt x="9168" y="3870"/>
                    <a:pt x="8597" y="4442"/>
                    <a:pt x="7894" y="4442"/>
                  </a:cubicBezTo>
                  <a:lnTo>
                    <a:pt x="7823" y="4442"/>
                  </a:lnTo>
                  <a:cubicBezTo>
                    <a:pt x="7644" y="4406"/>
                    <a:pt x="7477" y="4335"/>
                    <a:pt x="7334" y="4216"/>
                  </a:cubicBezTo>
                  <a:cubicBezTo>
                    <a:pt x="7203" y="4097"/>
                    <a:pt x="7108" y="3918"/>
                    <a:pt x="7096" y="3716"/>
                  </a:cubicBezTo>
                  <a:cubicBezTo>
                    <a:pt x="7084" y="3513"/>
                    <a:pt x="7156" y="3323"/>
                    <a:pt x="7275" y="3192"/>
                  </a:cubicBezTo>
                  <a:cubicBezTo>
                    <a:pt x="7377" y="3070"/>
                    <a:pt x="7523" y="3011"/>
                    <a:pt x="7672" y="3011"/>
                  </a:cubicBezTo>
                  <a:cubicBezTo>
                    <a:pt x="7801" y="3011"/>
                    <a:pt x="7932" y="3056"/>
                    <a:pt x="8037" y="3144"/>
                  </a:cubicBezTo>
                  <a:cubicBezTo>
                    <a:pt x="8108" y="3215"/>
                    <a:pt x="8156" y="3311"/>
                    <a:pt x="8168" y="3418"/>
                  </a:cubicBezTo>
                  <a:cubicBezTo>
                    <a:pt x="8168" y="3513"/>
                    <a:pt x="8132" y="3620"/>
                    <a:pt x="8061" y="3692"/>
                  </a:cubicBezTo>
                  <a:cubicBezTo>
                    <a:pt x="8001" y="3751"/>
                    <a:pt x="8001" y="3858"/>
                    <a:pt x="8073" y="3918"/>
                  </a:cubicBezTo>
                  <a:cubicBezTo>
                    <a:pt x="8101" y="3946"/>
                    <a:pt x="8140" y="3961"/>
                    <a:pt x="8180" y="3961"/>
                  </a:cubicBezTo>
                  <a:cubicBezTo>
                    <a:pt x="8224" y="3961"/>
                    <a:pt x="8268" y="3943"/>
                    <a:pt x="8299" y="3906"/>
                  </a:cubicBezTo>
                  <a:cubicBezTo>
                    <a:pt x="8430" y="3751"/>
                    <a:pt x="8489" y="3573"/>
                    <a:pt x="8477" y="3382"/>
                  </a:cubicBezTo>
                  <a:cubicBezTo>
                    <a:pt x="8466" y="3192"/>
                    <a:pt x="8394" y="3013"/>
                    <a:pt x="8239" y="2894"/>
                  </a:cubicBezTo>
                  <a:cubicBezTo>
                    <a:pt x="8075" y="2746"/>
                    <a:pt x="7872" y="2674"/>
                    <a:pt x="7672" y="2674"/>
                  </a:cubicBezTo>
                  <a:cubicBezTo>
                    <a:pt x="7437" y="2674"/>
                    <a:pt x="7204" y="2773"/>
                    <a:pt x="7037" y="2965"/>
                  </a:cubicBezTo>
                  <a:cubicBezTo>
                    <a:pt x="6906" y="3120"/>
                    <a:pt x="6811" y="3287"/>
                    <a:pt x="6787" y="3489"/>
                  </a:cubicBezTo>
                  <a:lnTo>
                    <a:pt x="2858" y="3489"/>
                  </a:lnTo>
                  <a:cubicBezTo>
                    <a:pt x="2822" y="3287"/>
                    <a:pt x="2751" y="3120"/>
                    <a:pt x="2596" y="2965"/>
                  </a:cubicBezTo>
                  <a:cubicBezTo>
                    <a:pt x="2453" y="2799"/>
                    <a:pt x="2239" y="2692"/>
                    <a:pt x="2000" y="2680"/>
                  </a:cubicBezTo>
                  <a:cubicBezTo>
                    <a:pt x="1985" y="2679"/>
                    <a:pt x="1970" y="2678"/>
                    <a:pt x="1954" y="2678"/>
                  </a:cubicBezTo>
                  <a:cubicBezTo>
                    <a:pt x="1754" y="2678"/>
                    <a:pt x="1547" y="2750"/>
                    <a:pt x="1381" y="2894"/>
                  </a:cubicBezTo>
                  <a:cubicBezTo>
                    <a:pt x="1227" y="3025"/>
                    <a:pt x="1155" y="3192"/>
                    <a:pt x="1143" y="3382"/>
                  </a:cubicBezTo>
                  <a:cubicBezTo>
                    <a:pt x="1119" y="3573"/>
                    <a:pt x="1203" y="3751"/>
                    <a:pt x="1322" y="3906"/>
                  </a:cubicBezTo>
                  <a:cubicBezTo>
                    <a:pt x="1355" y="3939"/>
                    <a:pt x="1402" y="3957"/>
                    <a:pt x="1447" y="3957"/>
                  </a:cubicBezTo>
                  <a:cubicBezTo>
                    <a:pt x="1485" y="3957"/>
                    <a:pt x="1521" y="3945"/>
                    <a:pt x="1548" y="3918"/>
                  </a:cubicBezTo>
                  <a:cubicBezTo>
                    <a:pt x="1596" y="3858"/>
                    <a:pt x="1619" y="3751"/>
                    <a:pt x="1560" y="3692"/>
                  </a:cubicBezTo>
                  <a:cubicBezTo>
                    <a:pt x="1488" y="3620"/>
                    <a:pt x="1453" y="3513"/>
                    <a:pt x="1453" y="3418"/>
                  </a:cubicBezTo>
                  <a:cubicBezTo>
                    <a:pt x="1453" y="3311"/>
                    <a:pt x="1512" y="3204"/>
                    <a:pt x="1584" y="3144"/>
                  </a:cubicBezTo>
                  <a:cubicBezTo>
                    <a:pt x="1682" y="3068"/>
                    <a:pt x="1800" y="3012"/>
                    <a:pt x="1937" y="3012"/>
                  </a:cubicBezTo>
                  <a:cubicBezTo>
                    <a:pt x="1950" y="3012"/>
                    <a:pt x="1963" y="3012"/>
                    <a:pt x="1977" y="3013"/>
                  </a:cubicBezTo>
                  <a:cubicBezTo>
                    <a:pt x="2120" y="3025"/>
                    <a:pt x="2239" y="3085"/>
                    <a:pt x="2346" y="3192"/>
                  </a:cubicBezTo>
                  <a:cubicBezTo>
                    <a:pt x="2608" y="3489"/>
                    <a:pt x="2584" y="3954"/>
                    <a:pt x="2286" y="4216"/>
                  </a:cubicBezTo>
                  <a:cubicBezTo>
                    <a:pt x="2155" y="4335"/>
                    <a:pt x="1977" y="4406"/>
                    <a:pt x="1798" y="4442"/>
                  </a:cubicBezTo>
                  <a:lnTo>
                    <a:pt x="1727" y="4442"/>
                  </a:lnTo>
                  <a:cubicBezTo>
                    <a:pt x="1024" y="4442"/>
                    <a:pt x="441" y="3858"/>
                    <a:pt x="441" y="3156"/>
                  </a:cubicBezTo>
                  <a:cubicBezTo>
                    <a:pt x="441" y="2465"/>
                    <a:pt x="1024" y="1882"/>
                    <a:pt x="1727" y="1882"/>
                  </a:cubicBezTo>
                  <a:close/>
                  <a:moveTo>
                    <a:pt x="7537" y="4763"/>
                  </a:moveTo>
                  <a:lnTo>
                    <a:pt x="7537" y="5573"/>
                  </a:lnTo>
                  <a:lnTo>
                    <a:pt x="2036" y="5573"/>
                  </a:lnTo>
                  <a:lnTo>
                    <a:pt x="2036" y="4763"/>
                  </a:lnTo>
                  <a:close/>
                  <a:moveTo>
                    <a:pt x="929" y="1"/>
                  </a:moveTo>
                  <a:cubicBezTo>
                    <a:pt x="417" y="1"/>
                    <a:pt x="0" y="418"/>
                    <a:pt x="0" y="941"/>
                  </a:cubicBezTo>
                  <a:cubicBezTo>
                    <a:pt x="0" y="1418"/>
                    <a:pt x="357" y="1811"/>
                    <a:pt x="798" y="1870"/>
                  </a:cubicBezTo>
                  <a:cubicBezTo>
                    <a:pt x="393" y="2168"/>
                    <a:pt x="143" y="2620"/>
                    <a:pt x="143" y="3144"/>
                  </a:cubicBezTo>
                  <a:cubicBezTo>
                    <a:pt x="143" y="4013"/>
                    <a:pt x="834" y="4728"/>
                    <a:pt x="1691" y="4739"/>
                  </a:cubicBezTo>
                  <a:lnTo>
                    <a:pt x="1703" y="4739"/>
                  </a:lnTo>
                  <a:lnTo>
                    <a:pt x="1703" y="5704"/>
                  </a:lnTo>
                  <a:lnTo>
                    <a:pt x="1703" y="8383"/>
                  </a:lnTo>
                  <a:cubicBezTo>
                    <a:pt x="1703" y="8478"/>
                    <a:pt x="1786" y="8549"/>
                    <a:pt x="1869" y="8549"/>
                  </a:cubicBezTo>
                  <a:cubicBezTo>
                    <a:pt x="1965" y="8549"/>
                    <a:pt x="2036" y="8478"/>
                    <a:pt x="2036" y="8383"/>
                  </a:cubicBezTo>
                  <a:lnTo>
                    <a:pt x="2036" y="5894"/>
                  </a:lnTo>
                  <a:lnTo>
                    <a:pt x="7537" y="5894"/>
                  </a:lnTo>
                  <a:lnTo>
                    <a:pt x="7537" y="6692"/>
                  </a:lnTo>
                  <a:cubicBezTo>
                    <a:pt x="7537" y="6775"/>
                    <a:pt x="7620" y="6847"/>
                    <a:pt x="7704" y="6847"/>
                  </a:cubicBezTo>
                  <a:cubicBezTo>
                    <a:pt x="7799" y="6847"/>
                    <a:pt x="7870" y="6775"/>
                    <a:pt x="7870" y="6692"/>
                  </a:cubicBezTo>
                  <a:lnTo>
                    <a:pt x="7870" y="5740"/>
                  </a:lnTo>
                  <a:lnTo>
                    <a:pt x="7870" y="4763"/>
                  </a:lnTo>
                  <a:lnTo>
                    <a:pt x="7918" y="4763"/>
                  </a:lnTo>
                  <a:cubicBezTo>
                    <a:pt x="7930" y="4763"/>
                    <a:pt x="7942" y="4763"/>
                    <a:pt x="7954" y="4751"/>
                  </a:cubicBezTo>
                  <a:cubicBezTo>
                    <a:pt x="8823" y="4728"/>
                    <a:pt x="9501" y="4025"/>
                    <a:pt x="9501" y="3156"/>
                  </a:cubicBezTo>
                  <a:cubicBezTo>
                    <a:pt x="9489" y="2644"/>
                    <a:pt x="9228" y="2168"/>
                    <a:pt x="8823" y="1870"/>
                  </a:cubicBezTo>
                  <a:cubicBezTo>
                    <a:pt x="9251" y="1775"/>
                    <a:pt x="9561" y="1406"/>
                    <a:pt x="9561" y="941"/>
                  </a:cubicBezTo>
                  <a:cubicBezTo>
                    <a:pt x="9561" y="418"/>
                    <a:pt x="9144" y="1"/>
                    <a:pt x="86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9" name="Google Shape;419;p24"/>
          <p:cNvGrpSpPr/>
          <p:nvPr/>
        </p:nvGrpSpPr>
        <p:grpSpPr>
          <a:xfrm>
            <a:off x="6976177" y="2981979"/>
            <a:ext cx="1211440" cy="1394116"/>
            <a:chOff x="3982553" y="1971730"/>
            <a:chExt cx="304566" cy="350501"/>
          </a:xfrm>
        </p:grpSpPr>
        <p:sp>
          <p:nvSpPr>
            <p:cNvPr id="420" name="Google Shape;420;p24"/>
            <p:cNvSpPr/>
            <p:nvPr/>
          </p:nvSpPr>
          <p:spPr>
            <a:xfrm>
              <a:off x="4037535" y="2176558"/>
              <a:ext cx="196513" cy="145673"/>
            </a:xfrm>
            <a:custGeom>
              <a:avLst/>
              <a:gdLst/>
              <a:ahLst/>
              <a:cxnLst/>
              <a:rect l="l" t="t" r="r" b="b"/>
              <a:pathLst>
                <a:path w="6169" h="4573" extrusionOk="0">
                  <a:moveTo>
                    <a:pt x="1441" y="322"/>
                  </a:moveTo>
                  <a:cubicBezTo>
                    <a:pt x="1584" y="322"/>
                    <a:pt x="1727" y="441"/>
                    <a:pt x="1727" y="595"/>
                  </a:cubicBezTo>
                  <a:lnTo>
                    <a:pt x="1727" y="4251"/>
                  </a:lnTo>
                  <a:lnTo>
                    <a:pt x="1167" y="4251"/>
                  </a:lnTo>
                  <a:lnTo>
                    <a:pt x="1167" y="595"/>
                  </a:lnTo>
                  <a:lnTo>
                    <a:pt x="1156" y="595"/>
                  </a:lnTo>
                  <a:cubicBezTo>
                    <a:pt x="1156" y="453"/>
                    <a:pt x="1275" y="322"/>
                    <a:pt x="1441" y="322"/>
                  </a:cubicBezTo>
                  <a:close/>
                  <a:moveTo>
                    <a:pt x="3061" y="322"/>
                  </a:moveTo>
                  <a:cubicBezTo>
                    <a:pt x="3227" y="322"/>
                    <a:pt x="3346" y="441"/>
                    <a:pt x="3346" y="595"/>
                  </a:cubicBezTo>
                  <a:lnTo>
                    <a:pt x="3346" y="4251"/>
                  </a:lnTo>
                  <a:lnTo>
                    <a:pt x="2799" y="4251"/>
                  </a:lnTo>
                  <a:lnTo>
                    <a:pt x="2799" y="595"/>
                  </a:lnTo>
                  <a:lnTo>
                    <a:pt x="2775" y="595"/>
                  </a:lnTo>
                  <a:cubicBezTo>
                    <a:pt x="2775" y="453"/>
                    <a:pt x="2894" y="322"/>
                    <a:pt x="3061" y="322"/>
                  </a:cubicBezTo>
                  <a:close/>
                  <a:moveTo>
                    <a:pt x="4680" y="322"/>
                  </a:moveTo>
                  <a:cubicBezTo>
                    <a:pt x="4835" y="322"/>
                    <a:pt x="4966" y="441"/>
                    <a:pt x="4966" y="595"/>
                  </a:cubicBezTo>
                  <a:lnTo>
                    <a:pt x="4966" y="4251"/>
                  </a:lnTo>
                  <a:lnTo>
                    <a:pt x="4406" y="4251"/>
                  </a:lnTo>
                  <a:lnTo>
                    <a:pt x="4406" y="595"/>
                  </a:lnTo>
                  <a:cubicBezTo>
                    <a:pt x="4406" y="453"/>
                    <a:pt x="4525" y="322"/>
                    <a:pt x="4680" y="322"/>
                  </a:cubicBezTo>
                  <a:close/>
                  <a:moveTo>
                    <a:pt x="1441" y="0"/>
                  </a:moveTo>
                  <a:cubicBezTo>
                    <a:pt x="1108" y="0"/>
                    <a:pt x="846" y="274"/>
                    <a:pt x="846" y="595"/>
                  </a:cubicBezTo>
                  <a:lnTo>
                    <a:pt x="846" y="4251"/>
                  </a:lnTo>
                  <a:lnTo>
                    <a:pt x="322" y="4251"/>
                  </a:lnTo>
                  <a:lnTo>
                    <a:pt x="322" y="2536"/>
                  </a:lnTo>
                  <a:cubicBezTo>
                    <a:pt x="322" y="2441"/>
                    <a:pt x="251" y="2370"/>
                    <a:pt x="155" y="2370"/>
                  </a:cubicBezTo>
                  <a:cubicBezTo>
                    <a:pt x="72" y="2370"/>
                    <a:pt x="1" y="2441"/>
                    <a:pt x="1" y="2536"/>
                  </a:cubicBezTo>
                  <a:lnTo>
                    <a:pt x="1" y="4405"/>
                  </a:lnTo>
                  <a:cubicBezTo>
                    <a:pt x="1" y="4501"/>
                    <a:pt x="72" y="4572"/>
                    <a:pt x="155" y="4572"/>
                  </a:cubicBezTo>
                  <a:lnTo>
                    <a:pt x="6001" y="4572"/>
                  </a:lnTo>
                  <a:cubicBezTo>
                    <a:pt x="6097" y="4572"/>
                    <a:pt x="6168" y="4501"/>
                    <a:pt x="6168" y="4405"/>
                  </a:cubicBezTo>
                  <a:lnTo>
                    <a:pt x="6168" y="834"/>
                  </a:lnTo>
                  <a:cubicBezTo>
                    <a:pt x="6144" y="750"/>
                    <a:pt x="6073" y="679"/>
                    <a:pt x="5978" y="679"/>
                  </a:cubicBezTo>
                  <a:cubicBezTo>
                    <a:pt x="5894" y="679"/>
                    <a:pt x="5811" y="750"/>
                    <a:pt x="5811" y="834"/>
                  </a:cubicBezTo>
                  <a:lnTo>
                    <a:pt x="5811" y="4251"/>
                  </a:lnTo>
                  <a:lnTo>
                    <a:pt x="5299" y="4251"/>
                  </a:lnTo>
                  <a:lnTo>
                    <a:pt x="5299" y="595"/>
                  </a:lnTo>
                  <a:cubicBezTo>
                    <a:pt x="5299" y="274"/>
                    <a:pt x="5025" y="0"/>
                    <a:pt x="4704" y="0"/>
                  </a:cubicBezTo>
                  <a:cubicBezTo>
                    <a:pt x="4370" y="0"/>
                    <a:pt x="4108" y="274"/>
                    <a:pt x="4108" y="595"/>
                  </a:cubicBezTo>
                  <a:lnTo>
                    <a:pt x="4108" y="4251"/>
                  </a:lnTo>
                  <a:lnTo>
                    <a:pt x="3656" y="4251"/>
                  </a:lnTo>
                  <a:lnTo>
                    <a:pt x="3656" y="595"/>
                  </a:lnTo>
                  <a:cubicBezTo>
                    <a:pt x="3656" y="274"/>
                    <a:pt x="3394" y="0"/>
                    <a:pt x="3061" y="0"/>
                  </a:cubicBezTo>
                  <a:cubicBezTo>
                    <a:pt x="2739" y="0"/>
                    <a:pt x="2465" y="274"/>
                    <a:pt x="2465" y="595"/>
                  </a:cubicBezTo>
                  <a:lnTo>
                    <a:pt x="2465" y="4251"/>
                  </a:lnTo>
                  <a:lnTo>
                    <a:pt x="2037" y="4251"/>
                  </a:lnTo>
                  <a:lnTo>
                    <a:pt x="2037" y="595"/>
                  </a:lnTo>
                  <a:cubicBezTo>
                    <a:pt x="2037" y="274"/>
                    <a:pt x="1763" y="0"/>
                    <a:pt x="14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4"/>
            <p:cNvSpPr/>
            <p:nvPr/>
          </p:nvSpPr>
          <p:spPr>
            <a:xfrm>
              <a:off x="3982553" y="1971730"/>
              <a:ext cx="304566" cy="272360"/>
            </a:xfrm>
            <a:custGeom>
              <a:avLst/>
              <a:gdLst/>
              <a:ahLst/>
              <a:cxnLst/>
              <a:rect l="l" t="t" r="r" b="b"/>
              <a:pathLst>
                <a:path w="9561" h="8550" extrusionOk="0">
                  <a:moveTo>
                    <a:pt x="8632" y="346"/>
                  </a:moveTo>
                  <a:cubicBezTo>
                    <a:pt x="8966" y="346"/>
                    <a:pt x="9239" y="632"/>
                    <a:pt x="9239" y="953"/>
                  </a:cubicBezTo>
                  <a:cubicBezTo>
                    <a:pt x="9239" y="1287"/>
                    <a:pt x="8954" y="1572"/>
                    <a:pt x="8632" y="1572"/>
                  </a:cubicBezTo>
                  <a:lnTo>
                    <a:pt x="929" y="1572"/>
                  </a:lnTo>
                  <a:cubicBezTo>
                    <a:pt x="596" y="1572"/>
                    <a:pt x="322" y="1287"/>
                    <a:pt x="322" y="953"/>
                  </a:cubicBezTo>
                  <a:cubicBezTo>
                    <a:pt x="322" y="632"/>
                    <a:pt x="607" y="346"/>
                    <a:pt x="929" y="346"/>
                  </a:cubicBezTo>
                  <a:close/>
                  <a:moveTo>
                    <a:pt x="6787" y="3835"/>
                  </a:moveTo>
                  <a:cubicBezTo>
                    <a:pt x="6811" y="4073"/>
                    <a:pt x="6930" y="4275"/>
                    <a:pt x="7096" y="4442"/>
                  </a:cubicBezTo>
                  <a:lnTo>
                    <a:pt x="2524" y="4442"/>
                  </a:lnTo>
                  <a:cubicBezTo>
                    <a:pt x="2715" y="4275"/>
                    <a:pt x="2822" y="4049"/>
                    <a:pt x="2858" y="3835"/>
                  </a:cubicBezTo>
                  <a:close/>
                  <a:moveTo>
                    <a:pt x="7870" y="1882"/>
                  </a:moveTo>
                  <a:cubicBezTo>
                    <a:pt x="8573" y="1882"/>
                    <a:pt x="9144" y="2453"/>
                    <a:pt x="9144" y="3156"/>
                  </a:cubicBezTo>
                  <a:cubicBezTo>
                    <a:pt x="9168" y="3870"/>
                    <a:pt x="8597" y="4442"/>
                    <a:pt x="7894" y="4442"/>
                  </a:cubicBezTo>
                  <a:lnTo>
                    <a:pt x="7823" y="4442"/>
                  </a:lnTo>
                  <a:cubicBezTo>
                    <a:pt x="7644" y="4406"/>
                    <a:pt x="7477" y="4335"/>
                    <a:pt x="7334" y="4216"/>
                  </a:cubicBezTo>
                  <a:cubicBezTo>
                    <a:pt x="7203" y="4097"/>
                    <a:pt x="7108" y="3918"/>
                    <a:pt x="7096" y="3716"/>
                  </a:cubicBezTo>
                  <a:cubicBezTo>
                    <a:pt x="7084" y="3513"/>
                    <a:pt x="7156" y="3323"/>
                    <a:pt x="7275" y="3192"/>
                  </a:cubicBezTo>
                  <a:cubicBezTo>
                    <a:pt x="7377" y="3070"/>
                    <a:pt x="7523" y="3011"/>
                    <a:pt x="7672" y="3011"/>
                  </a:cubicBezTo>
                  <a:cubicBezTo>
                    <a:pt x="7801" y="3011"/>
                    <a:pt x="7932" y="3056"/>
                    <a:pt x="8037" y="3144"/>
                  </a:cubicBezTo>
                  <a:cubicBezTo>
                    <a:pt x="8108" y="3215"/>
                    <a:pt x="8156" y="3311"/>
                    <a:pt x="8168" y="3418"/>
                  </a:cubicBezTo>
                  <a:cubicBezTo>
                    <a:pt x="8168" y="3513"/>
                    <a:pt x="8132" y="3620"/>
                    <a:pt x="8061" y="3692"/>
                  </a:cubicBezTo>
                  <a:cubicBezTo>
                    <a:pt x="8001" y="3751"/>
                    <a:pt x="8001" y="3858"/>
                    <a:pt x="8073" y="3918"/>
                  </a:cubicBezTo>
                  <a:cubicBezTo>
                    <a:pt x="8101" y="3946"/>
                    <a:pt x="8140" y="3961"/>
                    <a:pt x="8180" y="3961"/>
                  </a:cubicBezTo>
                  <a:cubicBezTo>
                    <a:pt x="8224" y="3961"/>
                    <a:pt x="8268" y="3943"/>
                    <a:pt x="8299" y="3906"/>
                  </a:cubicBezTo>
                  <a:cubicBezTo>
                    <a:pt x="8430" y="3751"/>
                    <a:pt x="8489" y="3573"/>
                    <a:pt x="8477" y="3382"/>
                  </a:cubicBezTo>
                  <a:cubicBezTo>
                    <a:pt x="8466" y="3192"/>
                    <a:pt x="8394" y="3013"/>
                    <a:pt x="8239" y="2894"/>
                  </a:cubicBezTo>
                  <a:cubicBezTo>
                    <a:pt x="8075" y="2746"/>
                    <a:pt x="7872" y="2674"/>
                    <a:pt x="7672" y="2674"/>
                  </a:cubicBezTo>
                  <a:cubicBezTo>
                    <a:pt x="7437" y="2674"/>
                    <a:pt x="7204" y="2773"/>
                    <a:pt x="7037" y="2965"/>
                  </a:cubicBezTo>
                  <a:cubicBezTo>
                    <a:pt x="6906" y="3120"/>
                    <a:pt x="6811" y="3287"/>
                    <a:pt x="6787" y="3489"/>
                  </a:cubicBezTo>
                  <a:lnTo>
                    <a:pt x="2858" y="3489"/>
                  </a:lnTo>
                  <a:cubicBezTo>
                    <a:pt x="2822" y="3287"/>
                    <a:pt x="2751" y="3120"/>
                    <a:pt x="2596" y="2965"/>
                  </a:cubicBezTo>
                  <a:cubicBezTo>
                    <a:pt x="2453" y="2799"/>
                    <a:pt x="2239" y="2692"/>
                    <a:pt x="2000" y="2680"/>
                  </a:cubicBezTo>
                  <a:cubicBezTo>
                    <a:pt x="1985" y="2679"/>
                    <a:pt x="1970" y="2678"/>
                    <a:pt x="1954" y="2678"/>
                  </a:cubicBezTo>
                  <a:cubicBezTo>
                    <a:pt x="1754" y="2678"/>
                    <a:pt x="1547" y="2750"/>
                    <a:pt x="1381" y="2894"/>
                  </a:cubicBezTo>
                  <a:cubicBezTo>
                    <a:pt x="1227" y="3025"/>
                    <a:pt x="1155" y="3192"/>
                    <a:pt x="1143" y="3382"/>
                  </a:cubicBezTo>
                  <a:cubicBezTo>
                    <a:pt x="1119" y="3573"/>
                    <a:pt x="1203" y="3751"/>
                    <a:pt x="1322" y="3906"/>
                  </a:cubicBezTo>
                  <a:cubicBezTo>
                    <a:pt x="1355" y="3939"/>
                    <a:pt x="1402" y="3957"/>
                    <a:pt x="1447" y="3957"/>
                  </a:cubicBezTo>
                  <a:cubicBezTo>
                    <a:pt x="1485" y="3957"/>
                    <a:pt x="1521" y="3945"/>
                    <a:pt x="1548" y="3918"/>
                  </a:cubicBezTo>
                  <a:cubicBezTo>
                    <a:pt x="1596" y="3858"/>
                    <a:pt x="1619" y="3751"/>
                    <a:pt x="1560" y="3692"/>
                  </a:cubicBezTo>
                  <a:cubicBezTo>
                    <a:pt x="1488" y="3620"/>
                    <a:pt x="1453" y="3513"/>
                    <a:pt x="1453" y="3418"/>
                  </a:cubicBezTo>
                  <a:cubicBezTo>
                    <a:pt x="1453" y="3311"/>
                    <a:pt x="1512" y="3204"/>
                    <a:pt x="1584" y="3144"/>
                  </a:cubicBezTo>
                  <a:cubicBezTo>
                    <a:pt x="1682" y="3068"/>
                    <a:pt x="1800" y="3012"/>
                    <a:pt x="1937" y="3012"/>
                  </a:cubicBezTo>
                  <a:cubicBezTo>
                    <a:pt x="1950" y="3012"/>
                    <a:pt x="1963" y="3012"/>
                    <a:pt x="1977" y="3013"/>
                  </a:cubicBezTo>
                  <a:cubicBezTo>
                    <a:pt x="2120" y="3025"/>
                    <a:pt x="2239" y="3085"/>
                    <a:pt x="2346" y="3192"/>
                  </a:cubicBezTo>
                  <a:cubicBezTo>
                    <a:pt x="2608" y="3489"/>
                    <a:pt x="2584" y="3954"/>
                    <a:pt x="2286" y="4216"/>
                  </a:cubicBezTo>
                  <a:cubicBezTo>
                    <a:pt x="2155" y="4335"/>
                    <a:pt x="1977" y="4406"/>
                    <a:pt x="1798" y="4442"/>
                  </a:cubicBezTo>
                  <a:lnTo>
                    <a:pt x="1727" y="4442"/>
                  </a:lnTo>
                  <a:cubicBezTo>
                    <a:pt x="1024" y="4442"/>
                    <a:pt x="441" y="3858"/>
                    <a:pt x="441" y="3156"/>
                  </a:cubicBezTo>
                  <a:cubicBezTo>
                    <a:pt x="441" y="2465"/>
                    <a:pt x="1024" y="1882"/>
                    <a:pt x="1727" y="1882"/>
                  </a:cubicBezTo>
                  <a:close/>
                  <a:moveTo>
                    <a:pt x="7537" y="4763"/>
                  </a:moveTo>
                  <a:lnTo>
                    <a:pt x="7537" y="5573"/>
                  </a:lnTo>
                  <a:lnTo>
                    <a:pt x="2036" y="5573"/>
                  </a:lnTo>
                  <a:lnTo>
                    <a:pt x="2036" y="4763"/>
                  </a:lnTo>
                  <a:close/>
                  <a:moveTo>
                    <a:pt x="929" y="1"/>
                  </a:moveTo>
                  <a:cubicBezTo>
                    <a:pt x="417" y="1"/>
                    <a:pt x="0" y="418"/>
                    <a:pt x="0" y="941"/>
                  </a:cubicBezTo>
                  <a:cubicBezTo>
                    <a:pt x="0" y="1418"/>
                    <a:pt x="357" y="1811"/>
                    <a:pt x="798" y="1870"/>
                  </a:cubicBezTo>
                  <a:cubicBezTo>
                    <a:pt x="393" y="2168"/>
                    <a:pt x="143" y="2620"/>
                    <a:pt x="143" y="3144"/>
                  </a:cubicBezTo>
                  <a:cubicBezTo>
                    <a:pt x="143" y="4013"/>
                    <a:pt x="834" y="4728"/>
                    <a:pt x="1691" y="4739"/>
                  </a:cubicBezTo>
                  <a:lnTo>
                    <a:pt x="1703" y="4739"/>
                  </a:lnTo>
                  <a:lnTo>
                    <a:pt x="1703" y="5704"/>
                  </a:lnTo>
                  <a:lnTo>
                    <a:pt x="1703" y="8383"/>
                  </a:lnTo>
                  <a:cubicBezTo>
                    <a:pt x="1703" y="8478"/>
                    <a:pt x="1786" y="8549"/>
                    <a:pt x="1869" y="8549"/>
                  </a:cubicBezTo>
                  <a:cubicBezTo>
                    <a:pt x="1965" y="8549"/>
                    <a:pt x="2036" y="8478"/>
                    <a:pt x="2036" y="8383"/>
                  </a:cubicBezTo>
                  <a:lnTo>
                    <a:pt x="2036" y="5894"/>
                  </a:lnTo>
                  <a:lnTo>
                    <a:pt x="7537" y="5894"/>
                  </a:lnTo>
                  <a:lnTo>
                    <a:pt x="7537" y="6692"/>
                  </a:lnTo>
                  <a:cubicBezTo>
                    <a:pt x="7537" y="6775"/>
                    <a:pt x="7620" y="6847"/>
                    <a:pt x="7704" y="6847"/>
                  </a:cubicBezTo>
                  <a:cubicBezTo>
                    <a:pt x="7799" y="6847"/>
                    <a:pt x="7870" y="6775"/>
                    <a:pt x="7870" y="6692"/>
                  </a:cubicBezTo>
                  <a:lnTo>
                    <a:pt x="7870" y="5740"/>
                  </a:lnTo>
                  <a:lnTo>
                    <a:pt x="7870" y="4763"/>
                  </a:lnTo>
                  <a:lnTo>
                    <a:pt x="7918" y="4763"/>
                  </a:lnTo>
                  <a:cubicBezTo>
                    <a:pt x="7930" y="4763"/>
                    <a:pt x="7942" y="4763"/>
                    <a:pt x="7954" y="4751"/>
                  </a:cubicBezTo>
                  <a:cubicBezTo>
                    <a:pt x="8823" y="4728"/>
                    <a:pt x="9501" y="4025"/>
                    <a:pt x="9501" y="3156"/>
                  </a:cubicBezTo>
                  <a:cubicBezTo>
                    <a:pt x="9489" y="2644"/>
                    <a:pt x="9228" y="2168"/>
                    <a:pt x="8823" y="1870"/>
                  </a:cubicBezTo>
                  <a:cubicBezTo>
                    <a:pt x="9251" y="1775"/>
                    <a:pt x="9561" y="1406"/>
                    <a:pt x="9561" y="941"/>
                  </a:cubicBezTo>
                  <a:cubicBezTo>
                    <a:pt x="9561" y="418"/>
                    <a:pt x="9144" y="1"/>
                    <a:pt x="86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9" name="Google Shape;429;p25"/>
          <p:cNvSpPr txBox="1">
            <a:spLocks noGrp="1"/>
          </p:cNvSpPr>
          <p:nvPr>
            <p:ph type="title"/>
          </p:nvPr>
        </p:nvSpPr>
        <p:spPr>
          <a:xfrm>
            <a:off x="720000" y="539500"/>
            <a:ext cx="7704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lt2"/>
                </a:solidFill>
              </a:rPr>
              <a:t>&lt;/</a:t>
            </a:r>
            <a:r>
              <a:rPr lang="en"/>
              <a:t>Herencia</a:t>
            </a:r>
            <a:endParaRPr/>
          </a:p>
        </p:txBody>
      </p:sp>
      <p:sp>
        <p:nvSpPr>
          <p:cNvPr id="430" name="Google Shape;430;p25"/>
          <p:cNvSpPr txBox="1"/>
          <p:nvPr/>
        </p:nvSpPr>
        <p:spPr>
          <a:xfrm>
            <a:off x="720000" y="1225525"/>
            <a:ext cx="5953800" cy="31509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None/>
            </a:pPr>
            <a:r>
              <a:rPr lang="en" sz="1900">
                <a:solidFill>
                  <a:schemeClr val="dk1"/>
                </a:solidFill>
                <a:latin typeface="Lato"/>
                <a:ea typeface="Lato"/>
                <a:cs typeface="Lato"/>
                <a:sym typeface="Lato"/>
              </a:rPr>
              <a:t>Las clases están organizadas en una jerarquía de clases, donde las subclases heredan atributos y/o comportamiento de las clases padres.</a:t>
            </a:r>
            <a:endParaRPr sz="1900">
              <a:solidFill>
                <a:schemeClr val="dk1"/>
              </a:solidFill>
              <a:latin typeface="Lato"/>
              <a:ea typeface="Lato"/>
              <a:cs typeface="Lato"/>
              <a:sym typeface="Lato"/>
            </a:endParaRPr>
          </a:p>
          <a:p>
            <a:pPr marL="0" lvl="0" indent="0" algn="just" rtl="0">
              <a:lnSpc>
                <a:spcPct val="115000"/>
              </a:lnSpc>
              <a:spcBef>
                <a:spcPts val="1600"/>
              </a:spcBef>
              <a:spcAft>
                <a:spcPts val="1600"/>
              </a:spcAft>
              <a:buNone/>
            </a:pPr>
            <a:r>
              <a:rPr lang="en" sz="1900">
                <a:solidFill>
                  <a:schemeClr val="dk1"/>
                </a:solidFill>
                <a:latin typeface="Lato"/>
                <a:ea typeface="Lato"/>
                <a:cs typeface="Lato"/>
                <a:sym typeface="Lato"/>
              </a:rPr>
              <a:t>Las subclases pueden agregar nuevos atributos, o solo cambiar el comportamiento de la clase padre.</a:t>
            </a:r>
            <a:endParaRPr sz="2000">
              <a:solidFill>
                <a:schemeClr val="dk1"/>
              </a:solidFill>
              <a:latin typeface="Quantico"/>
              <a:ea typeface="Quantico"/>
              <a:cs typeface="Quantico"/>
              <a:sym typeface="Quantico"/>
            </a:endParaRPr>
          </a:p>
        </p:txBody>
      </p:sp>
      <p:sp>
        <p:nvSpPr>
          <p:cNvPr id="431" name="Google Shape;431;p25"/>
          <p:cNvSpPr txBox="1"/>
          <p:nvPr/>
        </p:nvSpPr>
        <p:spPr>
          <a:xfrm>
            <a:off x="2322675" y="3340000"/>
            <a:ext cx="1491600" cy="334500"/>
          </a:xfrm>
          <a:prstGeom prst="rect">
            <a:avLst/>
          </a:pr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rgbClr val="FFFFFF"/>
                </a:solidFill>
                <a:latin typeface="Lato"/>
                <a:ea typeface="Lato"/>
                <a:cs typeface="Lato"/>
                <a:sym typeface="Lato"/>
              </a:rPr>
              <a:t>Persona</a:t>
            </a:r>
            <a:endParaRPr sz="2000">
              <a:solidFill>
                <a:srgbClr val="FFFFFF"/>
              </a:solidFill>
              <a:latin typeface="Lato"/>
              <a:ea typeface="Lato"/>
              <a:cs typeface="Lato"/>
              <a:sym typeface="Lato"/>
            </a:endParaRPr>
          </a:p>
        </p:txBody>
      </p:sp>
      <p:sp>
        <p:nvSpPr>
          <p:cNvPr id="432" name="Google Shape;432;p25"/>
          <p:cNvSpPr txBox="1"/>
          <p:nvPr/>
        </p:nvSpPr>
        <p:spPr>
          <a:xfrm>
            <a:off x="831075" y="3903625"/>
            <a:ext cx="1491600" cy="334500"/>
          </a:xfrm>
          <a:prstGeom prst="rect">
            <a:avLst/>
          </a:pr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rgbClr val="FFFFFF"/>
                </a:solidFill>
                <a:latin typeface="Lato"/>
                <a:ea typeface="Lato"/>
                <a:cs typeface="Lato"/>
                <a:sym typeface="Lato"/>
              </a:rPr>
              <a:t>Alumno</a:t>
            </a:r>
            <a:endParaRPr sz="2000">
              <a:solidFill>
                <a:srgbClr val="FFFFFF"/>
              </a:solidFill>
              <a:latin typeface="Lato"/>
              <a:ea typeface="Lato"/>
              <a:cs typeface="Lato"/>
              <a:sym typeface="Lato"/>
            </a:endParaRPr>
          </a:p>
        </p:txBody>
      </p:sp>
      <p:sp>
        <p:nvSpPr>
          <p:cNvPr id="433" name="Google Shape;433;p25"/>
          <p:cNvSpPr txBox="1"/>
          <p:nvPr/>
        </p:nvSpPr>
        <p:spPr>
          <a:xfrm>
            <a:off x="3814275" y="3903625"/>
            <a:ext cx="1491600" cy="334500"/>
          </a:xfrm>
          <a:prstGeom prst="rect">
            <a:avLst/>
          </a:pr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rgbClr val="FFFFFF"/>
                </a:solidFill>
                <a:latin typeface="Lato"/>
                <a:ea typeface="Lato"/>
                <a:cs typeface="Lato"/>
                <a:sym typeface="Lato"/>
              </a:rPr>
              <a:t>Docente</a:t>
            </a:r>
            <a:endParaRPr sz="2000">
              <a:solidFill>
                <a:srgbClr val="FFFFFF"/>
              </a:solidFill>
              <a:latin typeface="Lato"/>
              <a:ea typeface="Lato"/>
              <a:cs typeface="Lato"/>
              <a:sym typeface="Lato"/>
            </a:endParaRPr>
          </a:p>
        </p:txBody>
      </p:sp>
      <p:sp>
        <p:nvSpPr>
          <p:cNvPr id="434" name="Google Shape;434;p25"/>
          <p:cNvSpPr txBox="1"/>
          <p:nvPr/>
        </p:nvSpPr>
        <p:spPr>
          <a:xfrm>
            <a:off x="2322675" y="4529950"/>
            <a:ext cx="1491600" cy="334500"/>
          </a:xfrm>
          <a:prstGeom prst="rect">
            <a:avLst/>
          </a:pr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rgbClr val="FFFFFF"/>
                </a:solidFill>
                <a:latin typeface="Lato"/>
                <a:ea typeface="Lato"/>
                <a:cs typeface="Lato"/>
                <a:sym typeface="Lato"/>
              </a:rPr>
              <a:t>Contratado</a:t>
            </a:r>
            <a:endParaRPr sz="2000">
              <a:solidFill>
                <a:srgbClr val="FFFFFF"/>
              </a:solidFill>
              <a:latin typeface="Lato"/>
              <a:ea typeface="Lato"/>
              <a:cs typeface="Lato"/>
              <a:sym typeface="Lato"/>
            </a:endParaRPr>
          </a:p>
        </p:txBody>
      </p:sp>
      <p:sp>
        <p:nvSpPr>
          <p:cNvPr id="435" name="Google Shape;435;p25"/>
          <p:cNvSpPr txBox="1"/>
          <p:nvPr/>
        </p:nvSpPr>
        <p:spPr>
          <a:xfrm>
            <a:off x="5305875" y="4529950"/>
            <a:ext cx="1491600" cy="334500"/>
          </a:xfrm>
          <a:prstGeom prst="rect">
            <a:avLst/>
          </a:pr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rgbClr val="FFFFFF"/>
                </a:solidFill>
                <a:latin typeface="Lato"/>
                <a:ea typeface="Lato"/>
                <a:cs typeface="Lato"/>
                <a:sym typeface="Lato"/>
              </a:rPr>
              <a:t>Efectivo</a:t>
            </a:r>
            <a:endParaRPr sz="2000">
              <a:solidFill>
                <a:srgbClr val="FFFFFF"/>
              </a:solidFill>
              <a:latin typeface="Lato"/>
              <a:ea typeface="Lato"/>
              <a:cs typeface="Lato"/>
              <a:sym typeface="Lato"/>
            </a:endParaRPr>
          </a:p>
        </p:txBody>
      </p:sp>
      <p:cxnSp>
        <p:nvCxnSpPr>
          <p:cNvPr id="436" name="Google Shape;436;p25"/>
          <p:cNvCxnSpPr>
            <a:stCxn id="431" idx="2"/>
            <a:endCxn id="432" idx="0"/>
          </p:cNvCxnSpPr>
          <p:nvPr/>
        </p:nvCxnSpPr>
        <p:spPr>
          <a:xfrm flipH="1">
            <a:off x="1576875" y="3674500"/>
            <a:ext cx="1491600" cy="229200"/>
          </a:xfrm>
          <a:prstGeom prst="straightConnector1">
            <a:avLst/>
          </a:prstGeom>
          <a:noFill/>
          <a:ln w="28575" cap="flat" cmpd="sng">
            <a:solidFill>
              <a:srgbClr val="D9D9D9"/>
            </a:solidFill>
            <a:prstDash val="solid"/>
            <a:round/>
            <a:headEnd type="none" w="med" len="med"/>
            <a:tailEnd type="triangle" w="med" len="med"/>
          </a:ln>
        </p:spPr>
      </p:cxnSp>
      <p:cxnSp>
        <p:nvCxnSpPr>
          <p:cNvPr id="437" name="Google Shape;437;p25"/>
          <p:cNvCxnSpPr>
            <a:stCxn id="431" idx="2"/>
            <a:endCxn id="433" idx="0"/>
          </p:cNvCxnSpPr>
          <p:nvPr/>
        </p:nvCxnSpPr>
        <p:spPr>
          <a:xfrm>
            <a:off x="3068475" y="3674500"/>
            <a:ext cx="1491600" cy="229200"/>
          </a:xfrm>
          <a:prstGeom prst="straightConnector1">
            <a:avLst/>
          </a:prstGeom>
          <a:noFill/>
          <a:ln w="28575" cap="flat" cmpd="sng">
            <a:solidFill>
              <a:srgbClr val="D9D9D9"/>
            </a:solidFill>
            <a:prstDash val="solid"/>
            <a:round/>
            <a:headEnd type="none" w="med" len="med"/>
            <a:tailEnd type="triangle" w="med" len="med"/>
          </a:ln>
        </p:spPr>
      </p:cxnSp>
      <p:cxnSp>
        <p:nvCxnSpPr>
          <p:cNvPr id="438" name="Google Shape;438;p25"/>
          <p:cNvCxnSpPr>
            <a:stCxn id="433" idx="2"/>
            <a:endCxn id="434" idx="0"/>
          </p:cNvCxnSpPr>
          <p:nvPr/>
        </p:nvCxnSpPr>
        <p:spPr>
          <a:xfrm flipH="1">
            <a:off x="3068475" y="4238125"/>
            <a:ext cx="1491600" cy="291900"/>
          </a:xfrm>
          <a:prstGeom prst="straightConnector1">
            <a:avLst/>
          </a:prstGeom>
          <a:noFill/>
          <a:ln w="28575" cap="flat" cmpd="sng">
            <a:solidFill>
              <a:srgbClr val="D9D9D9"/>
            </a:solidFill>
            <a:prstDash val="solid"/>
            <a:round/>
            <a:headEnd type="none" w="med" len="med"/>
            <a:tailEnd type="triangle" w="med" len="med"/>
          </a:ln>
        </p:spPr>
      </p:cxnSp>
      <p:cxnSp>
        <p:nvCxnSpPr>
          <p:cNvPr id="439" name="Google Shape;439;p25"/>
          <p:cNvCxnSpPr>
            <a:stCxn id="433" idx="2"/>
            <a:endCxn id="435" idx="0"/>
          </p:cNvCxnSpPr>
          <p:nvPr/>
        </p:nvCxnSpPr>
        <p:spPr>
          <a:xfrm>
            <a:off x="4560075" y="4238125"/>
            <a:ext cx="1491600" cy="291900"/>
          </a:xfrm>
          <a:prstGeom prst="straightConnector1">
            <a:avLst/>
          </a:prstGeom>
          <a:noFill/>
          <a:ln w="28575" cap="flat" cmpd="sng">
            <a:solidFill>
              <a:srgbClr val="D9D9D9"/>
            </a:solidFill>
            <a:prstDash val="solid"/>
            <a:round/>
            <a:headEnd type="none" w="med" len="med"/>
            <a:tailEnd type="triangle" w="med" len="med"/>
          </a:ln>
        </p:spPr>
      </p:cxn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7" name="Google Shape;447;p26"/>
          <p:cNvSpPr txBox="1">
            <a:spLocks noGrp="1"/>
          </p:cNvSpPr>
          <p:nvPr>
            <p:ph type="title"/>
          </p:nvPr>
        </p:nvSpPr>
        <p:spPr>
          <a:xfrm>
            <a:off x="720000" y="539500"/>
            <a:ext cx="7704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1"/>
                </a:solidFill>
              </a:rPr>
              <a:t>&lt;/</a:t>
            </a:r>
            <a:r>
              <a:rPr lang="en"/>
              <a:t>Polimorfismo</a:t>
            </a:r>
            <a:endParaRPr/>
          </a:p>
        </p:txBody>
      </p:sp>
      <p:sp>
        <p:nvSpPr>
          <p:cNvPr id="448" name="Google Shape;448;p26"/>
          <p:cNvSpPr txBox="1"/>
          <p:nvPr/>
        </p:nvSpPr>
        <p:spPr>
          <a:xfrm>
            <a:off x="720000" y="1225525"/>
            <a:ext cx="5953800" cy="31509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None/>
            </a:pPr>
            <a:r>
              <a:rPr lang="en" sz="1900">
                <a:solidFill>
                  <a:schemeClr val="dk1"/>
                </a:solidFill>
                <a:latin typeface="Lato"/>
                <a:ea typeface="Lato"/>
                <a:cs typeface="Lato"/>
                <a:sym typeface="Lato"/>
              </a:rPr>
              <a:t>Polimorfismo: Es la capacidad que tienen los objetos de tener métodos con el mismo nombre y comportamientos diferentes. La interpretación del método será según el objeto receptor.</a:t>
            </a:r>
            <a:endParaRPr sz="1900">
              <a:solidFill>
                <a:schemeClr val="dk1"/>
              </a:solidFill>
              <a:latin typeface="Lato"/>
              <a:ea typeface="Lato"/>
              <a:cs typeface="Lato"/>
              <a:sym typeface="Lato"/>
            </a:endParaRPr>
          </a:p>
          <a:p>
            <a:pPr marL="0" lvl="0" indent="0" algn="just" rtl="0">
              <a:lnSpc>
                <a:spcPct val="115000"/>
              </a:lnSpc>
              <a:spcBef>
                <a:spcPts val="1600"/>
              </a:spcBef>
              <a:spcAft>
                <a:spcPts val="1600"/>
              </a:spcAft>
              <a:buNone/>
            </a:pPr>
            <a:r>
              <a:rPr lang="en" sz="1900">
                <a:solidFill>
                  <a:schemeClr val="dk1"/>
                </a:solidFill>
                <a:latin typeface="Lato"/>
                <a:ea typeface="Lato"/>
                <a:cs typeface="Lato"/>
                <a:sym typeface="Lato"/>
              </a:rPr>
              <a:t>Binding dinámico: significa que la ligadura entre el objeto receptor y el método que se va a ejecutar se realiza en tiempo de ejecución</a:t>
            </a:r>
            <a:endParaRPr sz="1900">
              <a:solidFill>
                <a:schemeClr val="dk1"/>
              </a:solidFill>
              <a:latin typeface="Lato"/>
              <a:ea typeface="Lato"/>
              <a:cs typeface="Lato"/>
              <a:sym typeface="Lato"/>
            </a:endParaRPr>
          </a:p>
        </p:txBody>
      </p:sp>
      <p:sp>
        <p:nvSpPr>
          <p:cNvPr id="449" name="Google Shape;449;p26"/>
          <p:cNvSpPr txBox="1"/>
          <p:nvPr/>
        </p:nvSpPr>
        <p:spPr>
          <a:xfrm>
            <a:off x="720000" y="4261000"/>
            <a:ext cx="1491600" cy="334500"/>
          </a:xfrm>
          <a:prstGeom prst="rect">
            <a:avLst/>
          </a:pr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rgbClr val="FFFFFF"/>
                </a:solidFill>
                <a:latin typeface="Lato"/>
                <a:ea typeface="Lato"/>
                <a:cs typeface="Lato"/>
                <a:sym typeface="Lato"/>
              </a:rPr>
              <a:t>Persona</a:t>
            </a:r>
            <a:endParaRPr sz="2000">
              <a:solidFill>
                <a:srgbClr val="FFFFFF"/>
              </a:solidFill>
              <a:latin typeface="Lato"/>
              <a:ea typeface="Lato"/>
              <a:cs typeface="Lato"/>
              <a:sym typeface="Lato"/>
            </a:endParaRPr>
          </a:p>
        </p:txBody>
      </p:sp>
      <p:sp>
        <p:nvSpPr>
          <p:cNvPr id="450" name="Google Shape;450;p26"/>
          <p:cNvSpPr txBox="1"/>
          <p:nvPr/>
        </p:nvSpPr>
        <p:spPr>
          <a:xfrm>
            <a:off x="2692200" y="3926500"/>
            <a:ext cx="1491600" cy="334500"/>
          </a:xfrm>
          <a:prstGeom prst="rect">
            <a:avLst/>
          </a:pr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rgbClr val="FFFFFF"/>
                </a:solidFill>
                <a:latin typeface="Lato"/>
                <a:ea typeface="Lato"/>
                <a:cs typeface="Lato"/>
                <a:sym typeface="Lato"/>
              </a:rPr>
              <a:t>Alumno</a:t>
            </a:r>
            <a:endParaRPr sz="2000">
              <a:solidFill>
                <a:srgbClr val="FFFFFF"/>
              </a:solidFill>
              <a:latin typeface="Lato"/>
              <a:ea typeface="Lato"/>
              <a:cs typeface="Lato"/>
              <a:sym typeface="Lato"/>
            </a:endParaRPr>
          </a:p>
        </p:txBody>
      </p:sp>
      <p:sp>
        <p:nvSpPr>
          <p:cNvPr id="451" name="Google Shape;451;p26"/>
          <p:cNvSpPr txBox="1"/>
          <p:nvPr/>
        </p:nvSpPr>
        <p:spPr>
          <a:xfrm>
            <a:off x="2692200" y="4697100"/>
            <a:ext cx="1491600" cy="334500"/>
          </a:xfrm>
          <a:prstGeom prst="rect">
            <a:avLst/>
          </a:pr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rgbClr val="FFFFFF"/>
                </a:solidFill>
                <a:latin typeface="Lato"/>
                <a:ea typeface="Lato"/>
                <a:cs typeface="Lato"/>
                <a:sym typeface="Lato"/>
              </a:rPr>
              <a:t>Docente</a:t>
            </a:r>
            <a:endParaRPr sz="2000">
              <a:solidFill>
                <a:srgbClr val="FFFFFF"/>
              </a:solidFill>
              <a:latin typeface="Lato"/>
              <a:ea typeface="Lato"/>
              <a:cs typeface="Lato"/>
              <a:sym typeface="Lato"/>
            </a:endParaRPr>
          </a:p>
        </p:txBody>
      </p:sp>
      <p:sp>
        <p:nvSpPr>
          <p:cNvPr id="452" name="Google Shape;452;p26"/>
          <p:cNvSpPr txBox="1"/>
          <p:nvPr/>
        </p:nvSpPr>
        <p:spPr>
          <a:xfrm>
            <a:off x="4788413" y="3926500"/>
            <a:ext cx="1491600" cy="334500"/>
          </a:xfrm>
          <a:prstGeom prst="rect">
            <a:avLst/>
          </a:pr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rgbClr val="FFFFFF"/>
                </a:solidFill>
                <a:latin typeface="Lato"/>
                <a:ea typeface="Lato"/>
                <a:cs typeface="Lato"/>
                <a:sym typeface="Lato"/>
              </a:rPr>
              <a:t>Contratado</a:t>
            </a:r>
            <a:endParaRPr sz="2000">
              <a:solidFill>
                <a:srgbClr val="FFFFFF"/>
              </a:solidFill>
              <a:latin typeface="Lato"/>
              <a:ea typeface="Lato"/>
              <a:cs typeface="Lato"/>
              <a:sym typeface="Lato"/>
            </a:endParaRPr>
          </a:p>
        </p:txBody>
      </p:sp>
      <p:sp>
        <p:nvSpPr>
          <p:cNvPr id="453" name="Google Shape;453;p26"/>
          <p:cNvSpPr txBox="1"/>
          <p:nvPr/>
        </p:nvSpPr>
        <p:spPr>
          <a:xfrm>
            <a:off x="4788413" y="4646250"/>
            <a:ext cx="1491600" cy="334500"/>
          </a:xfrm>
          <a:prstGeom prst="rect">
            <a:avLst/>
          </a:pr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rgbClr val="FFFFFF"/>
                </a:solidFill>
                <a:latin typeface="Lato"/>
                <a:ea typeface="Lato"/>
                <a:cs typeface="Lato"/>
                <a:sym typeface="Lato"/>
              </a:rPr>
              <a:t>Efectivo</a:t>
            </a:r>
            <a:endParaRPr sz="2000">
              <a:solidFill>
                <a:srgbClr val="FFFFFF"/>
              </a:solidFill>
              <a:latin typeface="Lato"/>
              <a:ea typeface="Lato"/>
              <a:cs typeface="Lato"/>
              <a:sym typeface="Lato"/>
            </a:endParaRPr>
          </a:p>
        </p:txBody>
      </p:sp>
      <p:cxnSp>
        <p:nvCxnSpPr>
          <p:cNvPr id="454" name="Google Shape;454;p26"/>
          <p:cNvCxnSpPr>
            <a:stCxn id="449" idx="3"/>
            <a:endCxn id="450" idx="1"/>
          </p:cNvCxnSpPr>
          <p:nvPr/>
        </p:nvCxnSpPr>
        <p:spPr>
          <a:xfrm rot="10800000" flipH="1">
            <a:off x="2211600" y="4093750"/>
            <a:ext cx="480600" cy="334500"/>
          </a:xfrm>
          <a:prstGeom prst="straightConnector1">
            <a:avLst/>
          </a:prstGeom>
          <a:noFill/>
          <a:ln w="28575" cap="flat" cmpd="sng">
            <a:solidFill>
              <a:srgbClr val="D9D9D9"/>
            </a:solidFill>
            <a:prstDash val="solid"/>
            <a:round/>
            <a:headEnd type="none" w="med" len="med"/>
            <a:tailEnd type="triangle" w="med" len="med"/>
          </a:ln>
        </p:spPr>
      </p:cxnSp>
      <p:cxnSp>
        <p:nvCxnSpPr>
          <p:cNvPr id="455" name="Google Shape;455;p26"/>
          <p:cNvCxnSpPr>
            <a:stCxn id="449" idx="3"/>
            <a:endCxn id="451" idx="1"/>
          </p:cNvCxnSpPr>
          <p:nvPr/>
        </p:nvCxnSpPr>
        <p:spPr>
          <a:xfrm>
            <a:off x="2211600" y="4428250"/>
            <a:ext cx="480600" cy="436200"/>
          </a:xfrm>
          <a:prstGeom prst="straightConnector1">
            <a:avLst/>
          </a:prstGeom>
          <a:noFill/>
          <a:ln w="28575" cap="flat" cmpd="sng">
            <a:solidFill>
              <a:srgbClr val="D9D9D9"/>
            </a:solidFill>
            <a:prstDash val="solid"/>
            <a:round/>
            <a:headEnd type="none" w="med" len="med"/>
            <a:tailEnd type="triangle" w="med" len="med"/>
          </a:ln>
        </p:spPr>
      </p:cxnSp>
      <p:cxnSp>
        <p:nvCxnSpPr>
          <p:cNvPr id="456" name="Google Shape;456;p26"/>
          <p:cNvCxnSpPr>
            <a:stCxn id="451" idx="3"/>
            <a:endCxn id="452" idx="1"/>
          </p:cNvCxnSpPr>
          <p:nvPr/>
        </p:nvCxnSpPr>
        <p:spPr>
          <a:xfrm rot="10800000" flipH="1">
            <a:off x="4183800" y="4093650"/>
            <a:ext cx="604500" cy="770700"/>
          </a:xfrm>
          <a:prstGeom prst="straightConnector1">
            <a:avLst/>
          </a:prstGeom>
          <a:noFill/>
          <a:ln w="28575" cap="flat" cmpd="sng">
            <a:solidFill>
              <a:srgbClr val="D9D9D9"/>
            </a:solidFill>
            <a:prstDash val="solid"/>
            <a:round/>
            <a:headEnd type="none" w="med" len="med"/>
            <a:tailEnd type="triangle" w="med" len="med"/>
          </a:ln>
        </p:spPr>
      </p:cxnSp>
      <p:cxnSp>
        <p:nvCxnSpPr>
          <p:cNvPr id="457" name="Google Shape;457;p26"/>
          <p:cNvCxnSpPr>
            <a:stCxn id="451" idx="3"/>
            <a:endCxn id="453" idx="1"/>
          </p:cNvCxnSpPr>
          <p:nvPr/>
        </p:nvCxnSpPr>
        <p:spPr>
          <a:xfrm rot="10800000" flipH="1">
            <a:off x="4183800" y="4813650"/>
            <a:ext cx="604500" cy="50700"/>
          </a:xfrm>
          <a:prstGeom prst="straightConnector1">
            <a:avLst/>
          </a:prstGeom>
          <a:noFill/>
          <a:ln w="28575" cap="flat" cmpd="sng">
            <a:solidFill>
              <a:srgbClr val="D9D9D9"/>
            </a:solidFill>
            <a:prstDash val="solid"/>
            <a:round/>
            <a:headEnd type="none" w="med" len="med"/>
            <a:tailEnd type="triangle" w="med" len="med"/>
          </a:ln>
        </p:spPr>
      </p:cxnSp>
      <p:sp>
        <p:nvSpPr>
          <p:cNvPr id="458" name="Google Shape;458;p26"/>
          <p:cNvSpPr txBox="1"/>
          <p:nvPr/>
        </p:nvSpPr>
        <p:spPr>
          <a:xfrm>
            <a:off x="6364175" y="3855250"/>
            <a:ext cx="1212600" cy="47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b="1">
                <a:solidFill>
                  <a:srgbClr val="FFFFFF"/>
                </a:solidFill>
                <a:latin typeface="Lato"/>
                <a:ea typeface="Lato"/>
                <a:cs typeface="Lato"/>
                <a:sym typeface="Lato"/>
              </a:rPr>
              <a:t>sueldo()</a:t>
            </a:r>
            <a:endParaRPr sz="1900" b="1" i="1">
              <a:solidFill>
                <a:srgbClr val="FFFFFF"/>
              </a:solidFill>
              <a:latin typeface="Lato"/>
              <a:ea typeface="Lato"/>
              <a:cs typeface="Lato"/>
              <a:sym typeface="Lato"/>
            </a:endParaRPr>
          </a:p>
        </p:txBody>
      </p:sp>
      <p:sp>
        <p:nvSpPr>
          <p:cNvPr id="459" name="Google Shape;459;p26"/>
          <p:cNvSpPr txBox="1"/>
          <p:nvPr/>
        </p:nvSpPr>
        <p:spPr>
          <a:xfrm>
            <a:off x="6358825" y="4549650"/>
            <a:ext cx="1212600" cy="47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b="1">
                <a:solidFill>
                  <a:srgbClr val="FFFFFF"/>
                </a:solidFill>
                <a:latin typeface="Lato"/>
                <a:ea typeface="Lato"/>
                <a:cs typeface="Lato"/>
                <a:sym typeface="Lato"/>
              </a:rPr>
              <a:t>sueldo()</a:t>
            </a:r>
            <a:endParaRPr sz="1900" b="1" i="1">
              <a:solidFill>
                <a:srgbClr val="FFFFFF"/>
              </a:solidFill>
              <a:latin typeface="Lato"/>
              <a:ea typeface="Lato"/>
              <a:cs typeface="Lato"/>
              <a:sym typeface="Lato"/>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7" name="Google Shape;467;p27"/>
          <p:cNvSpPr txBox="1">
            <a:spLocks noGrp="1"/>
          </p:cNvSpPr>
          <p:nvPr>
            <p:ph type="title"/>
          </p:nvPr>
        </p:nvSpPr>
        <p:spPr>
          <a:xfrm>
            <a:off x="720000" y="539500"/>
            <a:ext cx="7704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2"/>
                </a:solidFill>
              </a:rPr>
              <a:t>&lt;/</a:t>
            </a:r>
            <a:r>
              <a:rPr lang="en"/>
              <a:t>Abstracción</a:t>
            </a:r>
            <a:endParaRPr/>
          </a:p>
        </p:txBody>
      </p:sp>
      <p:sp>
        <p:nvSpPr>
          <p:cNvPr id="468" name="Google Shape;468;p27"/>
          <p:cNvSpPr txBox="1"/>
          <p:nvPr/>
        </p:nvSpPr>
        <p:spPr>
          <a:xfrm>
            <a:off x="720000" y="1225525"/>
            <a:ext cx="5953800" cy="39180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None/>
            </a:pPr>
            <a:r>
              <a:rPr lang="en" sz="1900">
                <a:solidFill>
                  <a:schemeClr val="dk1"/>
                </a:solidFill>
                <a:latin typeface="Lato"/>
                <a:ea typeface="Lato"/>
                <a:cs typeface="Lato"/>
                <a:sym typeface="Lato"/>
              </a:rPr>
              <a:t>La abstracción viene de la etapa donde analizamos los atributos y el comportamiento que las entidades deben tener.</a:t>
            </a:r>
            <a:endParaRPr sz="1900">
              <a:solidFill>
                <a:schemeClr val="dk1"/>
              </a:solidFill>
              <a:latin typeface="Lato"/>
              <a:ea typeface="Lato"/>
              <a:cs typeface="Lato"/>
              <a:sym typeface="Lato"/>
            </a:endParaRPr>
          </a:p>
          <a:p>
            <a:pPr marL="0" lvl="0" indent="0" algn="just" rtl="0">
              <a:lnSpc>
                <a:spcPct val="115000"/>
              </a:lnSpc>
              <a:spcBef>
                <a:spcPts val="1600"/>
              </a:spcBef>
              <a:spcAft>
                <a:spcPts val="0"/>
              </a:spcAft>
              <a:buNone/>
            </a:pPr>
            <a:r>
              <a:rPr lang="en" sz="1900">
                <a:solidFill>
                  <a:schemeClr val="dk1"/>
                </a:solidFill>
                <a:latin typeface="Lato"/>
                <a:ea typeface="Lato"/>
                <a:cs typeface="Lato"/>
                <a:sym typeface="Lato"/>
              </a:rPr>
              <a:t>Es la propiedad por la cual las entidades quedan representadas únicamente por los datos de interés para el problema, y no por todos los atributos que una entidad pueda tener en la vida real.</a:t>
            </a:r>
            <a:endParaRPr sz="1900">
              <a:solidFill>
                <a:schemeClr val="dk1"/>
              </a:solidFill>
              <a:latin typeface="Lato"/>
              <a:ea typeface="Lato"/>
              <a:cs typeface="Lato"/>
              <a:sym typeface="Lato"/>
            </a:endParaRPr>
          </a:p>
          <a:p>
            <a:pPr marL="0" lvl="0" indent="0" algn="just" rtl="0">
              <a:lnSpc>
                <a:spcPct val="115000"/>
              </a:lnSpc>
              <a:spcBef>
                <a:spcPts val="1600"/>
              </a:spcBef>
              <a:spcAft>
                <a:spcPts val="1600"/>
              </a:spcAft>
              <a:buNone/>
            </a:pPr>
            <a:r>
              <a:rPr lang="en" sz="1900">
                <a:solidFill>
                  <a:schemeClr val="dk1"/>
                </a:solidFill>
                <a:latin typeface="Lato"/>
                <a:ea typeface="Lato"/>
                <a:cs typeface="Lato"/>
                <a:sym typeface="Lato"/>
              </a:rPr>
              <a:t>Por ejemplo: omitir color de ojos, altura, peso y talle de zapatillas de una persona para un sistema de gestión universitario.</a:t>
            </a:r>
            <a:endParaRPr sz="1900">
              <a:solidFill>
                <a:schemeClr val="dk1"/>
              </a:solidFill>
              <a:latin typeface="Lato"/>
              <a:ea typeface="Lato"/>
              <a:cs typeface="Lato"/>
              <a:sym typeface="Lato"/>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6" name="Google Shape;476;p28"/>
          <p:cNvSpPr txBox="1">
            <a:spLocks noGrp="1"/>
          </p:cNvSpPr>
          <p:nvPr>
            <p:ph type="title"/>
          </p:nvPr>
        </p:nvSpPr>
        <p:spPr>
          <a:xfrm>
            <a:off x="720000" y="539500"/>
            <a:ext cx="7704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3"/>
                </a:solidFill>
              </a:rPr>
              <a:t>&lt;/</a:t>
            </a:r>
            <a:r>
              <a:rPr lang="en"/>
              <a:t>Encapsulamiento</a:t>
            </a:r>
            <a:endParaRPr/>
          </a:p>
        </p:txBody>
      </p:sp>
      <p:sp>
        <p:nvSpPr>
          <p:cNvPr id="477" name="Google Shape;477;p28"/>
          <p:cNvSpPr txBox="1"/>
          <p:nvPr/>
        </p:nvSpPr>
        <p:spPr>
          <a:xfrm>
            <a:off x="720000" y="1225525"/>
            <a:ext cx="5953800" cy="31509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None/>
            </a:pPr>
            <a:r>
              <a:rPr lang="en" sz="1900">
                <a:solidFill>
                  <a:schemeClr val="dk1"/>
                </a:solidFill>
                <a:latin typeface="Lato"/>
                <a:ea typeface="Lato"/>
                <a:cs typeface="Lato"/>
                <a:sym typeface="Lato"/>
              </a:rPr>
              <a:t>Toda entidad queda comprendida dentro de un paquete compuesto de estado y comportamiento. </a:t>
            </a:r>
            <a:endParaRPr sz="1900">
              <a:solidFill>
                <a:schemeClr val="dk1"/>
              </a:solidFill>
              <a:latin typeface="Lato"/>
              <a:ea typeface="Lato"/>
              <a:cs typeface="Lato"/>
              <a:sym typeface="Lato"/>
            </a:endParaRPr>
          </a:p>
          <a:p>
            <a:pPr marL="0" lvl="0" indent="0" algn="just" rtl="0">
              <a:lnSpc>
                <a:spcPct val="115000"/>
              </a:lnSpc>
              <a:spcBef>
                <a:spcPts val="1600"/>
              </a:spcBef>
              <a:spcAft>
                <a:spcPts val="1600"/>
              </a:spcAft>
              <a:buNone/>
            </a:pPr>
            <a:r>
              <a:rPr lang="en" sz="1900">
                <a:solidFill>
                  <a:schemeClr val="dk1"/>
                </a:solidFill>
                <a:latin typeface="Lato"/>
                <a:ea typeface="Lato"/>
                <a:cs typeface="Lato"/>
                <a:sym typeface="Lato"/>
              </a:rPr>
              <a:t>Este paquete debe poder protegerse por lo cual tiene propiedades de ocultamiento. Tenemos datos públicos, protegidos o privados y métodos por medio de los cuales operarlos en base a la necesidad.</a:t>
            </a:r>
            <a:endParaRPr sz="1900">
              <a:solidFill>
                <a:schemeClr val="dk1"/>
              </a:solidFill>
              <a:latin typeface="Lato"/>
              <a:ea typeface="Lato"/>
              <a:cs typeface="Lato"/>
              <a:sym typeface="Lato"/>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29"/>
          <p:cNvSpPr txBox="1">
            <a:spLocks noGrp="1"/>
          </p:cNvSpPr>
          <p:nvPr>
            <p:ph type="title"/>
          </p:nvPr>
        </p:nvSpPr>
        <p:spPr>
          <a:xfrm>
            <a:off x="720000" y="539500"/>
            <a:ext cx="77040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2"/>
                </a:solidFill>
              </a:rPr>
              <a:t>&lt;/</a:t>
            </a:r>
            <a:r>
              <a:rPr lang="en"/>
              <a:t> Ejercicios a resolver</a:t>
            </a:r>
            <a:endParaRPr/>
          </a:p>
        </p:txBody>
      </p:sp>
      <p:sp>
        <p:nvSpPr>
          <p:cNvPr id="483" name="Google Shape;483;p29"/>
          <p:cNvSpPr txBox="1"/>
          <p:nvPr/>
        </p:nvSpPr>
        <p:spPr>
          <a:xfrm>
            <a:off x="720000" y="1586975"/>
            <a:ext cx="6624000" cy="315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Quantico"/>
                <a:ea typeface="Quantico"/>
                <a:cs typeface="Quantico"/>
                <a:sym typeface="Quantico"/>
              </a:rPr>
              <a:t>Resolver ejercicios 1 y 2 del trabajo práctico N° 1</a:t>
            </a:r>
            <a:endParaRPr sz="2000">
              <a:solidFill>
                <a:schemeClr val="dk1"/>
              </a:solidFill>
              <a:latin typeface="Quantico"/>
              <a:ea typeface="Quantico"/>
              <a:cs typeface="Quantico"/>
              <a:sym typeface="Quantico"/>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New Operating System Design Pitch Deck  Infographics by Slidesgo">
  <a:themeElements>
    <a:clrScheme name="Simple Light">
      <a:dk1>
        <a:srgbClr val="FFFFFF"/>
      </a:dk1>
      <a:lt1>
        <a:srgbClr val="2D323C"/>
      </a:lt1>
      <a:dk2>
        <a:srgbClr val="242830"/>
      </a:dk2>
      <a:lt2>
        <a:srgbClr val="FFDB5D"/>
      </a:lt2>
      <a:accent1>
        <a:srgbClr val="94EE6B"/>
      </a:accent1>
      <a:accent2>
        <a:srgbClr val="E81981"/>
      </a:accent2>
      <a:accent3>
        <a:srgbClr val="BD64B5"/>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4103</TotalTime>
  <Words>725</Words>
  <Application>Microsoft Office PowerPoint</Application>
  <PresentationFormat>Presentación en pantalla (16:9)</PresentationFormat>
  <Paragraphs>113</Paragraphs>
  <Slides>18</Slides>
  <Notes>18</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18</vt:i4>
      </vt:variant>
    </vt:vector>
  </HeadingPairs>
  <TitlesOfParts>
    <vt:vector size="24" baseType="lpstr">
      <vt:lpstr>Arial</vt:lpstr>
      <vt:lpstr>Quantico</vt:lpstr>
      <vt:lpstr>Source Code Pro</vt:lpstr>
      <vt:lpstr>Nunito Light</vt:lpstr>
      <vt:lpstr>Lato</vt:lpstr>
      <vt:lpstr>New Operating System Design Pitch Deck  Infographics by Slidesgo</vt:lpstr>
      <vt:lpstr>Paradigmas de Programación</vt:lpstr>
      <vt:lpstr>&lt; Presentación S23</vt:lpstr>
      <vt:lpstr>&lt; Presentación S24</vt:lpstr>
      <vt:lpstr>&lt;/Desarrollo de la clase 1</vt:lpstr>
      <vt:lpstr>&lt;/Nuevo paradigma para resolver problemas</vt:lpstr>
      <vt:lpstr>&lt;/Nuevo paradigma para resolver problemas</vt:lpstr>
      <vt:lpstr>&lt;/¿Qué es el POO?</vt:lpstr>
      <vt:lpstr>&lt;/¿Con qué trabajamos?</vt:lpstr>
      <vt:lpstr>&lt;/¿Qué es una clase?</vt:lpstr>
      <vt:lpstr>&lt;/¿Qué es un objeto?</vt:lpstr>
      <vt:lpstr>&lt;/¿Qué es una instancia?</vt:lpstr>
      <vt:lpstr>Presentación de PowerPoint</vt:lpstr>
      <vt:lpstr>&lt;/Los cuatro pilares de la POO</vt:lpstr>
      <vt:lpstr>&lt;/Herencia</vt:lpstr>
      <vt:lpstr>&lt;/Polimorfismo</vt:lpstr>
      <vt:lpstr>&lt;/Abstracción</vt:lpstr>
      <vt:lpstr>&lt;/Encapsulamiento</vt:lpstr>
      <vt:lpstr>&lt;/ Ejercicios a resolver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Paradigmas de Programación</dc:title>
  <cp:lastModifiedBy>Paternoster, Felix</cp:lastModifiedBy>
  <cp:revision>5</cp:revision>
  <dcterms:modified xsi:type="dcterms:W3CDTF">2026-08-24T13:45:50Z</dcterms:modified>
</cp:coreProperties>
</file>